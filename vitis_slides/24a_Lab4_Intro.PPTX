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30" r:id="rId4"/>
  </p:sldMasterIdLst>
  <p:notesMasterIdLst>
    <p:notesMasterId r:id="rId12"/>
  </p:notesMasterIdLst>
  <p:handoutMasterIdLst>
    <p:handoutMasterId r:id="rId13"/>
  </p:handoutMasterIdLst>
  <p:sldIdLst>
    <p:sldId id="1052" r:id="rId5"/>
    <p:sldId id="960" r:id="rId6"/>
    <p:sldId id="961" r:id="rId7"/>
    <p:sldId id="962" r:id="rId8"/>
    <p:sldId id="963" r:id="rId9"/>
    <p:sldId id="911" r:id="rId10"/>
    <p:sldId id="3731" r:id="rId11"/>
  </p:sldIdLst>
  <p:sldSz cx="12192000" cy="6858000"/>
  <p:notesSz cx="6858000" cy="9144000"/>
  <p:defaultTextStyle>
    <a:defPPr>
      <a:defRPr lang="en-US"/>
    </a:defPPr>
    <a:lvl1pPr marL="0" algn="l" defTabSz="914240" rtl="0" eaLnBrk="1" latinLnBrk="0" hangingPunct="1">
      <a:defRPr sz="1800" kern="1200">
        <a:solidFill>
          <a:schemeClr val="tx1"/>
        </a:solidFill>
        <a:latin typeface="+mn-lt"/>
        <a:ea typeface="+mn-ea"/>
        <a:cs typeface="+mn-cs"/>
      </a:defRPr>
    </a:lvl1pPr>
    <a:lvl2pPr marL="457120" algn="l" defTabSz="914240" rtl="0" eaLnBrk="1" latinLnBrk="0" hangingPunct="1">
      <a:defRPr sz="1800" kern="1200">
        <a:solidFill>
          <a:schemeClr val="tx1"/>
        </a:solidFill>
        <a:latin typeface="+mn-lt"/>
        <a:ea typeface="+mn-ea"/>
        <a:cs typeface="+mn-cs"/>
      </a:defRPr>
    </a:lvl2pPr>
    <a:lvl3pPr marL="914240" algn="l" defTabSz="914240" rtl="0" eaLnBrk="1" latinLnBrk="0" hangingPunct="1">
      <a:defRPr sz="1800" kern="1200">
        <a:solidFill>
          <a:schemeClr val="tx1"/>
        </a:solidFill>
        <a:latin typeface="+mn-lt"/>
        <a:ea typeface="+mn-ea"/>
        <a:cs typeface="+mn-cs"/>
      </a:defRPr>
    </a:lvl3pPr>
    <a:lvl4pPr marL="1371360" algn="l" defTabSz="914240" rtl="0" eaLnBrk="1" latinLnBrk="0" hangingPunct="1">
      <a:defRPr sz="1800" kern="1200">
        <a:solidFill>
          <a:schemeClr val="tx1"/>
        </a:solidFill>
        <a:latin typeface="+mn-lt"/>
        <a:ea typeface="+mn-ea"/>
        <a:cs typeface="+mn-cs"/>
      </a:defRPr>
    </a:lvl4pPr>
    <a:lvl5pPr marL="1828480" algn="l" defTabSz="914240" rtl="0" eaLnBrk="1" latinLnBrk="0" hangingPunct="1">
      <a:defRPr sz="1800" kern="1200">
        <a:solidFill>
          <a:schemeClr val="tx1"/>
        </a:solidFill>
        <a:latin typeface="+mn-lt"/>
        <a:ea typeface="+mn-ea"/>
        <a:cs typeface="+mn-cs"/>
      </a:defRPr>
    </a:lvl5pPr>
    <a:lvl6pPr marL="2285600" algn="l" defTabSz="914240" rtl="0" eaLnBrk="1" latinLnBrk="0" hangingPunct="1">
      <a:defRPr sz="1800" kern="1200">
        <a:solidFill>
          <a:schemeClr val="tx1"/>
        </a:solidFill>
        <a:latin typeface="+mn-lt"/>
        <a:ea typeface="+mn-ea"/>
        <a:cs typeface="+mn-cs"/>
      </a:defRPr>
    </a:lvl6pPr>
    <a:lvl7pPr marL="2742720" algn="l" defTabSz="914240" rtl="0" eaLnBrk="1" latinLnBrk="0" hangingPunct="1">
      <a:defRPr sz="1800" kern="1200">
        <a:solidFill>
          <a:schemeClr val="tx1"/>
        </a:solidFill>
        <a:latin typeface="+mn-lt"/>
        <a:ea typeface="+mn-ea"/>
        <a:cs typeface="+mn-cs"/>
      </a:defRPr>
    </a:lvl7pPr>
    <a:lvl8pPr marL="3199840" algn="l" defTabSz="914240" rtl="0" eaLnBrk="1" latinLnBrk="0" hangingPunct="1">
      <a:defRPr sz="1800" kern="1200">
        <a:solidFill>
          <a:schemeClr val="tx1"/>
        </a:solidFill>
        <a:latin typeface="+mn-lt"/>
        <a:ea typeface="+mn-ea"/>
        <a:cs typeface="+mn-cs"/>
      </a:defRPr>
    </a:lvl8pPr>
    <a:lvl9pPr marL="3656960" algn="l" defTabSz="91424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77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A21820"/>
    <a:srgbClr val="171C2D"/>
    <a:srgbClr val="F5811F"/>
    <a:srgbClr val="045C99"/>
    <a:srgbClr val="EB1C23"/>
    <a:srgbClr val="7F7F7F"/>
    <a:srgbClr val="0C0C0C"/>
    <a:srgbClr val="00B2BA"/>
    <a:srgbClr val="8D91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18"/>
    <p:restoredTop sz="94694"/>
  </p:normalViewPr>
  <p:slideViewPr>
    <p:cSldViewPr snapToGrid="0">
      <p:cViewPr varScale="1">
        <p:scale>
          <a:sx n="70" d="100"/>
          <a:sy n="70" d="100"/>
        </p:scale>
        <p:origin x="82" y="293"/>
      </p:cViewPr>
      <p:guideLst>
        <p:guide orient="horz" pos="2160"/>
        <p:guide pos="3840"/>
        <p:guide orient="horz" pos="177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9EEC3C-A001-4107-B54E-3DA93EFF18E7}" type="datetimeFigureOut">
              <a:rPr lang="en-US" smtClean="0"/>
              <a:t>4/14/2022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F9C473-A00E-481E-A6E8-16CFC626F8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16447F-F8B4-4CE6-9C1A-CBB4604770CA}" type="slidenum">
              <a:rPr lang="en-US" smtClean="0"/>
              <a:t>‹#›</a:t>
            </a:fld>
            <a:endParaRPr lang="en-US"/>
          </a:p>
        </p:txBody>
      </p:sp>
    </p:spTree>
    <p:extLst>
      <p:ext uri="{BB962C8B-B14F-4D97-AF65-F5344CB8AC3E}">
        <p14:creationId xmlns:p14="http://schemas.microsoft.com/office/powerpoint/2010/main" val="192967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fld id="{396E16B4-3FB2-4CDC-BEBF-CD70C72EF480}" type="datetimeFigureOut">
              <a:rPr lang="en-US" smtClean="0"/>
              <a:pPr/>
              <a:t>4/14/2022</a:t>
            </a:fld>
            <a:endParaRPr lang="en-US"/>
          </a:p>
        </p:txBody>
      </p:sp>
      <p:sp>
        <p:nvSpPr>
          <p:cNvPr id="4" name="Slide Image Placeholder 3"/>
          <p:cNvSpPr>
            <a:spLocks noGrp="1" noRot="1" noChangeAspect="1"/>
          </p:cNvSpPr>
          <p:nvPr>
            <p:ph type="sldImg" idx="2"/>
          </p:nvPr>
        </p:nvSpPr>
        <p:spPr>
          <a:xfrm>
            <a:off x="381000" y="8382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fld id="{A9D42829-8409-4711-B36D-25AE5703B863}" type="slidenum">
              <a:rPr lang="en-US" smtClean="0"/>
              <a:pPr/>
              <a:t>‹#›</a:t>
            </a:fld>
            <a:endParaRPr lang="en-US"/>
          </a:p>
        </p:txBody>
      </p:sp>
    </p:spTree>
    <p:extLst>
      <p:ext uri="{BB962C8B-B14F-4D97-AF65-F5344CB8AC3E}">
        <p14:creationId xmlns:p14="http://schemas.microsoft.com/office/powerpoint/2010/main" val="3364622551"/>
      </p:ext>
    </p:extLst>
  </p:cSld>
  <p:clrMap bg1="lt1" tx1="dk1" bg2="lt2" tx2="dk2" accent1="accent1" accent2="accent2" accent3="accent3" accent4="accent4" accent5="accent5" accent6="accent6" hlink="hlink" folHlink="folHlink"/>
  <p:notesStyle>
    <a:lvl1pPr marL="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36CB97-8324-8440-AF83-FDCF5C83423C}"/>
              </a:ext>
            </a:extLst>
          </p:cNvPr>
          <p:cNvSpPr/>
          <p:nvPr userDrawn="1"/>
        </p:nvSpPr>
        <p:spPr>
          <a:xfrm>
            <a:off x="10210800" y="6119691"/>
            <a:ext cx="1752600" cy="662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2695751-8148-D44C-819F-19AC107A8E9D}"/>
              </a:ext>
            </a:extLst>
          </p:cNvPr>
          <p:cNvSpPr>
            <a:spLocks noGrp="1"/>
          </p:cNvSpPr>
          <p:nvPr>
            <p:ph type="title" hasCustomPrompt="1"/>
          </p:nvPr>
        </p:nvSpPr>
        <p:spPr>
          <a:xfrm>
            <a:off x="579121" y="2700534"/>
            <a:ext cx="8945879" cy="975360"/>
          </a:xfrm>
        </p:spPr>
        <p:txBody>
          <a:bodyPr/>
          <a:lstStyle>
            <a:lvl1pPr>
              <a:defRPr sz="4400"/>
            </a:lvl1pPr>
          </a:lstStyle>
          <a:p>
            <a:pPr>
              <a:lnSpc>
                <a:spcPct val="85000"/>
              </a:lnSpc>
            </a:pPr>
            <a:r>
              <a:rPr lang="en-US">
                <a:solidFill>
                  <a:schemeClr val="tx1"/>
                </a:solidFill>
              </a:rPr>
              <a:t>Presentation Title</a:t>
            </a:r>
          </a:p>
        </p:txBody>
      </p:sp>
      <p:sp>
        <p:nvSpPr>
          <p:cNvPr id="32" name="Name, Title, Date">
            <a:extLst>
              <a:ext uri="{FF2B5EF4-FFF2-40B4-BE49-F238E27FC236}">
                <a16:creationId xmlns:a16="http://schemas.microsoft.com/office/drawing/2014/main" id="{2396738D-B05F-FC45-B1A8-82AA1CB933D0}"/>
              </a:ext>
            </a:extLst>
          </p:cNvPr>
          <p:cNvSpPr>
            <a:spLocks noGrp="1"/>
          </p:cNvSpPr>
          <p:nvPr>
            <p:ph type="subTitle" idx="1" hasCustomPrompt="1"/>
          </p:nvPr>
        </p:nvSpPr>
        <p:spPr>
          <a:xfrm>
            <a:off x="579121" y="4490866"/>
            <a:ext cx="7417990" cy="1092607"/>
          </a:xfrm>
        </p:spPr>
        <p:txBody>
          <a:bodyPr wrap="square">
            <a:spAutoFit/>
          </a:bodyPr>
          <a:lstStyle>
            <a:lvl1pPr marL="0" indent="0" algn="l">
              <a:spcBef>
                <a:spcPts val="300"/>
              </a:spcBef>
              <a:buNone/>
              <a:defRPr lang="en-US" sz="2000" b="0" i="0" kern="1200" baseline="0" dirty="0">
                <a:solidFill>
                  <a:schemeClr val="tx1"/>
                </a:solidFill>
                <a:latin typeface="Arial" charset="0"/>
                <a:ea typeface="Arial" charset="0"/>
                <a:cs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a:t>
            </a:r>
          </a:p>
          <a:p>
            <a:r>
              <a:rPr lang="en-US"/>
              <a:t>Title</a:t>
            </a:r>
          </a:p>
          <a:p>
            <a:r>
              <a:rPr lang="en-US"/>
              <a:t>Date</a:t>
            </a:r>
          </a:p>
        </p:txBody>
      </p:sp>
      <p:pic>
        <p:nvPicPr>
          <p:cNvPr id="3" name="Picture 2">
            <a:extLst>
              <a:ext uri="{FF2B5EF4-FFF2-40B4-BE49-F238E27FC236}">
                <a16:creationId xmlns:a16="http://schemas.microsoft.com/office/drawing/2014/main" id="{E2C59811-BED7-2645-B53F-2ABD7993559A}"/>
              </a:ext>
            </a:extLst>
          </p:cNvPr>
          <p:cNvPicPr>
            <a:picLocks noChangeAspect="1"/>
          </p:cNvPicPr>
          <p:nvPr userDrawn="1"/>
        </p:nvPicPr>
        <p:blipFill>
          <a:blip r:embed="rId2"/>
          <a:stretch>
            <a:fillRect/>
          </a:stretch>
        </p:blipFill>
        <p:spPr>
          <a:xfrm>
            <a:off x="693414" y="498870"/>
            <a:ext cx="1092729" cy="676787"/>
          </a:xfrm>
          <a:prstGeom prst="rect">
            <a:avLst/>
          </a:prstGeom>
        </p:spPr>
      </p:pic>
    </p:spTree>
    <p:extLst>
      <p:ext uri="{BB962C8B-B14F-4D97-AF65-F5344CB8AC3E}">
        <p14:creationId xmlns:p14="http://schemas.microsoft.com/office/powerpoint/2010/main" val="32732465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hasCustomPrompt="1"/>
          </p:nvPr>
        </p:nvSpPr>
        <p:spPr>
          <a:xfrm>
            <a:off x="579121" y="304800"/>
            <a:ext cx="7421878" cy="975360"/>
          </a:xfrm>
        </p:spPr>
        <p:txBody>
          <a:bodyPr/>
          <a:lstStyle>
            <a:lvl1pPr>
              <a:defRPr>
                <a:solidFill>
                  <a:schemeClr val="tx1"/>
                </a:solidFill>
              </a:defRPr>
            </a:lvl1pPr>
          </a:lstStyle>
          <a:p>
            <a:r>
              <a:rPr lang="en-US"/>
              <a:t>Agenda</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Content Placeholder 2"/>
          <p:cNvSpPr>
            <a:spLocks noGrp="1"/>
          </p:cNvSpPr>
          <p:nvPr>
            <p:ph idx="1"/>
          </p:nvPr>
        </p:nvSpPr>
        <p:spPr>
          <a:xfrm>
            <a:off x="579120" y="1733296"/>
            <a:ext cx="7421879" cy="3753104"/>
          </a:xfrm>
        </p:spPr>
        <p:txBody>
          <a:bodyPr/>
          <a:lstStyle>
            <a:lvl1pPr>
              <a:defRPr>
                <a:solidFill>
                  <a:schemeClr val="tx1"/>
                </a:solidFill>
              </a:defRPr>
            </a:lvl1pPr>
          </a:lstStyle>
          <a:p>
            <a:r>
              <a:rPr lang="en-US"/>
              <a:t>Agenda Item 1</a:t>
            </a:r>
          </a:p>
          <a:p>
            <a:r>
              <a:rPr lang="en-US"/>
              <a:t>Agenda Item 2</a:t>
            </a:r>
          </a:p>
          <a:p>
            <a:r>
              <a:rPr lang="en-US"/>
              <a:t>Agenda Item 3</a:t>
            </a:r>
          </a:p>
          <a:p>
            <a:r>
              <a:rPr lang="en-US"/>
              <a:t>Agenda Item 4</a:t>
            </a:r>
          </a:p>
          <a:p>
            <a:r>
              <a:rPr lang="en-US"/>
              <a:t>Agenda Item 5</a:t>
            </a:r>
          </a:p>
          <a:p>
            <a:r>
              <a:rPr lang="en-US"/>
              <a:t>Agenda Item 6</a:t>
            </a:r>
          </a:p>
        </p:txBody>
      </p:sp>
      <p:sp>
        <p:nvSpPr>
          <p:cNvPr id="7" name="Slide Number Placeholder 7">
            <a:extLst>
              <a:ext uri="{FF2B5EF4-FFF2-40B4-BE49-F238E27FC236}">
                <a16:creationId xmlns:a16="http://schemas.microsoft.com/office/drawing/2014/main" id="{5039775F-53A7-4FFE-B63C-8A2C9986667C}"/>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51832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Slide Number Placeholder 7">
            <a:extLst>
              <a:ext uri="{FF2B5EF4-FFF2-40B4-BE49-F238E27FC236}">
                <a16:creationId xmlns:a16="http://schemas.microsoft.com/office/drawing/2014/main" id="{CDFBA32E-CA63-4C19-B0E5-650F4208E46F}"/>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340049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4" name="Text Placeholder 2">
            <a:extLst>
              <a:ext uri="{FF2B5EF4-FFF2-40B4-BE49-F238E27FC236}">
                <a16:creationId xmlns:a16="http://schemas.microsoft.com/office/drawing/2014/main" id="{3A824BE7-9859-7240-83D5-846AECA2353C}"/>
              </a:ext>
            </a:extLst>
          </p:cNvPr>
          <p:cNvSpPr>
            <a:spLocks noGrp="1"/>
          </p:cNvSpPr>
          <p:nvPr>
            <p:ph idx="1"/>
          </p:nvPr>
        </p:nvSpPr>
        <p:spPr>
          <a:xfrm>
            <a:off x="579121" y="1470401"/>
            <a:ext cx="11033760" cy="4632960"/>
          </a:xfrm>
          <a:prstGeom prst="rect">
            <a:avLst/>
          </a:prstGeom>
        </p:spPr>
        <p:txBody>
          <a:bodyPr vert="horz" lIns="91440" tIns="45720" rIns="91440" bIns="45720" rtlCol="0">
            <a:noAutofit/>
          </a:bodyPr>
          <a:lstStyle>
            <a:lvl1pPr marL="234962" indent="-234962">
              <a:buSzPct val="80000"/>
              <a:buFont typeface="Webdings" panose="05030102010509060703" pitchFamily="18" charset="2"/>
              <a:buChar char=""/>
              <a:defRPr lang="en-US" dirty="0" smtClean="0"/>
            </a:lvl1pPr>
            <a:lvl2pPr marL="452989" indent="-220144">
              <a:buSzPct val="80000"/>
              <a:buFont typeface="Wingdings 3" panose="05040102010807070707" pitchFamily="18" charset="2"/>
              <a:buChar char=""/>
              <a:defRPr sz="2000"/>
            </a:lvl2pPr>
            <a:lvl3pPr marL="685835" indent="-232845">
              <a:buSzPct val="80000"/>
              <a:buFont typeface="Wingdings 3" panose="05040102010807070707" pitchFamily="18" charset="2"/>
              <a:buChar char="¬"/>
              <a:defRPr sz="1600"/>
            </a:lvl3pPr>
            <a:lvl4pPr marL="916563" indent="-230729">
              <a:buSzPct val="80000"/>
              <a:buFont typeface="Wingdings 3" panose="05040102010807070707" pitchFamily="18" charset="2"/>
              <a:buChar char="¬"/>
              <a:defRPr/>
            </a:lvl4pPr>
            <a:lvl5pPr marL="1138824" indent="-222262">
              <a:buSzPct val="80000"/>
              <a:buFont typeface="Wingdings 3" panose="05040102010807070707" pitchFamily="18" charset="2"/>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Slide Number Placeholder 7">
            <a:extLst>
              <a:ext uri="{FF2B5EF4-FFF2-40B4-BE49-F238E27FC236}">
                <a16:creationId xmlns:a16="http://schemas.microsoft.com/office/drawing/2014/main" id="{D0211D40-CF6E-41C6-A060-B42C450BC739}"/>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839187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79121" y="304800"/>
            <a:ext cx="11033760" cy="975360"/>
          </a:xfrm>
        </p:spPr>
        <p:txBody>
          <a:bodyPr/>
          <a:lstStyle/>
          <a:p>
            <a:r>
              <a:rPr lang="en-US"/>
              <a:t>Click to edit Master title style</a:t>
            </a:r>
          </a:p>
        </p:txBody>
      </p:sp>
      <p:sp>
        <p:nvSpPr>
          <p:cNvPr id="3" name="Content Placeholder 2"/>
          <p:cNvSpPr>
            <a:spLocks noGrp="1"/>
          </p:cNvSpPr>
          <p:nvPr>
            <p:ph sz="half" idx="1"/>
          </p:nvPr>
        </p:nvSpPr>
        <p:spPr>
          <a:xfrm>
            <a:off x="579120"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1"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Slide Number Placeholder 7">
            <a:extLst>
              <a:ext uri="{FF2B5EF4-FFF2-40B4-BE49-F238E27FC236}">
                <a16:creationId xmlns:a16="http://schemas.microsoft.com/office/drawing/2014/main" id="{374B89D3-E914-4607-88A7-94D0F82D1E64}"/>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422307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D42470-3AEB-A94C-96B8-18E2C7C25164}"/>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C665AB6-C348-1649-BCA3-AB4427CB838C}"/>
              </a:ext>
            </a:extLst>
          </p:cNvPr>
          <p:cNvPicPr>
            <a:picLocks noChangeAspect="1"/>
          </p:cNvPicPr>
          <p:nvPr userDrawn="1"/>
        </p:nvPicPr>
        <p:blipFill>
          <a:blip r:embed="rId2"/>
          <a:stretch>
            <a:fillRect/>
          </a:stretch>
        </p:blipFill>
        <p:spPr>
          <a:xfrm>
            <a:off x="11028822" y="6279369"/>
            <a:ext cx="576532" cy="357078"/>
          </a:xfrm>
          <a:prstGeom prst="rect">
            <a:avLst/>
          </a:prstGeom>
        </p:spPr>
      </p:pic>
      <p:sp>
        <p:nvSpPr>
          <p:cNvPr id="6" name="Title 1">
            <a:extLst>
              <a:ext uri="{FF2B5EF4-FFF2-40B4-BE49-F238E27FC236}">
                <a16:creationId xmlns:a16="http://schemas.microsoft.com/office/drawing/2014/main" id="{61320318-DA78-471F-8076-1A95C5254529}"/>
              </a:ext>
            </a:extLst>
          </p:cNvPr>
          <p:cNvSpPr>
            <a:spLocks noGrp="1"/>
          </p:cNvSpPr>
          <p:nvPr>
            <p:ph type="title" hasCustomPrompt="1"/>
          </p:nvPr>
        </p:nvSpPr>
        <p:spPr>
          <a:xfrm>
            <a:off x="428807" y="3124200"/>
            <a:ext cx="11093827"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Tree>
    <p:extLst>
      <p:ext uri="{BB962C8B-B14F-4D97-AF65-F5344CB8AC3E}">
        <p14:creationId xmlns:p14="http://schemas.microsoft.com/office/powerpoint/2010/main" val="344951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with Picture)">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428807" y="3124200"/>
            <a:ext cx="5514793"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6" name="Picture Placeholder 14">
            <a:extLst>
              <a:ext uri="{FF2B5EF4-FFF2-40B4-BE49-F238E27FC236}">
                <a16:creationId xmlns:a16="http://schemas.microsoft.com/office/drawing/2014/main" id="{89EAEFDD-B284-E94B-8F1D-D7E1627370F6}"/>
              </a:ext>
            </a:extLst>
          </p:cNvPr>
          <p:cNvSpPr>
            <a:spLocks noGrp="1"/>
          </p:cNvSpPr>
          <p:nvPr>
            <p:ph type="pic" sz="quarter" idx="13" hasCustomPrompt="1"/>
          </p:nvPr>
        </p:nvSpPr>
        <p:spPr>
          <a:xfrm>
            <a:off x="6581768" y="1558290"/>
            <a:ext cx="4457700" cy="3741422"/>
          </a:xfrm>
          <a:prstGeom prst="rect">
            <a:avLst/>
          </a:prstGeom>
          <a:noFill/>
        </p:spPr>
        <p:txBody>
          <a:bodyPr vert="horz" lIns="91440" tIns="1371600" rIns="91440" bIns="0" rtlCol="0" anchor="ctr" anchorCtr="0">
            <a:noAutofit/>
          </a:bodyPr>
          <a:lstStyle>
            <a:lvl1pPr marL="309026" indent="-309026" algn="ctr">
              <a:buNone/>
              <a:defRPr lang="en-US" sz="1867" dirty="0">
                <a:solidFill>
                  <a:schemeClr val="bg1"/>
                </a:solidFill>
              </a:defRPr>
            </a:lvl1pPr>
          </a:lstStyle>
          <a:p>
            <a:pPr marL="0" marR="0" lvl="0" indent="0" algn="ctr" defTabSz="1219170" rtl="0" eaLnBrk="1" fontAlgn="auto" latinLnBrk="0" hangingPunct="1">
              <a:lnSpc>
                <a:spcPct val="100000"/>
              </a:lnSpc>
              <a:spcBef>
                <a:spcPts val="1600"/>
              </a:spcBef>
              <a:spcAft>
                <a:spcPts val="0"/>
              </a:spcAft>
              <a:buClr>
                <a:schemeClr val="accent1"/>
              </a:buClr>
              <a:buSzPct val="100000"/>
              <a:tabLst/>
              <a:defRPr/>
            </a:pPr>
            <a:r>
              <a:rPr lang="en-US"/>
              <a:t>Click icon to add picture</a:t>
            </a:r>
          </a:p>
        </p:txBody>
      </p:sp>
      <p:sp>
        <p:nvSpPr>
          <p:cNvPr id="7" name="Rectangle 6">
            <a:extLst>
              <a:ext uri="{FF2B5EF4-FFF2-40B4-BE49-F238E27FC236}">
                <a16:creationId xmlns:a16="http://schemas.microsoft.com/office/drawing/2014/main" id="{645E7C71-1267-7F46-A82A-631E19E556BC}"/>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E1AC8721-E11C-7940-A173-0F10C27BA8A2}"/>
              </a:ext>
            </a:extLst>
          </p:cNvPr>
          <p:cNvPicPr>
            <a:picLocks noChangeAspect="1"/>
          </p:cNvPicPr>
          <p:nvPr userDrawn="1"/>
        </p:nvPicPr>
        <p:blipFill>
          <a:blip r:embed="rId2"/>
          <a:stretch>
            <a:fillRect/>
          </a:stretch>
        </p:blipFill>
        <p:spPr>
          <a:xfrm>
            <a:off x="11028822" y="6279369"/>
            <a:ext cx="576532" cy="357078"/>
          </a:xfrm>
          <a:prstGeom prst="rect">
            <a:avLst/>
          </a:prstGeom>
        </p:spPr>
      </p:pic>
    </p:spTree>
    <p:extLst>
      <p:ext uri="{BB962C8B-B14F-4D97-AF65-F5344CB8AC3E}">
        <p14:creationId xmlns:p14="http://schemas.microsoft.com/office/powerpoint/2010/main" val="157845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2F0434C-4CE7-42D1-965D-0265C29B04F3}"/>
              </a:ext>
            </a:extLst>
          </p:cNvPr>
          <p:cNvGrpSpPr/>
          <p:nvPr/>
        </p:nvGrpSpPr>
        <p:grpSpPr>
          <a:xfrm>
            <a:off x="640118" y="3628208"/>
            <a:ext cx="5608321" cy="1019992"/>
            <a:chOff x="480089" y="2568756"/>
            <a:chExt cx="4206240" cy="764994"/>
          </a:xfrm>
        </p:grpSpPr>
        <p:sp>
          <p:nvSpPr>
            <p:cNvPr id="13" name="Rectangle 12">
              <a:extLst>
                <a:ext uri="{FF2B5EF4-FFF2-40B4-BE49-F238E27FC236}">
                  <a16:creationId xmlns:a16="http://schemas.microsoft.com/office/drawing/2014/main" id="{5E88497C-C551-4465-9953-8BC43D9E0208}"/>
                </a:ext>
              </a:extLst>
            </p:cNvPr>
            <p:cNvSpPr/>
            <p:nvPr/>
          </p:nvSpPr>
          <p:spPr>
            <a:xfrm>
              <a:off x="480089" y="2841307"/>
              <a:ext cx="4206240" cy="492443"/>
            </a:xfrm>
            <a:prstGeom prst="rect">
              <a:avLst/>
            </a:prstGeom>
          </p:spPr>
          <p:txBody>
            <a:bodyPr vert="horz" lIns="91440" tIns="45720" rIns="91440" bIns="45720" rtlCol="0" anchor="ctr">
              <a:noAutofit/>
            </a:bodyPr>
            <a:lstStyle/>
            <a:p>
              <a:r>
                <a:rPr lang="en-US" sz="4800" b="1" spc="100">
                  <a:solidFill>
                    <a:schemeClr val="bg1"/>
                  </a:solidFill>
                </a:rPr>
                <a:t>Thank You</a:t>
              </a:r>
            </a:p>
          </p:txBody>
        </p:sp>
        <p:cxnSp>
          <p:nvCxnSpPr>
            <p:cNvPr id="15" name="Straight Connector 14">
              <a:extLst>
                <a:ext uri="{FF2B5EF4-FFF2-40B4-BE49-F238E27FC236}">
                  <a16:creationId xmlns:a16="http://schemas.microsoft.com/office/drawing/2014/main" id="{1AF6007A-E1A7-46F3-B830-C81E32C3CF47}"/>
                </a:ext>
              </a:extLst>
            </p:cNvPr>
            <p:cNvCxnSpPr>
              <a:cxnSpLocks/>
            </p:cNvCxnSpPr>
            <p:nvPr/>
          </p:nvCxnSpPr>
          <p:spPr>
            <a:xfrm>
              <a:off x="520059" y="2568756"/>
              <a:ext cx="825801" cy="0"/>
            </a:xfrm>
            <a:prstGeom prst="line">
              <a:avLst/>
            </a:prstGeom>
            <a:ln w="22225"/>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2176340"/>
            <a:ext cx="1569578" cy="972126"/>
          </a:xfrm>
          <a:prstGeom prst="rect">
            <a:avLst/>
          </a:prstGeom>
        </p:spPr>
      </p:pic>
    </p:spTree>
    <p:extLst>
      <p:ext uri="{BB962C8B-B14F-4D97-AF65-F5344CB8AC3E}">
        <p14:creationId xmlns:p14="http://schemas.microsoft.com/office/powerpoint/2010/main" val="363464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and Attribution">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E88497C-C551-4465-9953-8BC43D9E0208}"/>
              </a:ext>
            </a:extLst>
          </p:cNvPr>
          <p:cNvSpPr/>
          <p:nvPr/>
        </p:nvSpPr>
        <p:spPr>
          <a:xfrm>
            <a:off x="622291" y="2393810"/>
            <a:ext cx="5608321" cy="656591"/>
          </a:xfrm>
          <a:prstGeom prst="rect">
            <a:avLst/>
          </a:prstGeom>
        </p:spPr>
        <p:txBody>
          <a:bodyPr vert="horz" lIns="91440" tIns="45720" rIns="91440" bIns="45720" rtlCol="0" anchor="ctr">
            <a:noAutofit/>
          </a:bodyPr>
          <a:lstStyle/>
          <a:p>
            <a:r>
              <a:rPr lang="en-US" sz="2400" b="1" i="0" u="none" strike="noStrike" kern="1200" dirty="0">
                <a:solidFill>
                  <a:schemeClr val="bg1"/>
                </a:solidFill>
                <a:effectLst/>
                <a:latin typeface="+mn-lt"/>
                <a:ea typeface="+mn-ea"/>
                <a:cs typeface="+mn-cs"/>
              </a:rPr>
              <a:t>Disclaimer and Attribution</a:t>
            </a:r>
            <a:endParaRPr lang="en-US" sz="2400" b="0" i="0" u="none" strike="noStrike" kern="1200" dirty="0">
              <a:solidFill>
                <a:schemeClr val="bg1"/>
              </a:solidFill>
              <a:effectLst/>
              <a:latin typeface="+mn-lt"/>
              <a:ea typeface="+mn-ea"/>
              <a:cs typeface="+mn-cs"/>
            </a:endParaRPr>
          </a:p>
        </p:txBody>
      </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5892800"/>
            <a:ext cx="885113" cy="548199"/>
          </a:xfrm>
          <a:prstGeom prst="rect">
            <a:avLst/>
          </a:prstGeom>
        </p:spPr>
      </p:pic>
      <p:sp>
        <p:nvSpPr>
          <p:cNvPr id="11" name="Rectangle 10">
            <a:extLst>
              <a:ext uri="{FF2B5EF4-FFF2-40B4-BE49-F238E27FC236}">
                <a16:creationId xmlns:a16="http://schemas.microsoft.com/office/drawing/2014/main" id="{1E782F75-D84E-E645-83B8-15BBE61BA1E7}"/>
              </a:ext>
            </a:extLst>
          </p:cNvPr>
          <p:cNvSpPr/>
          <p:nvPr userDrawn="1"/>
        </p:nvSpPr>
        <p:spPr>
          <a:xfrm>
            <a:off x="622291" y="3172950"/>
            <a:ext cx="11102349" cy="2238036"/>
          </a:xfrm>
          <a:prstGeom prst="rect">
            <a:avLst/>
          </a:prstGeom>
        </p:spPr>
        <p:txBody>
          <a:bodyPr vert="horz" lIns="91440" tIns="45720" rIns="91440" bIns="45720" rtlCol="0" anchor="ctr">
            <a:noAutofit/>
          </a:bodyPr>
          <a:lstStyle/>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charset="0"/>
                <a:cs typeface="Arial" charset="0"/>
              </a:rPr>
              <a:t>The information contained herein is for informational purposes only and is subject to change without notice. While every precaution has been taken in the preparation of this document, it may contain technical inaccuracies, omissions and typographical errors, and AMD is under no obligation to update or otherwise correct this information. Advanced Micro Devices, Inc. makes no representations or warranties with respect to the accuracy or completeness of the contents of this document, and assumes no liability of any kind, including the implied warranties of noninfringement, merchantability or fitness for particular purposes, with respect to the operation or use of AMD hardware, software or other products described herein. No license, including implied or arising by estoppel, to any intellectual property rights is granted by this document. Terms and limitations applicable to the purchase or use of AMD’s products are as set forth in a signed agreement between the parties or in AMD's Standard Terms and Conditions of Sale. GD-18</a:t>
            </a:r>
          </a:p>
          <a:p>
            <a:pPr marL="0" marR="0" lvl="0" indent="0" algn="l" defTabSz="1219261" rtl="0" eaLnBrk="1" fontAlgn="auto" latinLnBrk="0" hangingPunct="1">
              <a:lnSpc>
                <a:spcPct val="100000"/>
              </a:lnSpc>
              <a:spcBef>
                <a:spcPts val="16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Copyright 2021 Advanced Micro Devices, Inc.  All rights reserved.  Xilinx, the Xilinx logo, AMD, the AMD Arrow logo,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Alveo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Artix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Kintex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Kria</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Spartan, Versal, Vitis,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Virtex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Vivado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Zynq, and other designated brands included herein are trademarks of Advanced Micro Devices, Inc.  Other product names used in this publication are for identification purposes only and may be trademarks of their respective companies.  </a:t>
            </a:r>
            <a:endParaRPr kumimoji="0" lang="en-US" sz="1200" b="0" i="0" u="none" strike="noStrike" kern="1200" cap="none" spc="0" normalizeH="0" baseline="0" noProof="0" dirty="0">
              <a:ln>
                <a:noFill/>
              </a:ln>
              <a:solidFill>
                <a:srgbClr val="00B2BA"/>
              </a:solidFill>
              <a:effectLst/>
              <a:uLnTx/>
              <a:uFillTx/>
              <a:latin typeface="Arial" panose="020B0604020202020204" pitchFamily="34" charset="0"/>
              <a:ea typeface="+mn-ea"/>
              <a:cs typeface="Arial" panose="020B0604020202020204" pitchFamily="34" charset="0"/>
            </a:endParaRPr>
          </a:p>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endParaRPr kumimoji="0" lang="en-US" sz="1200" b="0" i="0" u="none" strike="noStrike" kern="1200" cap="none" spc="0" normalizeH="0" baseline="0" noProof="0" dirty="0">
              <a:ln>
                <a:noFill/>
              </a:ln>
              <a:solidFill>
                <a:srgbClr val="FFFFFF"/>
              </a:solidFill>
              <a:effectLst/>
              <a:uLnTx/>
              <a:uFillTx/>
              <a:latin typeface="Arial" charset="0"/>
              <a:cs typeface="Arial" charset="0"/>
            </a:endParaRPr>
          </a:p>
        </p:txBody>
      </p:sp>
    </p:spTree>
    <p:extLst>
      <p:ext uri="{BB962C8B-B14F-4D97-AF65-F5344CB8AC3E}">
        <p14:creationId xmlns:p14="http://schemas.microsoft.com/office/powerpoint/2010/main" val="3320308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a:xfrm>
            <a:off x="579121" y="6325606"/>
            <a:ext cx="975360" cy="365125"/>
          </a:xfrm>
          <a:prstGeom prst="rect">
            <a:avLst/>
          </a:prstGeom>
        </p:spPr>
        <p:txBody>
          <a:bodyPr/>
          <a:lstStyle/>
          <a:p>
            <a:pPr>
              <a:defRPr/>
            </a:pPr>
            <a:r>
              <a:rPr lang="en-US"/>
              <a:t>Lab4 Intro 24a-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953161676"/>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9121" y="234696"/>
            <a:ext cx="11033760" cy="975360"/>
          </a:xfrm>
          <a:prstGeom prst="rect">
            <a:avLst/>
          </a:prstGeom>
        </p:spPr>
        <p:txBody>
          <a:bodyPr vert="horz" lIns="91440" tIns="45720" rIns="91440" bIns="45720" rtlCol="0" anchor="t" anchorCtr="0">
            <a:noAutofit/>
          </a:bodyPr>
          <a:lstStyle/>
          <a:p>
            <a:r>
              <a:rPr lang="en-US"/>
              <a:t>Click to edit Master title style</a:t>
            </a:r>
          </a:p>
        </p:txBody>
      </p:sp>
      <p:sp>
        <p:nvSpPr>
          <p:cNvPr id="3" name="Text Placeholder 2"/>
          <p:cNvSpPr>
            <a:spLocks noGrp="1"/>
          </p:cNvSpPr>
          <p:nvPr>
            <p:ph type="body" idx="1"/>
          </p:nvPr>
        </p:nvSpPr>
        <p:spPr>
          <a:xfrm>
            <a:off x="579121" y="1470401"/>
            <a:ext cx="11033760" cy="4632960"/>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BCBBAE11-7273-0744-B2EB-4D22266C9B89}"/>
              </a:ext>
            </a:extLst>
          </p:cNvPr>
          <p:cNvPicPr>
            <a:picLocks noChangeAspect="1"/>
          </p:cNvPicPr>
          <p:nvPr userDrawn="1"/>
        </p:nvPicPr>
        <p:blipFill>
          <a:blip r:embed="rId12"/>
          <a:stretch>
            <a:fillRect/>
          </a:stretch>
        </p:blipFill>
        <p:spPr>
          <a:xfrm>
            <a:off x="11028823" y="6279370"/>
            <a:ext cx="576531" cy="357077"/>
          </a:xfrm>
          <a:prstGeom prst="rect">
            <a:avLst/>
          </a:prstGeom>
        </p:spPr>
      </p:pic>
      <p:sp>
        <p:nvSpPr>
          <p:cNvPr id="8" name="fc" descr="&#10;© Copyright 2022 AMD">
            <a:extLst>
              <a:ext uri="{FF2B5EF4-FFF2-40B4-BE49-F238E27FC236}">
                <a16:creationId xmlns:a16="http://schemas.microsoft.com/office/drawing/2014/main" id="{136589F5-5343-4CFB-B76F-C9053D86EEF1}"/>
              </a:ext>
            </a:extLst>
          </p:cNvPr>
          <p:cNvSpPr txBox="1"/>
          <p:nvPr userDrawn="1"/>
        </p:nvSpPr>
        <p:spPr>
          <a:xfrm>
            <a:off x="0" y="6512560"/>
            <a:ext cx="12192000" cy="230832"/>
          </a:xfrm>
          <a:prstGeom prst="rect">
            <a:avLst/>
          </a:prstGeom>
          <a:noFill/>
        </p:spPr>
        <p:txBody>
          <a:bodyPr vert="horz" rtlCol="0">
            <a:spAutoFit/>
          </a:bodyPr>
          <a:lstStyle/>
          <a:p>
            <a:pPr algn="ctr"/>
            <a:r>
              <a:rPr lang="en-US" sz="900" b="0" i="0" u="none" strike="noStrike" kern="1200" baseline="0" dirty="0">
                <a:solidFill>
                  <a:schemeClr val="tx1"/>
                </a:solidFill>
                <a:latin typeface="+mn-lt"/>
                <a:ea typeface="+mn-ea"/>
                <a:cs typeface="+mn-cs"/>
              </a:rPr>
              <a:t>©2022 Advanced Micro Devices, Inc.</a:t>
            </a:r>
            <a:endParaRPr lang="en-US" sz="850" b="0" i="0" u="none" baseline="0" dirty="0">
              <a:solidFill>
                <a:srgbClr val="000000"/>
              </a:solidFill>
              <a:latin typeface="Microsoft Sans Serif" panose="020B0604020202020204" pitchFamily="34" charset="0"/>
            </a:endParaRPr>
          </a:p>
        </p:txBody>
      </p:sp>
      <p:sp>
        <p:nvSpPr>
          <p:cNvPr id="9" name="Slide Number Placeholder 7">
            <a:extLst>
              <a:ext uri="{FF2B5EF4-FFF2-40B4-BE49-F238E27FC236}">
                <a16:creationId xmlns:a16="http://schemas.microsoft.com/office/drawing/2014/main" id="{1527AFCD-37EA-4EB2-8079-E306904F3A2C}"/>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3868898160"/>
      </p:ext>
    </p:extLst>
  </p:cSld>
  <p:clrMap bg1="lt1" tx1="dk1" bg2="lt2" tx2="dk2" accent1="accent1" accent2="accent2" accent3="accent3" accent4="accent4" accent5="accent5" accent6="accent6" hlink="hlink" folHlink="folHlink"/>
  <p:sldLayoutIdLst>
    <p:sldLayoutId id="2147483985" r:id="rId1"/>
    <p:sldLayoutId id="2147483983" r:id="rId2"/>
    <p:sldLayoutId id="2147483979" r:id="rId3"/>
    <p:sldLayoutId id="2147483973" r:id="rId4"/>
    <p:sldLayoutId id="2147483938" r:id="rId5"/>
    <p:sldLayoutId id="2147483961" r:id="rId6"/>
    <p:sldLayoutId id="2147483982" r:id="rId7"/>
    <p:sldLayoutId id="2147483986" r:id="rId8"/>
    <p:sldLayoutId id="2147483964" r:id="rId9"/>
    <p:sldLayoutId id="2147483988"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45" rtl="0" eaLnBrk="1" latinLnBrk="0" hangingPunct="1">
        <a:lnSpc>
          <a:spcPct val="90000"/>
        </a:lnSpc>
        <a:spcBef>
          <a:spcPct val="0"/>
        </a:spcBef>
        <a:buNone/>
        <a:defRPr lang="en-US" sz="3200" b="1" i="0" kern="1200" dirty="0" smtClean="0">
          <a:solidFill>
            <a:schemeClr val="tx1"/>
          </a:solidFill>
          <a:latin typeface="Arial" charset="0"/>
          <a:ea typeface="+mj-ea"/>
          <a:cs typeface="Arial" charset="0"/>
        </a:defRPr>
      </a:lvl1pPr>
    </p:titleStyle>
    <p:bodyStyle>
      <a:lvl1pPr marL="234962" indent="-234962" algn="l" defTabSz="1219261" rtl="0" eaLnBrk="1" latinLnBrk="0" hangingPunct="1">
        <a:lnSpc>
          <a:spcPct val="100000"/>
        </a:lnSpc>
        <a:spcBef>
          <a:spcPts val="1600"/>
        </a:spcBef>
        <a:buClr>
          <a:schemeClr val="accent1"/>
        </a:buClr>
        <a:buSzPct val="80000"/>
        <a:buFont typeface="Webdings" panose="05030102010509060703" pitchFamily="18" charset="2"/>
        <a:buChar char="4"/>
        <a:defRPr lang="en-US" sz="2400" b="0" kern="1200" dirty="0" smtClean="0">
          <a:solidFill>
            <a:schemeClr val="tx1"/>
          </a:solidFill>
          <a:latin typeface="Arial" panose="020B0604020202020204" pitchFamily="34" charset="0"/>
          <a:ea typeface="+mn-ea"/>
          <a:cs typeface="Arial" panose="020B0604020202020204" pitchFamily="34" charset="0"/>
        </a:defRPr>
      </a:lvl1pPr>
      <a:lvl2pPr marL="452989" indent="-220144" algn="l" defTabSz="914445" rtl="0" eaLnBrk="1" latinLnBrk="0" hangingPunct="1">
        <a:lnSpc>
          <a:spcPct val="95000"/>
        </a:lnSpc>
        <a:spcBef>
          <a:spcPts val="600"/>
        </a:spcBef>
        <a:buClr>
          <a:schemeClr val="accent1"/>
        </a:buClr>
        <a:buSzPct val="80000"/>
        <a:buFont typeface="Wingdings 3" panose="05040102010807070707" pitchFamily="18" charset="2"/>
        <a:buChar char="¬"/>
        <a:defRPr lang="en-US" sz="2000" kern="1200" dirty="0" smtClean="0">
          <a:solidFill>
            <a:schemeClr val="tx1"/>
          </a:solidFill>
          <a:latin typeface="Arial" panose="020B0604020202020204" pitchFamily="34" charset="0"/>
          <a:ea typeface="+mn-ea"/>
          <a:cs typeface="Arial" panose="020B0604020202020204" pitchFamily="34" charset="0"/>
        </a:defRPr>
      </a:lvl2pPr>
      <a:lvl3pPr marL="685835" indent="-232845"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3pPr>
      <a:lvl4pPr marL="916563" indent="-230729"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4pPr>
      <a:lvl5pPr marL="1138824" indent="-222262" algn="l" defTabSz="914445" rtl="0" eaLnBrk="1" latinLnBrk="0" hangingPunct="1">
        <a:lnSpc>
          <a:spcPct val="95000"/>
        </a:lnSpc>
        <a:spcBef>
          <a:spcPts val="833"/>
        </a:spcBef>
        <a:buClr>
          <a:schemeClr val="tx1"/>
        </a:buClr>
        <a:buSzPct val="80000"/>
        <a:buFont typeface="Wingdings 3" panose="05040102010807070707" pitchFamily="18" charset="2"/>
        <a:buChar char="¬"/>
        <a:tabLst/>
        <a:defRPr lang="en-US" sz="1600" kern="1200" dirty="0">
          <a:solidFill>
            <a:schemeClr val="tx1"/>
          </a:solidFill>
          <a:latin typeface="Arial" panose="020B0604020202020204" pitchFamily="34" charset="0"/>
          <a:ea typeface="+mn-ea"/>
          <a:cs typeface="Arial" panose="020B0604020202020204" pitchFamily="34" charset="0"/>
        </a:defRPr>
      </a:lvl5pPr>
      <a:lvl6pPr marL="2514725"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48"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171"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394"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45" rtl="0" eaLnBrk="1" latinLnBrk="0" hangingPunct="1">
        <a:defRPr sz="1801" kern="1200">
          <a:solidFill>
            <a:schemeClr val="tx1"/>
          </a:solidFill>
          <a:latin typeface="+mn-lt"/>
          <a:ea typeface="+mn-ea"/>
          <a:cs typeface="+mn-cs"/>
        </a:defRPr>
      </a:lvl1pPr>
      <a:lvl2pPr marL="457223" algn="l" defTabSz="914445" rtl="0" eaLnBrk="1" latinLnBrk="0" hangingPunct="1">
        <a:defRPr sz="1801" kern="1200">
          <a:solidFill>
            <a:schemeClr val="tx1"/>
          </a:solidFill>
          <a:latin typeface="+mn-lt"/>
          <a:ea typeface="+mn-ea"/>
          <a:cs typeface="+mn-cs"/>
        </a:defRPr>
      </a:lvl2pPr>
      <a:lvl3pPr marL="914445" algn="l" defTabSz="914445" rtl="0" eaLnBrk="1" latinLnBrk="0" hangingPunct="1">
        <a:defRPr sz="1801" kern="1200">
          <a:solidFill>
            <a:schemeClr val="tx1"/>
          </a:solidFill>
          <a:latin typeface="+mn-lt"/>
          <a:ea typeface="+mn-ea"/>
          <a:cs typeface="+mn-cs"/>
        </a:defRPr>
      </a:lvl3pPr>
      <a:lvl4pPr marL="1371668" algn="l" defTabSz="914445" rtl="0" eaLnBrk="1" latinLnBrk="0" hangingPunct="1">
        <a:defRPr sz="1801" kern="1200">
          <a:solidFill>
            <a:schemeClr val="tx1"/>
          </a:solidFill>
          <a:latin typeface="+mn-lt"/>
          <a:ea typeface="+mn-ea"/>
          <a:cs typeface="+mn-cs"/>
        </a:defRPr>
      </a:lvl4pPr>
      <a:lvl5pPr marL="1828892" algn="l" defTabSz="914445" rtl="0" eaLnBrk="1" latinLnBrk="0" hangingPunct="1">
        <a:defRPr sz="1801" kern="1200">
          <a:solidFill>
            <a:schemeClr val="tx1"/>
          </a:solidFill>
          <a:latin typeface="+mn-lt"/>
          <a:ea typeface="+mn-ea"/>
          <a:cs typeface="+mn-cs"/>
        </a:defRPr>
      </a:lvl5pPr>
      <a:lvl6pPr marL="2286115" algn="l" defTabSz="914445" rtl="0" eaLnBrk="1" latinLnBrk="0" hangingPunct="1">
        <a:defRPr sz="1801" kern="1200">
          <a:solidFill>
            <a:schemeClr val="tx1"/>
          </a:solidFill>
          <a:latin typeface="+mn-lt"/>
          <a:ea typeface="+mn-ea"/>
          <a:cs typeface="+mn-cs"/>
        </a:defRPr>
      </a:lvl6pPr>
      <a:lvl7pPr marL="2743337" algn="l" defTabSz="914445" rtl="0" eaLnBrk="1" latinLnBrk="0" hangingPunct="1">
        <a:defRPr sz="1801" kern="1200">
          <a:solidFill>
            <a:schemeClr val="tx1"/>
          </a:solidFill>
          <a:latin typeface="+mn-lt"/>
          <a:ea typeface="+mn-ea"/>
          <a:cs typeface="+mn-cs"/>
        </a:defRPr>
      </a:lvl7pPr>
      <a:lvl8pPr marL="3200560" algn="l" defTabSz="914445" rtl="0" eaLnBrk="1" latinLnBrk="0" hangingPunct="1">
        <a:defRPr sz="1801" kern="1200">
          <a:solidFill>
            <a:schemeClr val="tx1"/>
          </a:solidFill>
          <a:latin typeface="+mn-lt"/>
          <a:ea typeface="+mn-ea"/>
          <a:cs typeface="+mn-cs"/>
        </a:defRPr>
      </a:lvl8pPr>
      <a:lvl9pPr marL="3657783" algn="l" defTabSz="914445"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176" userDrawn="1">
          <p15:clr>
            <a:srgbClr val="F26B43"/>
          </p15:clr>
        </p15:guide>
        <p15:guide id="4" pos="448" userDrawn="1">
          <p15:clr>
            <a:srgbClr val="F26B43"/>
          </p15:clr>
        </p15:guide>
        <p15:guide id="5" pos="7232" userDrawn="1">
          <p15:clr>
            <a:srgbClr val="F26B43"/>
          </p15:clr>
        </p15:guide>
        <p15:guide id="6" orient="horz" pos="208" userDrawn="1">
          <p15:clr>
            <a:srgbClr val="F26B43"/>
          </p15:clr>
        </p15:guide>
        <p15:guide id="7" orient="horz" pos="97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05BA-2C7D-4921-982A-84A30B5EE55B}"/>
              </a:ext>
            </a:extLst>
          </p:cNvPr>
          <p:cNvSpPr>
            <a:spLocks noGrp="1"/>
          </p:cNvSpPr>
          <p:nvPr>
            <p:ph type="title"/>
          </p:nvPr>
        </p:nvSpPr>
        <p:spPr/>
        <p:txBody>
          <a:bodyPr/>
          <a:lstStyle/>
          <a:p>
            <a:r>
              <a:rPr lang="en-US" altLang="zh-CN" dirty="0">
                <a:ea typeface="SimSun" pitchFamily="2" charset="-122"/>
              </a:rPr>
              <a:t>Lab4 Intro</a:t>
            </a:r>
            <a:br>
              <a:rPr lang="en-US" altLang="zh-CN" dirty="0">
                <a:ea typeface="SimSun" pitchFamily="2" charset="-122"/>
              </a:rPr>
            </a:br>
            <a:r>
              <a:rPr lang="en-US" altLang="zh-CN" dirty="0">
                <a:ea typeface="SimSun" pitchFamily="2" charset="-122"/>
              </a:rPr>
              <a:t>Creating a Processor System</a:t>
            </a:r>
            <a:endParaRPr lang="zh-CN" altLang="en-US" dirty="0"/>
          </a:p>
        </p:txBody>
      </p:sp>
      <p:sp>
        <p:nvSpPr>
          <p:cNvPr id="4" name="Subtitle 3">
            <a:extLst>
              <a:ext uri="{FF2B5EF4-FFF2-40B4-BE49-F238E27FC236}">
                <a16:creationId xmlns:a16="http://schemas.microsoft.com/office/drawing/2014/main" id="{7F7F1FE8-F7DE-4816-854E-F163AD6A1C9B}"/>
              </a:ext>
            </a:extLst>
          </p:cNvPr>
          <p:cNvSpPr>
            <a:spLocks noGrp="1"/>
          </p:cNvSpPr>
          <p:nvPr>
            <p:ph type="subTitle" idx="1"/>
          </p:nvPr>
        </p:nvSpPr>
        <p:spPr>
          <a:xfrm>
            <a:off x="579121" y="4490866"/>
            <a:ext cx="7417990" cy="400110"/>
          </a:xfrm>
        </p:spPr>
        <p:txBody>
          <a:bodyPr/>
          <a:lstStyle/>
          <a:p>
            <a:endParaRPr lang="en-US" dirty="0"/>
          </a:p>
        </p:txBody>
      </p:sp>
    </p:spTree>
    <p:extLst>
      <p:ext uri="{BB962C8B-B14F-4D97-AF65-F5344CB8AC3E}">
        <p14:creationId xmlns:p14="http://schemas.microsoft.com/office/powerpoint/2010/main" val="117603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tx1"/>
                </a:solidFill>
                <a:cs typeface="Arial" pitchFamily="34" charset="0"/>
              </a:rPr>
              <a:t>After completing this lab, you will be able to:</a:t>
            </a:r>
          </a:p>
          <a:p>
            <a:pPr>
              <a:lnSpc>
                <a:spcPts val="1000"/>
              </a:lnSpc>
              <a:buNone/>
            </a:pPr>
            <a:endParaRPr lang="en-US" altLang="zh-CN" dirty="0">
              <a:solidFill>
                <a:schemeClr val="tx1"/>
              </a:solidFill>
            </a:endParaRPr>
          </a:p>
          <a:p>
            <a:pPr lvl="1"/>
            <a:r>
              <a:rPr lang="en-US" dirty="0"/>
              <a:t>Understand the steps and directives involved in creating an </a:t>
            </a:r>
            <a:r>
              <a:rPr lang="en-US" dirty="0" err="1"/>
              <a:t>s_axilite</a:t>
            </a:r>
            <a:r>
              <a:rPr lang="en-US" dirty="0"/>
              <a:t> IP-XACT hardware accelerator from a synthesized design in Vitis HLS</a:t>
            </a:r>
          </a:p>
          <a:p>
            <a:pPr lvl="1"/>
            <a:r>
              <a:rPr lang="en-US" dirty="0"/>
              <a:t>Create a processor system using IP Integrator in Vivado</a:t>
            </a:r>
          </a:p>
          <a:p>
            <a:pPr lvl="1"/>
            <a:r>
              <a:rPr lang="en-US" dirty="0"/>
              <a:t>Integrate the generated </a:t>
            </a:r>
            <a:r>
              <a:rPr lang="en-US" dirty="0" err="1"/>
              <a:t>s_axilite</a:t>
            </a:r>
            <a:r>
              <a:rPr lang="en-US" dirty="0"/>
              <a:t> IP-XACT hardware accelerator into the created processor system</a:t>
            </a:r>
          </a:p>
        </p:txBody>
      </p:sp>
      <p:sp>
        <p:nvSpPr>
          <p:cNvPr id="8" name="Slide Number Placeholder 7"/>
          <p:cNvSpPr>
            <a:spLocks noGrp="1"/>
          </p:cNvSpPr>
          <p:nvPr>
            <p:ph type="sldNum" sz="quarter" idx="4"/>
          </p:nvPr>
        </p:nvSpPr>
        <p:spPr/>
        <p:txBody>
          <a:bodyPr/>
          <a:lstStyle/>
          <a:p>
            <a:pPr>
              <a:defRPr/>
            </a:pPr>
            <a:r>
              <a:rPr lang="en-US" dirty="0"/>
              <a:t>Lab4 Intro 24a- </a:t>
            </a:r>
            <a:fld id="{060BD193-E118-4B16-863C-C8C12C675E3E}" type="slidenum">
              <a:rPr lang="en-US" smtClean="0"/>
              <a:pPr>
                <a:defRPr/>
              </a:pPr>
              <a:t>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Design</a:t>
            </a:r>
          </a:p>
        </p:txBody>
      </p:sp>
      <p:sp>
        <p:nvSpPr>
          <p:cNvPr id="3" name="Content Placeholder 2"/>
          <p:cNvSpPr>
            <a:spLocks noGrp="1"/>
          </p:cNvSpPr>
          <p:nvPr>
            <p:ph idx="1"/>
          </p:nvPr>
        </p:nvSpPr>
        <p:spPr/>
        <p:txBody>
          <a:bodyPr>
            <a:normAutofit/>
          </a:bodyPr>
          <a:lstStyle/>
          <a:p>
            <a:r>
              <a:rPr lang="en-GB" dirty="0"/>
              <a:t>The design consists of a FIR filter to filter a 4 KHz tone added to a CD quality (48 KHz) music. This lab requires you to develop a peripheral core of the designed filter that can be instantiated in a processor system.  The processor system will acquire a stereo music using on-board ADAU1761 CODEC chip from </a:t>
            </a:r>
            <a:r>
              <a:rPr lang="en-GB" dirty="0" err="1"/>
              <a:t>Analog</a:t>
            </a:r>
            <a:r>
              <a:rPr lang="en-GB" dirty="0"/>
              <a:t> Devices and I</a:t>
            </a:r>
            <a:r>
              <a:rPr lang="en-GB" baseline="30000" dirty="0"/>
              <a:t>2</a:t>
            </a:r>
            <a:r>
              <a:rPr lang="en-GB" dirty="0"/>
              <a:t>S controller, process (</a:t>
            </a:r>
            <a:r>
              <a:rPr lang="en-GB" dirty="0" err="1"/>
              <a:t>bandstop</a:t>
            </a:r>
            <a:r>
              <a:rPr lang="en-GB" dirty="0"/>
              <a:t> filter) it through the designed filter, and output back to the speaker</a:t>
            </a:r>
          </a:p>
        </p:txBody>
      </p:sp>
      <p:sp>
        <p:nvSpPr>
          <p:cNvPr id="8" name="Slide Number Placeholder 7"/>
          <p:cNvSpPr>
            <a:spLocks noGrp="1"/>
          </p:cNvSpPr>
          <p:nvPr>
            <p:ph type="sldNum" sz="quarter" idx="4"/>
          </p:nvPr>
        </p:nvSpPr>
        <p:spPr>
          <a:prstGeom prst="rect">
            <a:avLst/>
          </a:prstGeom>
        </p:spPr>
        <p:txBody>
          <a:bodyPr/>
          <a:lstStyle/>
          <a:p>
            <a:r>
              <a:rPr lang="en-US" dirty="0"/>
              <a:t>Lab4 Intro 24a- </a:t>
            </a:r>
            <a:fld id="{0E88F696-905B-490D-9D4B-033243675593}" type="slidenum">
              <a:rPr lang="en-US" smtClean="0"/>
              <a:pPr/>
              <a:t>3</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a:t>
            </a:r>
          </a:p>
        </p:txBody>
      </p:sp>
      <p:sp>
        <p:nvSpPr>
          <p:cNvPr id="24" name="Content Placeholder 23"/>
          <p:cNvSpPr>
            <a:spLocks noGrp="1"/>
          </p:cNvSpPr>
          <p:nvPr>
            <p:ph idx="1"/>
          </p:nvPr>
        </p:nvSpPr>
        <p:spPr/>
        <p:txBody>
          <a:bodyPr>
            <a:normAutofit fontScale="92500" lnSpcReduction="20000"/>
          </a:bodyPr>
          <a:lstStyle/>
          <a:p>
            <a:r>
              <a:rPr lang="en-US" altLang="zh-CN" dirty="0">
                <a:ea typeface="SimSun" pitchFamily="2" charset="-122"/>
              </a:rPr>
              <a:t>Create a Vitis HLS project for the FIR filter</a:t>
            </a:r>
          </a:p>
          <a:p>
            <a:r>
              <a:rPr lang="en-US" altLang="zh-CN" dirty="0">
                <a:ea typeface="SimSun" pitchFamily="2" charset="-122"/>
              </a:rPr>
              <a:t>Run simulation and verify functionality</a:t>
            </a:r>
          </a:p>
          <a:p>
            <a:r>
              <a:rPr lang="en-US" altLang="zh-CN" dirty="0">
                <a:ea typeface="SimSun" pitchFamily="2" charset="-122"/>
              </a:rPr>
              <a:t>Synthesize the design</a:t>
            </a:r>
          </a:p>
          <a:p>
            <a:r>
              <a:rPr lang="en-US" altLang="zh-CN" dirty="0">
                <a:ea typeface="SimSun" pitchFamily="2" charset="-122"/>
              </a:rPr>
              <a:t>Run RTL/C Co-simulation</a:t>
            </a:r>
          </a:p>
          <a:p>
            <a:r>
              <a:rPr lang="en-US" altLang="zh-CN" dirty="0">
                <a:ea typeface="SimSun" pitchFamily="2" charset="-122"/>
              </a:rPr>
              <a:t>Setup IP-XACT hardware accelerator</a:t>
            </a:r>
          </a:p>
          <a:p>
            <a:r>
              <a:rPr lang="en-US" altLang="zh-CN" dirty="0">
                <a:ea typeface="SimSun" pitchFamily="2" charset="-122"/>
              </a:rPr>
              <a:t>Generate the IP-XACT hardware accelerator</a:t>
            </a:r>
          </a:p>
          <a:p>
            <a:r>
              <a:rPr lang="en-US" altLang="zh-CN" dirty="0">
                <a:ea typeface="SimSun" pitchFamily="2" charset="-122"/>
              </a:rPr>
              <a:t>Create a Vitis project</a:t>
            </a:r>
          </a:p>
          <a:p>
            <a:r>
              <a:rPr lang="en-US" altLang="zh-CN" dirty="0">
                <a:ea typeface="SimSun" pitchFamily="2" charset="-122"/>
              </a:rPr>
              <a:t>Generate </a:t>
            </a:r>
            <a:r>
              <a:rPr lang="en-US" altLang="zh-CN" dirty="0" err="1">
                <a:ea typeface="SimSun" pitchFamily="2" charset="-122"/>
              </a:rPr>
              <a:t>bitstream</a:t>
            </a:r>
            <a:r>
              <a:rPr lang="en-US" altLang="zh-CN" dirty="0">
                <a:ea typeface="SimSun" pitchFamily="2" charset="-122"/>
              </a:rPr>
              <a:t> and export to SDK</a:t>
            </a:r>
          </a:p>
          <a:p>
            <a:r>
              <a:rPr lang="en-US" altLang="zh-CN" dirty="0">
                <a:ea typeface="SimSun" pitchFamily="2" charset="-122"/>
              </a:rPr>
              <a:t>Generate an application</a:t>
            </a:r>
          </a:p>
          <a:p>
            <a:r>
              <a:rPr lang="en-US" altLang="zh-CN" dirty="0">
                <a:ea typeface="SimSun" pitchFamily="2" charset="-122"/>
              </a:rPr>
              <a:t>Verify in hardware</a:t>
            </a:r>
            <a:endParaRPr lang="en-US" dirty="0"/>
          </a:p>
        </p:txBody>
      </p:sp>
      <p:sp>
        <p:nvSpPr>
          <p:cNvPr id="26" name="Slide Number Placeholder 25"/>
          <p:cNvSpPr>
            <a:spLocks noGrp="1"/>
          </p:cNvSpPr>
          <p:nvPr>
            <p:ph type="sldNum" sz="quarter" idx="4"/>
          </p:nvPr>
        </p:nvSpPr>
        <p:spPr>
          <a:prstGeom prst="rect">
            <a:avLst/>
          </a:prstGeom>
        </p:spPr>
        <p:txBody>
          <a:bodyPr/>
          <a:lstStyle/>
          <a:p>
            <a:r>
              <a:rPr lang="en-US" dirty="0"/>
              <a:t>Lab4 Intro 24a- </a:t>
            </a:r>
            <a:fld id="{0E88F696-905B-490D-9D4B-033243675593}" type="slidenum">
              <a:rPr lang="en-US" smtClean="0"/>
              <a:pPr/>
              <a:t>4</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Autofit/>
          </a:bodyPr>
          <a:lstStyle/>
          <a:p>
            <a:r>
              <a:rPr lang="en-US" dirty="0"/>
              <a:t>In this lab, you added RESOURCE directive to create an </a:t>
            </a:r>
            <a:r>
              <a:rPr lang="en-US" dirty="0" err="1"/>
              <a:t>s_axilite</a:t>
            </a:r>
            <a:r>
              <a:rPr lang="en-US" dirty="0"/>
              <a:t> IP-XACT hardware accelerator.  You generated the </a:t>
            </a:r>
            <a:r>
              <a:rPr lang="en-US" dirty="0" err="1"/>
              <a:t>s_axilite</a:t>
            </a:r>
            <a:r>
              <a:rPr lang="en-US" dirty="0"/>
              <a:t> IP-XACT hardware accelerator. You then created a processor system using IP Integrator, integrated the generated </a:t>
            </a:r>
            <a:r>
              <a:rPr lang="en-US" dirty="0" err="1"/>
              <a:t>ip</a:t>
            </a:r>
            <a:r>
              <a:rPr lang="en-US" dirty="0"/>
              <a:t> core, and tested the system with the provided application</a:t>
            </a:r>
            <a:endParaRPr lang="en-US" sz="1800" dirty="0"/>
          </a:p>
        </p:txBody>
      </p:sp>
      <p:sp>
        <p:nvSpPr>
          <p:cNvPr id="19" name="Slide Number Placeholder 18"/>
          <p:cNvSpPr>
            <a:spLocks noGrp="1"/>
          </p:cNvSpPr>
          <p:nvPr>
            <p:ph type="sldNum" sz="quarter" idx="4"/>
          </p:nvPr>
        </p:nvSpPr>
        <p:spPr>
          <a:prstGeom prst="rect">
            <a:avLst/>
          </a:prstGeom>
        </p:spPr>
        <p:txBody>
          <a:bodyPr/>
          <a:lstStyle/>
          <a:p>
            <a:r>
              <a:rPr lang="en-US" dirty="0"/>
              <a:t>Lab4 Intro 24a- </a:t>
            </a:r>
            <a:fld id="{0E88F696-905B-490D-9D4B-033243675593}" type="slidenum">
              <a:rPr lang="en-US" smtClean="0"/>
              <a:pPr/>
              <a:t>5</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1547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0253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Xilinx-5">
  <a:themeElements>
    <a:clrScheme name="Custom 1">
      <a:dk1>
        <a:srgbClr val="0C0C0C"/>
      </a:dk1>
      <a:lt1>
        <a:srgbClr val="FFFFFF"/>
      </a:lt1>
      <a:dk2>
        <a:srgbClr val="161C2E"/>
      </a:dk2>
      <a:lt2>
        <a:srgbClr val="5F5F5F"/>
      </a:lt2>
      <a:accent1>
        <a:srgbClr val="E20000"/>
      </a:accent1>
      <a:accent2>
        <a:srgbClr val="282D3F"/>
      </a:accent2>
      <a:accent3>
        <a:srgbClr val="8D919A"/>
      </a:accent3>
      <a:accent4>
        <a:srgbClr val="055C99"/>
      </a:accent4>
      <a:accent5>
        <a:srgbClr val="0D9079"/>
      </a:accent5>
      <a:accent6>
        <a:srgbClr val="00B2BA"/>
      </a:accent6>
      <a:hlink>
        <a:srgbClr val="055C99"/>
      </a:hlink>
      <a:folHlink>
        <a:srgbClr val="5F5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xilinx-amd-corporate-ppt-template-2021" id="{7CC915E4-ED56-F440-A372-8A06D175C5EE}" vid="{9CD3E2E4-A2A3-2840-AEBD-8A66C25293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3AA4F4-3B34-2743-ACD6-F6D573A82AF7}">
  <we:reference id="f9ac8e4d-ed29-46df-aca6-61a4f7a9a1d6" version="1.0.0.1" store="developer" storeType="Registry"/>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A00A9B6178BD498632E37D0AD5CC8E" ma:contentTypeVersion="3" ma:contentTypeDescription="Create a new document." ma:contentTypeScope="" ma:versionID="fbaca91dc24b034817257c3a25d93af0">
  <xsd:schema xmlns:xsd="http://www.w3.org/2001/XMLSchema" xmlns:xs="http://www.w3.org/2001/XMLSchema" xmlns:p="http://schemas.microsoft.com/office/2006/metadata/properties" xmlns:ns2="ee71d666-e06f-4bed-b53d-75a975332d6d" targetNamespace="http://schemas.microsoft.com/office/2006/metadata/properties" ma:root="true" ma:fieldsID="14a92504b4f4f9b68fc7bcdaff1e0a50" ns2:_="">
    <xsd:import namespace="ee71d666-e06f-4bed-b53d-75a975332d6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71d666-e06f-4bed-b53d-75a975332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DF82DF-52AA-4D1D-AC7B-8F45A830CA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71d666-e06f-4bed-b53d-75a975332d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60316F9-D49B-43D3-B1A5-38BBC2E7659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ee71d666-e06f-4bed-b53d-75a975332d6d"/>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ABE94A12-9E97-40EB-A974-3BC9F5C1810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266</Words>
  <Application>Microsoft Office PowerPoint</Application>
  <PresentationFormat>宽屏</PresentationFormat>
  <Paragraphs>26</Paragraphs>
  <Slides>7</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7</vt:i4>
      </vt:variant>
    </vt:vector>
  </HeadingPairs>
  <TitlesOfParts>
    <vt:vector size="12" baseType="lpstr">
      <vt:lpstr>Arial</vt:lpstr>
      <vt:lpstr>Microsoft Sans Serif</vt:lpstr>
      <vt:lpstr>Webdings</vt:lpstr>
      <vt:lpstr>Wingdings 3</vt:lpstr>
      <vt:lpstr>Xilinx-5</vt:lpstr>
      <vt:lpstr>Lab4 Intro Creating a Processor System</vt:lpstr>
      <vt:lpstr>Objectives</vt:lpstr>
      <vt:lpstr>The Design</vt:lpstr>
      <vt:lpstr>Procedure</vt:lpstr>
      <vt:lpstr>Summary</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 (Read Instructions Below)</dc:title>
  <dc:subject/>
  <dc:creator/>
  <cp:keywords>Public</cp:keywords>
  <dc:description/>
  <cp:revision>2</cp:revision>
  <dcterms:created xsi:type="dcterms:W3CDTF">2019-10-16T21:50:31Z</dcterms:created>
  <dcterms:modified xsi:type="dcterms:W3CDTF">2022-04-13T21:16:34Z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ilinxClassification">
    <vt:lpwstr>Public</vt:lpwstr>
  </property>
  <property fmtid="{D5CDD505-2E9C-101B-9397-08002B2CF9AE}" pid="3" name="IDENTIFIER">
    <vt:lpwstr>12B622CE-7949-4BC8-8A85-7A5041597B9E</vt:lpwstr>
  </property>
  <property fmtid="{D5CDD505-2E9C-101B-9397-08002B2CF9AE}" pid="4" name="TitusGUID">
    <vt:lpwstr>32965dfb-d375-43bc-943c-30a377813077</vt:lpwstr>
  </property>
  <property fmtid="{D5CDD505-2E9C-101B-9397-08002B2CF9AE}" pid="5" name="ContentTypeId">
    <vt:lpwstr>0x01010058A00A9B6178BD498632E37D0AD5CC8E</vt:lpwstr>
  </property>
  <property fmtid="{D5CDD505-2E9C-101B-9397-08002B2CF9AE}" pid="6" name="VisualMarkings">
    <vt:lpwstr>Yes</vt:lpwstr>
  </property>
  <property fmtid="{D5CDD505-2E9C-101B-9397-08002B2CF9AE}" pid="7" name="PublicationYear">
    <vt:lpwstr>2022</vt:lpwstr>
  </property>
</Properties>
</file>