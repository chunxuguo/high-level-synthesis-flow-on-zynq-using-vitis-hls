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saveSubsetFonts="1" autoCompressPictures="0">
  <p:sldMasterIdLst>
    <p:sldMasterId id="2147483930" r:id="rId4"/>
  </p:sldMasterIdLst>
  <p:notesMasterIdLst>
    <p:notesMasterId r:id="rId11"/>
  </p:notesMasterIdLst>
  <p:handoutMasterIdLst>
    <p:handoutMasterId r:id="rId12"/>
  </p:handoutMasterIdLst>
  <p:sldIdLst>
    <p:sldId id="1052" r:id="rId5"/>
    <p:sldId id="960" r:id="rId6"/>
    <p:sldId id="961" r:id="rId7"/>
    <p:sldId id="962" r:id="rId8"/>
    <p:sldId id="963" r:id="rId9"/>
    <p:sldId id="911" r:id="rId10"/>
  </p:sldIdLst>
  <p:sldSz cx="12192000" cy="6858000"/>
  <p:notesSz cx="6858000" cy="9144000"/>
  <p:defaultTextStyle>
    <a:defPPr>
      <a:defRPr lang="en-US"/>
    </a:defPPr>
    <a:lvl1pPr marL="0" algn="l" defTabSz="914240" rtl="0" eaLnBrk="1" latinLnBrk="0" hangingPunct="1">
      <a:defRPr sz="1800" kern="1200">
        <a:solidFill>
          <a:schemeClr val="tx1"/>
        </a:solidFill>
        <a:latin typeface="+mn-lt"/>
        <a:ea typeface="+mn-ea"/>
        <a:cs typeface="+mn-cs"/>
      </a:defRPr>
    </a:lvl1pPr>
    <a:lvl2pPr marL="457120" algn="l" defTabSz="914240" rtl="0" eaLnBrk="1" latinLnBrk="0" hangingPunct="1">
      <a:defRPr sz="1800" kern="1200">
        <a:solidFill>
          <a:schemeClr val="tx1"/>
        </a:solidFill>
        <a:latin typeface="+mn-lt"/>
        <a:ea typeface="+mn-ea"/>
        <a:cs typeface="+mn-cs"/>
      </a:defRPr>
    </a:lvl2pPr>
    <a:lvl3pPr marL="914240" algn="l" defTabSz="914240" rtl="0" eaLnBrk="1" latinLnBrk="0" hangingPunct="1">
      <a:defRPr sz="1800" kern="1200">
        <a:solidFill>
          <a:schemeClr val="tx1"/>
        </a:solidFill>
        <a:latin typeface="+mn-lt"/>
        <a:ea typeface="+mn-ea"/>
        <a:cs typeface="+mn-cs"/>
      </a:defRPr>
    </a:lvl3pPr>
    <a:lvl4pPr marL="1371360" algn="l" defTabSz="914240" rtl="0" eaLnBrk="1" latinLnBrk="0" hangingPunct="1">
      <a:defRPr sz="1800" kern="1200">
        <a:solidFill>
          <a:schemeClr val="tx1"/>
        </a:solidFill>
        <a:latin typeface="+mn-lt"/>
        <a:ea typeface="+mn-ea"/>
        <a:cs typeface="+mn-cs"/>
      </a:defRPr>
    </a:lvl4pPr>
    <a:lvl5pPr marL="1828480" algn="l" defTabSz="914240" rtl="0" eaLnBrk="1" latinLnBrk="0" hangingPunct="1">
      <a:defRPr sz="1800" kern="1200">
        <a:solidFill>
          <a:schemeClr val="tx1"/>
        </a:solidFill>
        <a:latin typeface="+mn-lt"/>
        <a:ea typeface="+mn-ea"/>
        <a:cs typeface="+mn-cs"/>
      </a:defRPr>
    </a:lvl5pPr>
    <a:lvl6pPr marL="2285600" algn="l" defTabSz="914240" rtl="0" eaLnBrk="1" latinLnBrk="0" hangingPunct="1">
      <a:defRPr sz="1800" kern="1200">
        <a:solidFill>
          <a:schemeClr val="tx1"/>
        </a:solidFill>
        <a:latin typeface="+mn-lt"/>
        <a:ea typeface="+mn-ea"/>
        <a:cs typeface="+mn-cs"/>
      </a:defRPr>
    </a:lvl6pPr>
    <a:lvl7pPr marL="2742720" algn="l" defTabSz="914240" rtl="0" eaLnBrk="1" latinLnBrk="0" hangingPunct="1">
      <a:defRPr sz="1800" kern="1200">
        <a:solidFill>
          <a:schemeClr val="tx1"/>
        </a:solidFill>
        <a:latin typeface="+mn-lt"/>
        <a:ea typeface="+mn-ea"/>
        <a:cs typeface="+mn-cs"/>
      </a:defRPr>
    </a:lvl7pPr>
    <a:lvl8pPr marL="3199840" algn="l" defTabSz="914240" rtl="0" eaLnBrk="1" latinLnBrk="0" hangingPunct="1">
      <a:defRPr sz="1800" kern="1200">
        <a:solidFill>
          <a:schemeClr val="tx1"/>
        </a:solidFill>
        <a:latin typeface="+mn-lt"/>
        <a:ea typeface="+mn-ea"/>
        <a:cs typeface="+mn-cs"/>
      </a:defRPr>
    </a:lvl8pPr>
    <a:lvl9pPr marL="3656960" algn="l" defTabSz="91424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guide id="3" orient="horz" pos="177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7E7"/>
    <a:srgbClr val="A21820"/>
    <a:srgbClr val="171C2D"/>
    <a:srgbClr val="F5811F"/>
    <a:srgbClr val="045C99"/>
    <a:srgbClr val="EB1C23"/>
    <a:srgbClr val="7F7F7F"/>
    <a:srgbClr val="0C0C0C"/>
    <a:srgbClr val="00B2BA"/>
    <a:srgbClr val="8D91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073A0DAA-6AF3-43AB-8588-CEC1D06C72B9}">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93D81CF-94F2-401A-BA57-92F5A7B2D0C5}" styleName="Medium Style 1">
    <a:wholeTbl>
      <a:tcTxStyle>
        <a:fontRef idx="minor">
          <a:scrgbClr r="0" g="0" b="0"/>
        </a:fontRef>
        <a:schemeClr val="dk1"/>
      </a:tcTxStyle>
      <a:tcStyle>
        <a:tcBdr>
          <a:left>
            <a:ln w="12700" cmpd="sng">
              <a:solidFill>
                <a:schemeClr val="dk1"/>
              </a:solidFill>
            </a:ln>
          </a:left>
          <a:right>
            <a:ln w="12700" cmpd="sng">
              <a:solidFill>
                <a:schemeClr val="dk1"/>
              </a:solidFill>
            </a:ln>
          </a:right>
          <a:top>
            <a:ln w="12700" cmpd="sng">
              <a:solidFill>
                <a:schemeClr val="dk1"/>
              </a:solidFill>
            </a:ln>
          </a:top>
          <a:bottom>
            <a:ln w="12700" cmpd="sng">
              <a:solidFill>
                <a:schemeClr val="dk1"/>
              </a:solidFill>
            </a:ln>
          </a:bottom>
          <a:insideH>
            <a:ln w="12700" cmpd="sng">
              <a:solidFill>
                <a:schemeClr val="dk1"/>
              </a:solid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tcStyle>
        <a:tcBdr/>
      </a:tcStyle>
    </a:lastCol>
    <a:firstCol>
      <a:tcTxStyle b="on"/>
      <a:tcStyle>
        <a:tcBdr/>
      </a:tcStyle>
    </a:firstCol>
    <a:lastRow>
      <a:tcTxStyle b="on"/>
      <a:tcStyle>
        <a:tcBdr>
          <a:top>
            <a:ln w="50800" cmpd="dbl">
              <a:solidFill>
                <a:schemeClr val="dk1"/>
              </a:solidFill>
            </a:ln>
          </a:top>
        </a:tcBdr>
        <a:fill>
          <a:solidFill>
            <a:schemeClr val="lt1"/>
          </a:solidFill>
        </a:fill>
      </a:tcStyle>
    </a:lastRow>
    <a:firstRow>
      <a:tcTxStyle b="on">
        <a:fontRef idx="minor">
          <a:scrgbClr r="0" g="0" b="0"/>
        </a:fontRef>
        <a:schemeClr val="lt1"/>
      </a:tcTxStyle>
      <a:tcStyle>
        <a:tcBdr/>
        <a:fill>
          <a:solidFill>
            <a:schemeClr val="dk1"/>
          </a:solidFill>
        </a:fill>
      </a:tcStyle>
    </a:firstRow>
  </a:tblStyle>
  <a:tblStyle styleId="{8EC20E35-A176-4012-BC5E-935CFFF8708E}" styleName="Medium Style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93296810-A885-4BE3-A3E7-6D5BEEA58F35}" styleName="Medium Style 2 - Accent 6">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6">
              <a:tint val="20000"/>
            </a:schemeClr>
          </a:solidFill>
        </a:fill>
      </a:tcStyle>
    </a:wholeTbl>
    <a:band1H>
      <a:tcStyle>
        <a:tcBdr/>
        <a:fill>
          <a:solidFill>
            <a:schemeClr val="accent6">
              <a:tint val="40000"/>
            </a:schemeClr>
          </a:solidFill>
        </a:fill>
      </a:tcStyle>
    </a:band1H>
    <a:band2H>
      <a:tcStyle>
        <a:tcBdr/>
      </a:tcStyle>
    </a:band2H>
    <a:band1V>
      <a:tcStyle>
        <a:tcBdr/>
        <a:fill>
          <a:solidFill>
            <a:schemeClr val="accent6">
              <a:tint val="40000"/>
            </a:schemeClr>
          </a:solidFill>
        </a:fill>
      </a:tcStyle>
    </a:band1V>
    <a:band2V>
      <a:tcStyle>
        <a:tcBdr/>
      </a:tcStyle>
    </a:band2V>
    <a:lastCol>
      <a:tcTxStyle b="on">
        <a:fontRef idx="minor">
          <a:prstClr val="black"/>
        </a:fontRef>
        <a:schemeClr val="lt1"/>
      </a:tcTxStyle>
      <a:tcStyle>
        <a:tcBdr/>
        <a:fill>
          <a:solidFill>
            <a:schemeClr val="accent6"/>
          </a:solidFill>
        </a:fill>
      </a:tcStyle>
    </a:lastCol>
    <a:firstCol>
      <a:tcTxStyle b="on">
        <a:fontRef idx="minor">
          <a:prstClr val="black"/>
        </a:fontRef>
        <a:schemeClr val="lt1"/>
      </a:tcTxStyle>
      <a:tcStyle>
        <a:tcBdr/>
        <a:fill>
          <a:solidFill>
            <a:schemeClr val="accent6"/>
          </a:solidFill>
        </a:fill>
      </a:tcStyle>
    </a:firstCol>
    <a:lastRow>
      <a:tcTxStyle b="on">
        <a:fontRef idx="minor">
          <a:prstClr val="black"/>
        </a:fontRef>
        <a:schemeClr val="lt1"/>
      </a:tcTxStyle>
      <a:tcStyle>
        <a:tcBdr>
          <a:top>
            <a:ln w="38100" cmpd="sng">
              <a:solidFill>
                <a:schemeClr val="lt1"/>
              </a:solidFill>
            </a:ln>
          </a:top>
        </a:tcBdr>
        <a:fill>
          <a:solidFill>
            <a:schemeClr val="accent6"/>
          </a:solidFill>
        </a:fill>
      </a:tcStyle>
    </a:lastRow>
    <a:firstRow>
      <a:tcTxStyle b="on">
        <a:fontRef idx="minor">
          <a:prstClr val="black"/>
        </a:fontRef>
        <a:schemeClr val="lt1"/>
      </a:tcTxStyle>
      <a:tcStyle>
        <a:tcBdr>
          <a:bottom>
            <a:ln w="38100" cmpd="sng">
              <a:solidFill>
                <a:schemeClr val="lt1"/>
              </a:solidFill>
            </a:ln>
          </a:bottom>
        </a:tcBdr>
        <a:fill>
          <a:solidFill>
            <a:schemeClr val="accent6"/>
          </a:solidFill>
        </a:fill>
      </a:tcStyle>
    </a:firstRow>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9DCAF9ED-07DC-4A11-8D7F-57B35C25682E}" styleName="Medium Style 1 - Accent 2">
    <a:wholeTbl>
      <a:tcTxStyle>
        <a:fontRef idx="minor">
          <a:scrgbClr r="0" g="0" b="0"/>
        </a:fontRef>
        <a:schemeClr val="dk1"/>
      </a:tcTxStyle>
      <a:tcStyle>
        <a:tcBdr>
          <a:left>
            <a:ln w="12700" cmpd="sng">
              <a:solidFill>
                <a:schemeClr val="accent2"/>
              </a:solidFill>
            </a:ln>
          </a:left>
          <a:right>
            <a:ln w="12700" cmpd="sng">
              <a:solidFill>
                <a:schemeClr val="accent2"/>
              </a:solidFill>
            </a:ln>
          </a:right>
          <a:top>
            <a:ln w="12700" cmpd="sng">
              <a:solidFill>
                <a:schemeClr val="accent2"/>
              </a:solidFill>
            </a:ln>
          </a:top>
          <a:bottom>
            <a:ln w="12700" cmpd="sng">
              <a:solidFill>
                <a:schemeClr val="accent2"/>
              </a:solidFill>
            </a:ln>
          </a:bottom>
          <a:insideH>
            <a:ln w="12700" cmpd="sng">
              <a:solidFill>
                <a:schemeClr val="accent2"/>
              </a:solidFill>
            </a:ln>
          </a:insideH>
          <a:insideV>
            <a:ln>
              <a:noFill/>
            </a:ln>
          </a:insideV>
        </a:tcBdr>
        <a:fill>
          <a:solidFill>
            <a:schemeClr val="lt1"/>
          </a:solidFill>
        </a:fill>
      </a:tcStyle>
    </a:wholeTbl>
    <a:band1H>
      <a:tcStyle>
        <a:tcBdr/>
        <a:fill>
          <a:solidFill>
            <a:schemeClr val="accent2">
              <a:tint val="20000"/>
            </a:schemeClr>
          </a:solidFill>
        </a:fill>
      </a:tcStyle>
    </a:band1H>
    <a:band1V>
      <a:tcStyle>
        <a:tcBdr/>
        <a:fill>
          <a:solidFill>
            <a:schemeClr val="accent2">
              <a:tint val="20000"/>
            </a:schemeClr>
          </a:solidFill>
        </a:fill>
      </a:tcStyle>
    </a:band1V>
    <a:lastCol>
      <a:tcTxStyle b="on"/>
      <a:tcStyle>
        <a:tcBdr/>
      </a:tcStyle>
    </a:lastCol>
    <a:firstCol>
      <a:tcTxStyle b="on"/>
      <a:tcStyle>
        <a:tcBdr/>
      </a:tcStyle>
    </a:firstCol>
    <a:lastRow>
      <a:tcTxStyle b="on"/>
      <a:tcStyle>
        <a:tcBdr>
          <a:top>
            <a:ln w="50800" cmpd="dbl">
              <a:solidFill>
                <a:schemeClr val="accent2"/>
              </a:solidFill>
            </a:ln>
          </a:top>
        </a:tcBdr>
        <a:fill>
          <a:solidFill>
            <a:schemeClr val="lt1"/>
          </a:solidFill>
        </a:fill>
      </a:tcStyle>
    </a:lastRow>
    <a:firstRow>
      <a:tcTxStyle b="on">
        <a:fontRef idx="minor">
          <a:scrgbClr r="0" g="0" b="0"/>
        </a:fontRef>
        <a:schemeClr val="lt1"/>
      </a:tcTxStyle>
      <a:tcStyle>
        <a:tcBdr/>
        <a:fill>
          <a:solidFill>
            <a:schemeClr val="accent2"/>
          </a:solidFill>
        </a:fill>
      </a:tcStyle>
    </a:firstRow>
  </a:tblStyle>
  <a:tblStyle styleId="{72833802-FEF1-4C79-8D5D-14CF1EAF98D9}" styleName="Light Style 2 - Accent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85BE263C-DBD7-4A20-BB59-AAB30ACAA65A}" styleName="Medium Style 3 - Accent 2">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2"/>
          </a:solidFill>
        </a:fill>
      </a:tcStyle>
    </a:lastCol>
    <a:firstCol>
      <a:tcTxStyle b="on">
        <a:fontRef idx="minor">
          <a:scrgbClr r="0" g="0" b="0"/>
        </a:fontRef>
        <a:schemeClr val="lt1"/>
      </a:tcTxStyle>
      <a:tcStyle>
        <a:tcBdr/>
        <a:fill>
          <a:solidFill>
            <a:schemeClr val="accent2"/>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2"/>
          </a:solid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EB344D84-9AFB-497E-A393-DC336BA19D2E}" styleName="Medium Style 3 - Accent 3">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3"/>
          </a:solidFill>
        </a:fill>
      </a:tcStyle>
    </a:lastCol>
    <a:firstCol>
      <a:tcTxStyle b="on">
        <a:fontRef idx="minor">
          <a:scrgbClr r="0" g="0" b="0"/>
        </a:fontRef>
        <a:schemeClr val="lt1"/>
      </a:tcTxStyle>
      <a:tcStyle>
        <a:tcBdr/>
        <a:fill>
          <a:solidFill>
            <a:schemeClr val="accent3"/>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3"/>
          </a:solidFill>
        </a:fill>
      </a:tcStyle>
    </a:firstRow>
  </a:tblStyle>
  <a:tblStyle styleId="{EB9631B5-78F2-41C9-869B-9F39066F8104}" styleName="Medium Style 3 - Accent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 styleId="{74C1A8A3-306A-4EB7-A6B1-4F7E0EB9C5D6}" styleName="Medium Style 3 - Accent 5">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5"/>
          </a:solidFill>
        </a:fill>
      </a:tcStyle>
    </a:lastCol>
    <a:firstCol>
      <a:tcTxStyle b="on">
        <a:fontRef idx="minor">
          <a:scrgbClr r="0" g="0" b="0"/>
        </a:fontRef>
        <a:schemeClr val="lt1"/>
      </a:tcTxStyle>
      <a:tcStyle>
        <a:tcBdr/>
        <a:fill>
          <a:solidFill>
            <a:schemeClr val="accent5"/>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5"/>
          </a:solidFill>
        </a:fill>
      </a:tcStyle>
    </a:firstRow>
  </a:tblStyle>
  <a:tblStyle styleId="{2A488322-F2BA-4B5B-9748-0D474271808F}" styleName="Medium Style 3 - Accent 6">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6"/>
          </a:solidFill>
        </a:fill>
      </a:tcStyle>
    </a:lastCol>
    <a:firstCol>
      <a:tcTxStyle b="on">
        <a:fontRef idx="minor">
          <a:scrgbClr r="0" g="0" b="0"/>
        </a:fontRef>
        <a:schemeClr val="lt1"/>
      </a:tcTxStyle>
      <a:tcStyle>
        <a:tcBdr/>
        <a:fill>
          <a:solidFill>
            <a:schemeClr val="accent6"/>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6"/>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24718"/>
    <p:restoredTop sz="94694"/>
  </p:normalViewPr>
  <p:slideViewPr>
    <p:cSldViewPr snapToGrid="0">
      <p:cViewPr varScale="1">
        <p:scale>
          <a:sx n="81" d="100"/>
          <a:sy n="81" d="100"/>
        </p:scale>
        <p:origin x="307" y="48"/>
      </p:cViewPr>
      <p:guideLst>
        <p:guide orient="horz" pos="2160"/>
        <p:guide pos="3840"/>
        <p:guide orient="horz" pos="1776"/>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presProps" Target="pres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handoutMaster" Target="handoutMasters/handoutMaster1.xml"/><Relationship Id="rId2" Type="http://schemas.openxmlformats.org/officeDocument/2006/relationships/customXml" Target="../customXml/item2.xml"/><Relationship Id="rId16"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notesMaster" Target="notesMasters/notesMaster1.xml"/><Relationship Id="rId5" Type="http://schemas.openxmlformats.org/officeDocument/2006/relationships/slide" Target="slides/slide1.xml"/><Relationship Id="rId15" Type="http://schemas.openxmlformats.org/officeDocument/2006/relationships/theme" Target="theme/theme1.xml"/><Relationship Id="rId10" Type="http://schemas.openxmlformats.org/officeDocument/2006/relationships/slide" Target="slides/slide6.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79EEC3C-A001-4107-B54E-3DA93EFF18E7}" type="datetimeFigureOut">
              <a:rPr lang="en-US" smtClean="0"/>
              <a:t>3/28/2022</a:t>
            </a:fld>
            <a:endParaRPr lang="en-US"/>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16F9C473-A00E-481E-A6E8-16CFC626F81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16447F-F8B4-4CE6-9C1A-CBB4604770CA}" type="slidenum">
              <a:rPr lang="en-US" smtClean="0"/>
              <a:t>‹#›</a:t>
            </a:fld>
            <a:endParaRPr lang="en-US"/>
          </a:p>
        </p:txBody>
      </p:sp>
    </p:spTree>
    <p:extLst>
      <p:ext uri="{BB962C8B-B14F-4D97-AF65-F5344CB8AC3E}">
        <p14:creationId xmlns:p14="http://schemas.microsoft.com/office/powerpoint/2010/main" val="19296778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atin typeface="Arial" panose="020B0604020202020204" pitchFamily="34" charset="0"/>
                <a:cs typeface="Arial" panose="020B0604020202020204" pitchFamily="34" charset="0"/>
              </a:defRPr>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atin typeface="Arial" panose="020B0604020202020204" pitchFamily="34" charset="0"/>
                <a:cs typeface="Arial" panose="020B0604020202020204" pitchFamily="34" charset="0"/>
              </a:defRPr>
            </a:lvl1pPr>
          </a:lstStyle>
          <a:p>
            <a:fld id="{396E16B4-3FB2-4CDC-BEBF-CD70C72EF480}" type="datetimeFigureOut">
              <a:rPr lang="en-US" smtClean="0"/>
              <a:pPr/>
              <a:t>3/28/2022</a:t>
            </a:fld>
            <a:endParaRPr lang="en-US"/>
          </a:p>
        </p:txBody>
      </p:sp>
      <p:sp>
        <p:nvSpPr>
          <p:cNvPr id="4" name="Slide Image Placeholder 3"/>
          <p:cNvSpPr>
            <a:spLocks noGrp="1" noRot="1" noChangeAspect="1"/>
          </p:cNvSpPr>
          <p:nvPr>
            <p:ph type="sldImg" idx="2"/>
          </p:nvPr>
        </p:nvSpPr>
        <p:spPr>
          <a:xfrm>
            <a:off x="381000" y="838200"/>
            <a:ext cx="6096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atin typeface="Arial" panose="020B0604020202020204" pitchFamily="34" charset="0"/>
                <a:cs typeface="Arial" panose="020B0604020202020204" pitchFamily="34" charset="0"/>
              </a:defRPr>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atin typeface="Arial" panose="020B0604020202020204" pitchFamily="34" charset="0"/>
                <a:cs typeface="Arial" panose="020B0604020202020204" pitchFamily="34" charset="0"/>
              </a:defRPr>
            </a:lvl1pPr>
          </a:lstStyle>
          <a:p>
            <a:fld id="{A9D42829-8409-4711-B36D-25AE5703B863}" type="slidenum">
              <a:rPr lang="en-US" smtClean="0"/>
              <a:pPr/>
              <a:t>‹#›</a:t>
            </a:fld>
            <a:endParaRPr lang="en-US"/>
          </a:p>
        </p:txBody>
      </p:sp>
    </p:spTree>
    <p:extLst>
      <p:ext uri="{BB962C8B-B14F-4D97-AF65-F5344CB8AC3E}">
        <p14:creationId xmlns:p14="http://schemas.microsoft.com/office/powerpoint/2010/main" val="3364622551"/>
      </p:ext>
    </p:extLst>
  </p:cSld>
  <p:clrMap bg1="lt1" tx1="dk1" bg2="lt2" tx2="dk2" accent1="accent1" accent2="accent2" accent3="accent3" accent4="accent4" accent5="accent5" accent6="accent6" hlink="hlink" folHlink="folHlink"/>
  <p:notesStyle>
    <a:lvl1pPr marL="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1pPr>
    <a:lvl2pPr marL="45712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2pPr>
    <a:lvl3pPr marL="91424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3pPr>
    <a:lvl4pPr marL="137136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4pPr>
    <a:lvl5pPr marL="1828480" algn="l" defTabSz="914240" rtl="0" eaLnBrk="1" latinLnBrk="0" hangingPunct="1">
      <a:defRPr sz="1600" kern="1200">
        <a:solidFill>
          <a:schemeClr val="tx1"/>
        </a:solidFill>
        <a:latin typeface="Arial" panose="020B0604020202020204" pitchFamily="34" charset="0"/>
        <a:ea typeface="+mn-ea"/>
        <a:cs typeface="Arial" panose="020B0604020202020204" pitchFamily="34" charset="0"/>
      </a:defRPr>
    </a:lvl5pPr>
    <a:lvl6pPr marL="2285600" algn="l" defTabSz="914240" rtl="0" eaLnBrk="1" latinLnBrk="0" hangingPunct="1">
      <a:defRPr sz="1200" kern="1200">
        <a:solidFill>
          <a:schemeClr val="tx1"/>
        </a:solidFill>
        <a:latin typeface="+mn-lt"/>
        <a:ea typeface="+mn-ea"/>
        <a:cs typeface="+mn-cs"/>
      </a:defRPr>
    </a:lvl6pPr>
    <a:lvl7pPr marL="2742720" algn="l" defTabSz="914240" rtl="0" eaLnBrk="1" latinLnBrk="0" hangingPunct="1">
      <a:defRPr sz="1200" kern="1200">
        <a:solidFill>
          <a:schemeClr val="tx1"/>
        </a:solidFill>
        <a:latin typeface="+mn-lt"/>
        <a:ea typeface="+mn-ea"/>
        <a:cs typeface="+mn-cs"/>
      </a:defRPr>
    </a:lvl7pPr>
    <a:lvl8pPr marL="3199840" algn="l" defTabSz="914240" rtl="0" eaLnBrk="1" latinLnBrk="0" hangingPunct="1">
      <a:defRPr sz="1200" kern="1200">
        <a:solidFill>
          <a:schemeClr val="tx1"/>
        </a:solidFill>
        <a:latin typeface="+mn-lt"/>
        <a:ea typeface="+mn-ea"/>
        <a:cs typeface="+mn-cs"/>
      </a:defRPr>
    </a:lvl8pPr>
    <a:lvl9pPr marL="3656960" algn="l" defTabSz="91424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bg2"/>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D36CB97-8324-8440-AF83-FDCF5C83423C}"/>
              </a:ext>
            </a:extLst>
          </p:cNvPr>
          <p:cNvSpPr/>
          <p:nvPr userDrawn="1"/>
        </p:nvSpPr>
        <p:spPr>
          <a:xfrm>
            <a:off x="10210800" y="6119691"/>
            <a:ext cx="1752600" cy="662109"/>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itle 11">
            <a:extLst>
              <a:ext uri="{FF2B5EF4-FFF2-40B4-BE49-F238E27FC236}">
                <a16:creationId xmlns:a16="http://schemas.microsoft.com/office/drawing/2014/main" id="{92695751-8148-D44C-819F-19AC107A8E9D}"/>
              </a:ext>
            </a:extLst>
          </p:cNvPr>
          <p:cNvSpPr>
            <a:spLocks noGrp="1"/>
          </p:cNvSpPr>
          <p:nvPr>
            <p:ph type="title" hasCustomPrompt="1"/>
          </p:nvPr>
        </p:nvSpPr>
        <p:spPr>
          <a:xfrm>
            <a:off x="579121" y="2700534"/>
            <a:ext cx="8945879" cy="975360"/>
          </a:xfrm>
        </p:spPr>
        <p:txBody>
          <a:bodyPr/>
          <a:lstStyle>
            <a:lvl1pPr>
              <a:defRPr sz="4400"/>
            </a:lvl1pPr>
          </a:lstStyle>
          <a:p>
            <a:pPr>
              <a:lnSpc>
                <a:spcPct val="85000"/>
              </a:lnSpc>
            </a:pPr>
            <a:r>
              <a:rPr lang="en-US">
                <a:solidFill>
                  <a:schemeClr val="tx1"/>
                </a:solidFill>
              </a:rPr>
              <a:t>Presentation Title</a:t>
            </a:r>
          </a:p>
        </p:txBody>
      </p:sp>
      <p:sp>
        <p:nvSpPr>
          <p:cNvPr id="32" name="Name, Title, Date">
            <a:extLst>
              <a:ext uri="{FF2B5EF4-FFF2-40B4-BE49-F238E27FC236}">
                <a16:creationId xmlns:a16="http://schemas.microsoft.com/office/drawing/2014/main" id="{2396738D-B05F-FC45-B1A8-82AA1CB933D0}"/>
              </a:ext>
            </a:extLst>
          </p:cNvPr>
          <p:cNvSpPr>
            <a:spLocks noGrp="1"/>
          </p:cNvSpPr>
          <p:nvPr>
            <p:ph type="subTitle" idx="1" hasCustomPrompt="1"/>
          </p:nvPr>
        </p:nvSpPr>
        <p:spPr>
          <a:xfrm>
            <a:off x="579121" y="4490866"/>
            <a:ext cx="7417990" cy="1092607"/>
          </a:xfrm>
        </p:spPr>
        <p:txBody>
          <a:bodyPr wrap="square">
            <a:spAutoFit/>
          </a:bodyPr>
          <a:lstStyle>
            <a:lvl1pPr marL="0" indent="0" algn="l">
              <a:spcBef>
                <a:spcPts val="300"/>
              </a:spcBef>
              <a:buNone/>
              <a:defRPr lang="en-US" sz="2000" b="0" i="0" kern="1200" baseline="0" dirty="0">
                <a:solidFill>
                  <a:schemeClr val="tx1"/>
                </a:solidFill>
                <a:latin typeface="Arial" charset="0"/>
                <a:ea typeface="Arial" charset="0"/>
                <a:cs typeface="Arial"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Name</a:t>
            </a:r>
          </a:p>
          <a:p>
            <a:r>
              <a:rPr lang="en-US"/>
              <a:t>Title</a:t>
            </a:r>
          </a:p>
          <a:p>
            <a:r>
              <a:rPr lang="en-US"/>
              <a:t>Date</a:t>
            </a:r>
          </a:p>
        </p:txBody>
      </p:sp>
      <p:pic>
        <p:nvPicPr>
          <p:cNvPr id="3" name="Picture 2">
            <a:extLst>
              <a:ext uri="{FF2B5EF4-FFF2-40B4-BE49-F238E27FC236}">
                <a16:creationId xmlns:a16="http://schemas.microsoft.com/office/drawing/2014/main" id="{E2C59811-BED7-2645-B53F-2ABD7993559A}"/>
              </a:ext>
            </a:extLst>
          </p:cNvPr>
          <p:cNvPicPr>
            <a:picLocks noChangeAspect="1"/>
          </p:cNvPicPr>
          <p:nvPr userDrawn="1"/>
        </p:nvPicPr>
        <p:blipFill>
          <a:blip r:embed="rId2"/>
          <a:stretch>
            <a:fillRect/>
          </a:stretch>
        </p:blipFill>
        <p:spPr>
          <a:xfrm>
            <a:off x="693414" y="498870"/>
            <a:ext cx="1092729" cy="676787"/>
          </a:xfrm>
          <a:prstGeom prst="rect">
            <a:avLst/>
          </a:prstGeom>
        </p:spPr>
      </p:pic>
    </p:spTree>
    <p:extLst>
      <p:ext uri="{BB962C8B-B14F-4D97-AF65-F5344CB8AC3E}">
        <p14:creationId xmlns:p14="http://schemas.microsoft.com/office/powerpoint/2010/main" val="3273246597"/>
      </p:ext>
    </p:extLst>
  </p:cSld>
  <p:clrMapOvr>
    <a:overrideClrMapping bg1="dk1" tx1="lt1" bg2="dk2" tx2="lt2" accent1="accent1" accent2="accent2" accent3="accent3" accent4="accent4" accent5="accent5" accent6="accent6" hlink="hlink" folHlink="folHlink"/>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Agenda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hasCustomPrompt="1"/>
          </p:nvPr>
        </p:nvSpPr>
        <p:spPr>
          <a:xfrm>
            <a:off x="579121" y="304800"/>
            <a:ext cx="7421878" cy="975360"/>
          </a:xfrm>
        </p:spPr>
        <p:txBody>
          <a:bodyPr/>
          <a:lstStyle>
            <a:lvl1pPr>
              <a:defRPr>
                <a:solidFill>
                  <a:schemeClr val="tx1"/>
                </a:solidFill>
              </a:defRPr>
            </a:lvl1pPr>
          </a:lstStyle>
          <a:p>
            <a:r>
              <a:rPr lang="en-US"/>
              <a:t>Agenda</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lvl1pPr>
              <a:defRPr>
                <a:solidFill>
                  <a:schemeClr val="tx1"/>
                </a:solidFill>
              </a:defRPr>
            </a:lvl1p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
        <p:nvSpPr>
          <p:cNvPr id="5" name="Content Placeholder 2"/>
          <p:cNvSpPr>
            <a:spLocks noGrp="1"/>
          </p:cNvSpPr>
          <p:nvPr>
            <p:ph idx="1"/>
          </p:nvPr>
        </p:nvSpPr>
        <p:spPr>
          <a:xfrm>
            <a:off x="579120" y="1733296"/>
            <a:ext cx="7421879" cy="3753104"/>
          </a:xfrm>
        </p:spPr>
        <p:txBody>
          <a:bodyPr/>
          <a:lstStyle>
            <a:lvl1pPr>
              <a:defRPr>
                <a:solidFill>
                  <a:schemeClr val="tx1"/>
                </a:solidFill>
              </a:defRPr>
            </a:lvl1pPr>
          </a:lstStyle>
          <a:p>
            <a:r>
              <a:rPr lang="en-US"/>
              <a:t>Agenda Item 1</a:t>
            </a:r>
          </a:p>
          <a:p>
            <a:r>
              <a:rPr lang="en-US"/>
              <a:t>Agenda Item 2</a:t>
            </a:r>
          </a:p>
          <a:p>
            <a:r>
              <a:rPr lang="en-US"/>
              <a:t>Agenda Item 3</a:t>
            </a:r>
          </a:p>
          <a:p>
            <a:r>
              <a:rPr lang="en-US"/>
              <a:t>Agenda Item 4</a:t>
            </a:r>
          </a:p>
          <a:p>
            <a:r>
              <a:rPr lang="en-US"/>
              <a:t>Agenda Item 5</a:t>
            </a:r>
          </a:p>
          <a:p>
            <a:r>
              <a:rPr lang="en-US"/>
              <a:t>Agenda Item 6</a:t>
            </a:r>
          </a:p>
        </p:txBody>
      </p:sp>
    </p:spTree>
    <p:extLst>
      <p:ext uri="{BB962C8B-B14F-4D97-AF65-F5344CB8AC3E}">
        <p14:creationId xmlns:p14="http://schemas.microsoft.com/office/powerpoint/2010/main" val="151832016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340049796"/>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EAD77-0876-4647-97DC-D93085BB1334}"/>
              </a:ext>
            </a:extLst>
          </p:cNvPr>
          <p:cNvSpPr>
            <a:spLocks noGrp="1"/>
          </p:cNvSpPr>
          <p:nvPr>
            <p:ph type="title"/>
          </p:nvPr>
        </p:nvSpPr>
        <p:spPr>
          <a:xfrm>
            <a:off x="579121" y="304800"/>
            <a:ext cx="11033760" cy="975360"/>
          </a:xfrm>
        </p:spPr>
        <p:txBody>
          <a:bodyPr/>
          <a:lstStyle/>
          <a:p>
            <a:r>
              <a:rPr lang="en-US"/>
              <a:t>Click to edit Master title style</a:t>
            </a:r>
          </a:p>
        </p:txBody>
      </p:sp>
      <p:sp>
        <p:nvSpPr>
          <p:cNvPr id="3" name="Slide Number Placeholder 2">
            <a:extLst>
              <a:ext uri="{FF2B5EF4-FFF2-40B4-BE49-F238E27FC236}">
                <a16:creationId xmlns:a16="http://schemas.microsoft.com/office/drawing/2014/main" id="{470F2BAF-0E03-9146-9CEF-EF57A7048199}"/>
              </a:ext>
            </a:extLst>
          </p:cNvPr>
          <p:cNvSpPr>
            <a:spLocks noGrp="1"/>
          </p:cNvSpPr>
          <p:nvPr>
            <p:ph type="sldNum" sz="quarter" idx="10"/>
          </p:nvPr>
        </p:nvSpPr>
        <p:spPr/>
        <p:txBody>
          <a:bodyPr/>
          <a:lstStyle/>
          <a:p>
            <a:fld id="{626C978B-826E-438C-909A-E9C381D3FF04}" type="slidenum">
              <a:rPr lang="en-US" smtClean="0"/>
              <a:pPr/>
              <a:t>‹#›</a:t>
            </a:fld>
            <a:endParaRPr lang="en-US"/>
          </a:p>
        </p:txBody>
      </p:sp>
      <p:sp>
        <p:nvSpPr>
          <p:cNvPr id="4" name="Text Placeholder 2">
            <a:extLst>
              <a:ext uri="{FF2B5EF4-FFF2-40B4-BE49-F238E27FC236}">
                <a16:creationId xmlns:a16="http://schemas.microsoft.com/office/drawing/2014/main" id="{3A824BE7-9859-7240-83D5-846AECA2353C}"/>
              </a:ext>
            </a:extLst>
          </p:cNvPr>
          <p:cNvSpPr>
            <a:spLocks noGrp="1"/>
          </p:cNvSpPr>
          <p:nvPr>
            <p:ph idx="1"/>
          </p:nvPr>
        </p:nvSpPr>
        <p:spPr>
          <a:xfrm>
            <a:off x="579121" y="1470401"/>
            <a:ext cx="11033760" cy="4632960"/>
          </a:xfrm>
          <a:prstGeom prst="rect">
            <a:avLst/>
          </a:prstGeom>
        </p:spPr>
        <p:txBody>
          <a:bodyPr vert="horz" lIns="91440" tIns="45720" rIns="91440" bIns="45720" rtlCol="0">
            <a:noAutofit/>
          </a:bodyPr>
          <a:lstStyle>
            <a:lvl1pPr marL="234962" indent="-234962">
              <a:buSzPct val="80000"/>
              <a:buFont typeface="Webdings" panose="05030102010509060703" pitchFamily="18" charset="2"/>
              <a:buChar char=""/>
              <a:defRPr lang="en-US" dirty="0" smtClean="0"/>
            </a:lvl1pPr>
            <a:lvl2pPr marL="452989" indent="-220144">
              <a:buSzPct val="80000"/>
              <a:buFont typeface="Wingdings 3" panose="05040102010807070707" pitchFamily="18" charset="2"/>
              <a:buChar char=""/>
              <a:defRPr sz="2000"/>
            </a:lvl2pPr>
            <a:lvl3pPr marL="685835" indent="-232845">
              <a:buSzPct val="80000"/>
              <a:buFont typeface="Wingdings 3" panose="05040102010807070707" pitchFamily="18" charset="2"/>
              <a:buChar char="¬"/>
              <a:defRPr sz="1600"/>
            </a:lvl3pPr>
            <a:lvl4pPr marL="916563" indent="-230729">
              <a:buSzPct val="80000"/>
              <a:buFont typeface="Wingdings 3" panose="05040102010807070707" pitchFamily="18" charset="2"/>
              <a:buChar char="¬"/>
              <a:defRPr/>
            </a:lvl4pPr>
            <a:lvl5pPr marL="1138824" indent="-222262">
              <a:buSzPct val="80000"/>
              <a:buFont typeface="Wingdings 3" panose="05040102010807070707" pitchFamily="18" charset="2"/>
              <a:buChar char="¬"/>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Rectangle 5"/>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83918707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579121" y="304800"/>
            <a:ext cx="11033760" cy="975360"/>
          </a:xfrm>
        </p:spPr>
        <p:txBody>
          <a:bodyPr/>
          <a:lstStyle/>
          <a:p>
            <a:r>
              <a:rPr lang="en-US"/>
              <a:t>Click to edit Master title style</a:t>
            </a:r>
          </a:p>
        </p:txBody>
      </p:sp>
      <p:sp>
        <p:nvSpPr>
          <p:cNvPr id="3" name="Content Placeholder 2"/>
          <p:cNvSpPr>
            <a:spLocks noGrp="1"/>
          </p:cNvSpPr>
          <p:nvPr>
            <p:ph sz="half" idx="1"/>
          </p:nvPr>
        </p:nvSpPr>
        <p:spPr>
          <a:xfrm>
            <a:off x="579120"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48401" y="1463041"/>
            <a:ext cx="5364480" cy="4632960"/>
          </a:xfrm>
          <a:prstGeom prst="rect">
            <a:avLst/>
          </a:prstGeom>
        </p:spPr>
        <p:txBody>
          <a:bodyPr>
            <a:noAutofit/>
          </a:bodyPr>
          <a:lstStyle>
            <a:lvl1pPr>
              <a:defRPr sz="2400">
                <a:solidFill>
                  <a:schemeClr val="tx1"/>
                </a:solidFill>
              </a:defRPr>
            </a:lvl1pPr>
            <a:lvl2pPr>
              <a:defRPr sz="20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Slide Number Placeholder 4">
            <a:extLst>
              <a:ext uri="{FF2B5EF4-FFF2-40B4-BE49-F238E27FC236}">
                <a16:creationId xmlns:a16="http://schemas.microsoft.com/office/drawing/2014/main" id="{1A8B06E9-672B-49AA-8789-D576D5680872}"/>
              </a:ext>
            </a:extLst>
          </p:cNvPr>
          <p:cNvSpPr>
            <a:spLocks noGrp="1"/>
          </p:cNvSpPr>
          <p:nvPr>
            <p:ph type="sldNum" sz="quarter" idx="4"/>
          </p:nvPr>
        </p:nvSpPr>
        <p:spPr>
          <a:xfrm>
            <a:off x="586646" y="6363709"/>
            <a:ext cx="975360" cy="365125"/>
          </a:xfrm>
          <a:prstGeom prst="rect">
            <a:avLst/>
          </a:prstGeom>
        </p:spPr>
        <p:txBody>
          <a:bodyPr vert="horz" lIns="91440" tIns="45720" rIns="91440" bIns="45720" rtlCol="0" anchor="b"/>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9" name="Rectangle 8"/>
          <p:cNvSpPr/>
          <p:nvPr userDrawn="1"/>
        </p:nvSpPr>
        <p:spPr>
          <a:xfrm>
            <a:off x="1" y="0"/>
            <a:ext cx="12192000" cy="85344"/>
          </a:xfrm>
          <a:prstGeom prst="rect">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2400"/>
          </a:p>
        </p:txBody>
      </p:sp>
    </p:spTree>
    <p:extLst>
      <p:ext uri="{BB962C8B-B14F-4D97-AF65-F5344CB8AC3E}">
        <p14:creationId xmlns:p14="http://schemas.microsoft.com/office/powerpoint/2010/main" val="422307004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Section Header">
    <p:bg>
      <p:bgPr>
        <a:solidFill>
          <a:schemeClr val="tx2"/>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25D42470-3AEB-A94C-96B8-18E2C7C25164}"/>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 name="Picture 2">
            <a:extLst>
              <a:ext uri="{FF2B5EF4-FFF2-40B4-BE49-F238E27FC236}">
                <a16:creationId xmlns:a16="http://schemas.microsoft.com/office/drawing/2014/main" id="{BC665AB6-C348-1649-BCA3-AB4427CB838C}"/>
              </a:ext>
            </a:extLst>
          </p:cNvPr>
          <p:cNvPicPr>
            <a:picLocks noChangeAspect="1"/>
          </p:cNvPicPr>
          <p:nvPr userDrawn="1"/>
        </p:nvPicPr>
        <p:blipFill>
          <a:blip r:embed="rId2"/>
          <a:stretch>
            <a:fillRect/>
          </a:stretch>
        </p:blipFill>
        <p:spPr>
          <a:xfrm>
            <a:off x="11028822" y="6279369"/>
            <a:ext cx="576532" cy="357078"/>
          </a:xfrm>
          <a:prstGeom prst="rect">
            <a:avLst/>
          </a:prstGeom>
        </p:spPr>
      </p:pic>
      <p:sp>
        <p:nvSpPr>
          <p:cNvPr id="6" name="Title 1">
            <a:extLst>
              <a:ext uri="{FF2B5EF4-FFF2-40B4-BE49-F238E27FC236}">
                <a16:creationId xmlns:a16="http://schemas.microsoft.com/office/drawing/2014/main" id="{61320318-DA78-471F-8076-1A95C5254529}"/>
              </a:ext>
            </a:extLst>
          </p:cNvPr>
          <p:cNvSpPr>
            <a:spLocks noGrp="1"/>
          </p:cNvSpPr>
          <p:nvPr>
            <p:ph type="title" hasCustomPrompt="1"/>
          </p:nvPr>
        </p:nvSpPr>
        <p:spPr>
          <a:xfrm>
            <a:off x="428807" y="3124200"/>
            <a:ext cx="11093827"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7" name="Slide Number Placeholder 4">
            <a:extLst>
              <a:ext uri="{FF2B5EF4-FFF2-40B4-BE49-F238E27FC236}">
                <a16:creationId xmlns:a16="http://schemas.microsoft.com/office/drawing/2014/main" id="{1E052772-3EFC-D34C-AA1A-1135DE3C5541}"/>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spTree>
    <p:extLst>
      <p:ext uri="{BB962C8B-B14F-4D97-AF65-F5344CB8AC3E}">
        <p14:creationId xmlns:p14="http://schemas.microsoft.com/office/powerpoint/2010/main" val="344951917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Section Header (with Picture)">
    <p:bg>
      <p:bgPr>
        <a:solidFill>
          <a:schemeClr val="tx2"/>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512AD6E-7A81-4D46-A4DC-BC3429D8CFF8}"/>
              </a:ext>
            </a:extLst>
          </p:cNvPr>
          <p:cNvSpPr>
            <a:spLocks noGrp="1"/>
          </p:cNvSpPr>
          <p:nvPr>
            <p:ph type="title" hasCustomPrompt="1"/>
          </p:nvPr>
        </p:nvSpPr>
        <p:spPr>
          <a:xfrm>
            <a:off x="428807" y="3124200"/>
            <a:ext cx="5514793" cy="701040"/>
          </a:xfrm>
        </p:spPr>
        <p:txBody>
          <a:bodyPr anchor="b">
            <a:noAutofit/>
          </a:bodyPr>
          <a:lstStyle>
            <a:lvl1pPr>
              <a:defRPr lang="en-US" sz="4201" b="1" i="0" kern="1200" dirty="0">
                <a:solidFill>
                  <a:schemeClr val="bg1"/>
                </a:solidFill>
                <a:latin typeface="Arial" charset="0"/>
                <a:ea typeface="+mj-ea"/>
                <a:cs typeface="Arial" charset="0"/>
              </a:defRPr>
            </a:lvl1pPr>
          </a:lstStyle>
          <a:p>
            <a:r>
              <a:rPr lang="en-US"/>
              <a:t>Simple Statement</a:t>
            </a:r>
          </a:p>
        </p:txBody>
      </p:sp>
      <p:sp>
        <p:nvSpPr>
          <p:cNvPr id="6" name="Picture Placeholder 14">
            <a:extLst>
              <a:ext uri="{FF2B5EF4-FFF2-40B4-BE49-F238E27FC236}">
                <a16:creationId xmlns:a16="http://schemas.microsoft.com/office/drawing/2014/main" id="{89EAEFDD-B284-E94B-8F1D-D7E1627370F6}"/>
              </a:ext>
            </a:extLst>
          </p:cNvPr>
          <p:cNvSpPr>
            <a:spLocks noGrp="1"/>
          </p:cNvSpPr>
          <p:nvPr>
            <p:ph type="pic" sz="quarter" idx="13" hasCustomPrompt="1"/>
          </p:nvPr>
        </p:nvSpPr>
        <p:spPr>
          <a:xfrm>
            <a:off x="6581768" y="1558290"/>
            <a:ext cx="4457700" cy="3741422"/>
          </a:xfrm>
          <a:prstGeom prst="rect">
            <a:avLst/>
          </a:prstGeom>
          <a:noFill/>
        </p:spPr>
        <p:txBody>
          <a:bodyPr vert="horz" lIns="91440" tIns="1371600" rIns="91440" bIns="0" rtlCol="0" anchor="ctr" anchorCtr="0">
            <a:noAutofit/>
          </a:bodyPr>
          <a:lstStyle>
            <a:lvl1pPr marL="309026" indent="-309026" algn="ctr">
              <a:buNone/>
              <a:defRPr lang="en-US" sz="1867" dirty="0">
                <a:solidFill>
                  <a:schemeClr val="bg1"/>
                </a:solidFill>
              </a:defRPr>
            </a:lvl1pPr>
          </a:lstStyle>
          <a:p>
            <a:pPr marL="0" marR="0" lvl="0" indent="0" algn="ctr" defTabSz="1219170" rtl="0" eaLnBrk="1" fontAlgn="auto" latinLnBrk="0" hangingPunct="1">
              <a:lnSpc>
                <a:spcPct val="100000"/>
              </a:lnSpc>
              <a:spcBef>
                <a:spcPts val="1600"/>
              </a:spcBef>
              <a:spcAft>
                <a:spcPts val="0"/>
              </a:spcAft>
              <a:buClr>
                <a:schemeClr val="accent1"/>
              </a:buClr>
              <a:buSzPct val="100000"/>
              <a:tabLst/>
              <a:defRPr/>
            </a:pPr>
            <a:r>
              <a:rPr lang="en-US"/>
              <a:t>Click icon to add picture</a:t>
            </a:r>
          </a:p>
        </p:txBody>
      </p:sp>
      <p:sp>
        <p:nvSpPr>
          <p:cNvPr id="7" name="Rectangle 6">
            <a:extLst>
              <a:ext uri="{FF2B5EF4-FFF2-40B4-BE49-F238E27FC236}">
                <a16:creationId xmlns:a16="http://schemas.microsoft.com/office/drawing/2014/main" id="{645E7C71-1267-7F46-A82A-631E19E556BC}"/>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Slide Number Placeholder 4">
            <a:extLst>
              <a:ext uri="{FF2B5EF4-FFF2-40B4-BE49-F238E27FC236}">
                <a16:creationId xmlns:a16="http://schemas.microsoft.com/office/drawing/2014/main" id="{5B8CD8B4-2837-BA4D-9DA4-67F8481F164B}"/>
              </a:ext>
            </a:extLst>
          </p:cNvPr>
          <p:cNvSpPr>
            <a:spLocks noGrp="1"/>
          </p:cNvSpPr>
          <p:nvPr>
            <p:ph type="sldNum" sz="quarter" idx="4"/>
          </p:nvPr>
        </p:nvSpPr>
        <p:spPr>
          <a:xfrm>
            <a:off x="586646" y="6325609"/>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bg1"/>
                </a:solidFill>
              </a:defRPr>
            </a:lvl1pPr>
          </a:lstStyle>
          <a:p>
            <a:fld id="{626C978B-826E-438C-909A-E9C381D3FF04}" type="slidenum">
              <a:rPr lang="en-US" smtClean="0"/>
              <a:pPr/>
              <a:t>‹#›</a:t>
            </a:fld>
            <a:endParaRPr lang="en-US"/>
          </a:p>
        </p:txBody>
      </p:sp>
      <p:pic>
        <p:nvPicPr>
          <p:cNvPr id="12" name="Picture 11">
            <a:extLst>
              <a:ext uri="{FF2B5EF4-FFF2-40B4-BE49-F238E27FC236}">
                <a16:creationId xmlns:a16="http://schemas.microsoft.com/office/drawing/2014/main" id="{E1AC8721-E11C-7940-A173-0F10C27BA8A2}"/>
              </a:ext>
            </a:extLst>
          </p:cNvPr>
          <p:cNvPicPr>
            <a:picLocks noChangeAspect="1"/>
          </p:cNvPicPr>
          <p:nvPr userDrawn="1"/>
        </p:nvPicPr>
        <p:blipFill>
          <a:blip r:embed="rId2"/>
          <a:stretch>
            <a:fillRect/>
          </a:stretch>
        </p:blipFill>
        <p:spPr>
          <a:xfrm>
            <a:off x="11028822" y="6279369"/>
            <a:ext cx="576532" cy="357078"/>
          </a:xfrm>
          <a:prstGeom prst="rect">
            <a:avLst/>
          </a:prstGeom>
        </p:spPr>
      </p:pic>
    </p:spTree>
    <p:extLst>
      <p:ext uri="{BB962C8B-B14F-4D97-AF65-F5344CB8AC3E}">
        <p14:creationId xmlns:p14="http://schemas.microsoft.com/office/powerpoint/2010/main" val="15784518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End Slide">
    <p:bg>
      <p:bgPr>
        <a:solidFill>
          <a:schemeClr val="tx2"/>
        </a:solidFill>
        <a:effectLst/>
      </p:bgPr>
    </p:bg>
    <p:spTree>
      <p:nvGrpSpPr>
        <p:cNvPr id="1" name=""/>
        <p:cNvGrpSpPr/>
        <p:nvPr/>
      </p:nvGrpSpPr>
      <p:grpSpPr>
        <a:xfrm>
          <a:off x="0" y="0"/>
          <a:ext cx="0" cy="0"/>
          <a:chOff x="0" y="0"/>
          <a:chExt cx="0" cy="0"/>
        </a:xfrm>
      </p:grpSpPr>
      <p:grpSp>
        <p:nvGrpSpPr>
          <p:cNvPr id="12" name="Group 11">
            <a:extLst>
              <a:ext uri="{FF2B5EF4-FFF2-40B4-BE49-F238E27FC236}">
                <a16:creationId xmlns:a16="http://schemas.microsoft.com/office/drawing/2014/main" id="{62F0434C-4CE7-42D1-965D-0265C29B04F3}"/>
              </a:ext>
            </a:extLst>
          </p:cNvPr>
          <p:cNvGrpSpPr/>
          <p:nvPr/>
        </p:nvGrpSpPr>
        <p:grpSpPr>
          <a:xfrm>
            <a:off x="640118" y="3628208"/>
            <a:ext cx="5608321" cy="1019992"/>
            <a:chOff x="480089" y="2568756"/>
            <a:chExt cx="4206240" cy="764994"/>
          </a:xfrm>
        </p:grpSpPr>
        <p:sp>
          <p:nvSpPr>
            <p:cNvPr id="13" name="Rectangle 12">
              <a:extLst>
                <a:ext uri="{FF2B5EF4-FFF2-40B4-BE49-F238E27FC236}">
                  <a16:creationId xmlns:a16="http://schemas.microsoft.com/office/drawing/2014/main" id="{5E88497C-C551-4465-9953-8BC43D9E0208}"/>
                </a:ext>
              </a:extLst>
            </p:cNvPr>
            <p:cNvSpPr/>
            <p:nvPr/>
          </p:nvSpPr>
          <p:spPr>
            <a:xfrm>
              <a:off x="480089" y="2841307"/>
              <a:ext cx="4206240" cy="492443"/>
            </a:xfrm>
            <a:prstGeom prst="rect">
              <a:avLst/>
            </a:prstGeom>
          </p:spPr>
          <p:txBody>
            <a:bodyPr vert="horz" lIns="91440" tIns="45720" rIns="91440" bIns="45720" rtlCol="0" anchor="ctr">
              <a:noAutofit/>
            </a:bodyPr>
            <a:lstStyle/>
            <a:p>
              <a:r>
                <a:rPr lang="en-US" sz="4800" b="1" spc="100">
                  <a:solidFill>
                    <a:schemeClr val="bg1"/>
                  </a:solidFill>
                </a:rPr>
                <a:t>Thank You</a:t>
              </a:r>
            </a:p>
          </p:txBody>
        </p:sp>
        <p:cxnSp>
          <p:nvCxnSpPr>
            <p:cNvPr id="15" name="Straight Connector 14">
              <a:extLst>
                <a:ext uri="{FF2B5EF4-FFF2-40B4-BE49-F238E27FC236}">
                  <a16:creationId xmlns:a16="http://schemas.microsoft.com/office/drawing/2014/main" id="{1AF6007A-E1A7-46F3-B830-C81E32C3CF47}"/>
                </a:ext>
              </a:extLst>
            </p:cNvPr>
            <p:cNvCxnSpPr>
              <a:cxnSpLocks/>
            </p:cNvCxnSpPr>
            <p:nvPr/>
          </p:nvCxnSpPr>
          <p:spPr>
            <a:xfrm>
              <a:off x="520059" y="2568756"/>
              <a:ext cx="825801" cy="0"/>
            </a:xfrm>
            <a:prstGeom prst="line">
              <a:avLst/>
            </a:prstGeom>
            <a:ln w="22225"/>
          </p:spPr>
          <p:style>
            <a:lnRef idx="1">
              <a:schemeClr val="accent1"/>
            </a:lnRef>
            <a:fillRef idx="0">
              <a:schemeClr val="accent1"/>
            </a:fillRef>
            <a:effectRef idx="0">
              <a:schemeClr val="accent1"/>
            </a:effectRef>
            <a:fontRef idx="minor">
              <a:schemeClr val="tx1"/>
            </a:fontRef>
          </p:style>
        </p:cxnSp>
      </p:gr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2176340"/>
            <a:ext cx="1569578" cy="972126"/>
          </a:xfrm>
          <a:prstGeom prst="rect">
            <a:avLst/>
          </a:prstGeom>
        </p:spPr>
      </p:pic>
    </p:spTree>
    <p:extLst>
      <p:ext uri="{BB962C8B-B14F-4D97-AF65-F5344CB8AC3E}">
        <p14:creationId xmlns:p14="http://schemas.microsoft.com/office/powerpoint/2010/main" val="3634648592"/>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Disclaimer and Attribution">
    <p:bg>
      <p:bgPr>
        <a:solidFill>
          <a:schemeClr val="tx2"/>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5E88497C-C551-4465-9953-8BC43D9E0208}"/>
              </a:ext>
            </a:extLst>
          </p:cNvPr>
          <p:cNvSpPr/>
          <p:nvPr/>
        </p:nvSpPr>
        <p:spPr>
          <a:xfrm>
            <a:off x="622291" y="2393810"/>
            <a:ext cx="5608321" cy="656591"/>
          </a:xfrm>
          <a:prstGeom prst="rect">
            <a:avLst/>
          </a:prstGeom>
        </p:spPr>
        <p:txBody>
          <a:bodyPr vert="horz" lIns="91440" tIns="45720" rIns="91440" bIns="45720" rtlCol="0" anchor="ctr">
            <a:noAutofit/>
          </a:bodyPr>
          <a:lstStyle/>
          <a:p>
            <a:r>
              <a:rPr lang="en-US" sz="2400" b="1" i="0" u="none" strike="noStrike" kern="1200" dirty="0">
                <a:solidFill>
                  <a:schemeClr val="bg1"/>
                </a:solidFill>
                <a:effectLst/>
                <a:latin typeface="+mn-lt"/>
                <a:ea typeface="+mn-ea"/>
                <a:cs typeface="+mn-cs"/>
              </a:rPr>
              <a:t>Disclaimer and Attribution</a:t>
            </a:r>
            <a:endParaRPr lang="en-US" sz="2400" b="0" i="0" u="none" strike="noStrike" kern="1200" dirty="0">
              <a:solidFill>
                <a:schemeClr val="bg1"/>
              </a:solidFill>
              <a:effectLst/>
              <a:latin typeface="+mn-lt"/>
              <a:ea typeface="+mn-ea"/>
              <a:cs typeface="+mn-cs"/>
            </a:endParaRPr>
          </a:p>
        </p:txBody>
      </p:sp>
      <p:sp>
        <p:nvSpPr>
          <p:cNvPr id="7" name="Rectangle 6">
            <a:extLst>
              <a:ext uri="{FF2B5EF4-FFF2-40B4-BE49-F238E27FC236}">
                <a16:creationId xmlns:a16="http://schemas.microsoft.com/office/drawing/2014/main" id="{592EA454-74F4-0847-8EA2-1E94A436814E}"/>
              </a:ext>
            </a:extLst>
          </p:cNvPr>
          <p:cNvSpPr/>
          <p:nvPr userDrawn="1"/>
        </p:nvSpPr>
        <p:spPr>
          <a:xfrm>
            <a:off x="10058400" y="6109945"/>
            <a:ext cx="1752600" cy="662109"/>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Picture 8">
            <a:extLst>
              <a:ext uri="{FF2B5EF4-FFF2-40B4-BE49-F238E27FC236}">
                <a16:creationId xmlns:a16="http://schemas.microsoft.com/office/drawing/2014/main" id="{D042C449-64BB-9849-8FF2-4E5299BD1AF1}"/>
              </a:ext>
            </a:extLst>
          </p:cNvPr>
          <p:cNvPicPr>
            <a:picLocks noChangeAspect="1"/>
          </p:cNvPicPr>
          <p:nvPr userDrawn="1"/>
        </p:nvPicPr>
        <p:blipFill>
          <a:blip r:embed="rId2"/>
          <a:stretch>
            <a:fillRect/>
          </a:stretch>
        </p:blipFill>
        <p:spPr>
          <a:xfrm>
            <a:off x="693411" y="5892800"/>
            <a:ext cx="885113" cy="548199"/>
          </a:xfrm>
          <a:prstGeom prst="rect">
            <a:avLst/>
          </a:prstGeom>
        </p:spPr>
      </p:pic>
      <p:sp>
        <p:nvSpPr>
          <p:cNvPr id="11" name="Rectangle 10">
            <a:extLst>
              <a:ext uri="{FF2B5EF4-FFF2-40B4-BE49-F238E27FC236}">
                <a16:creationId xmlns:a16="http://schemas.microsoft.com/office/drawing/2014/main" id="{1E782F75-D84E-E645-83B8-15BBE61BA1E7}"/>
              </a:ext>
            </a:extLst>
          </p:cNvPr>
          <p:cNvSpPr/>
          <p:nvPr userDrawn="1"/>
        </p:nvSpPr>
        <p:spPr>
          <a:xfrm>
            <a:off x="622291" y="3172950"/>
            <a:ext cx="11102349" cy="2238036"/>
          </a:xfrm>
          <a:prstGeom prst="rect">
            <a:avLst/>
          </a:prstGeom>
        </p:spPr>
        <p:txBody>
          <a:bodyPr vert="horz" lIns="91440" tIns="45720" rIns="91440" bIns="45720" rtlCol="0" anchor="ctr">
            <a:noAutofit/>
          </a:bodyPr>
          <a:lstStyle/>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charset="0"/>
                <a:cs typeface="Arial" charset="0"/>
              </a:rPr>
              <a:t>The information contained herein is for informational purposes only and is subject to change without notice. While every precaution has been taken in the preparation of this document, it may contain technical inaccuracies, omissions and typographical errors, and AMD is under no obligation to update or otherwise correct this information. Advanced Micro Devices, Inc. makes no representations or warranties with respect to the accuracy or completeness of the contents of this document, and assumes no liability of any kind, including the implied warranties of noninfringement, merchantability or fitness for particular purposes, with respect to the operation or use of AMD hardware, software or other products described herein. No license, including implied or arising by estoppel, to any intellectual property rights is granted by this document. Terms and limitations applicable to the purchase or use of AMD’s products are as set forth in a signed agreement between the parties or in AMD's Standard Terms and Conditions of Sale. GD-18</a:t>
            </a:r>
          </a:p>
          <a:p>
            <a:pPr marL="0" marR="0" lvl="0" indent="0" algn="l" defTabSz="1219261" rtl="0" eaLnBrk="1" fontAlgn="auto" latinLnBrk="0" hangingPunct="1">
              <a:lnSpc>
                <a:spcPct val="100000"/>
              </a:lnSpc>
              <a:spcBef>
                <a:spcPts val="1600"/>
              </a:spcBef>
              <a:spcAft>
                <a:spcPts val="0"/>
              </a:spcAft>
              <a:buClr>
                <a:srgbClr val="E20000"/>
              </a:buClr>
              <a:buSzPct val="80000"/>
              <a:buFont typeface="Webdings" panose="05030102010509060703" pitchFamily="18" charset="2"/>
              <a:buNone/>
              <a:tabLst/>
              <a:defRPr/>
            </a:pP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Copyright 2021 Advanced Micro Devices, Inc.  All rights reserved.  Xilinx, the Xilinx logo, AMD, the AMD Arrow logo,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Alveo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Artix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Kintex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Kria</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Spartan, Versal, Vitis,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Virtex</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a:t>
            </a:r>
            <a:r>
              <a:rPr kumimoji="0" lang="en-US" sz="1200" b="0" i="0" u="none" strike="noStrike" kern="1200" cap="none" spc="0" normalizeH="0" baseline="0" noProof="0" dirty="0" err="1">
                <a:ln>
                  <a:noFill/>
                </a:ln>
                <a:solidFill>
                  <a:srgbClr val="FFFFFF"/>
                </a:solidFill>
                <a:effectLst/>
                <a:uLnTx/>
                <a:uFillTx/>
                <a:latin typeface="Arial" panose="020B0604020202020204" pitchFamily="34" charset="0"/>
                <a:ea typeface="+mn-ea"/>
                <a:cs typeface="Arial" panose="020B0604020202020204" pitchFamily="34" charset="0"/>
              </a:rPr>
              <a:t>Vivado</a:t>
            </a:r>
            <a:r>
              <a:rPr kumimoji="0" lang="en-US" sz="1200" b="0" i="0" u="none" strike="noStrike" kern="1200" cap="none" spc="0" normalizeH="0" baseline="0" noProof="0" dirty="0">
                <a:ln>
                  <a:noFill/>
                </a:ln>
                <a:solidFill>
                  <a:srgbClr val="FFFFFF"/>
                </a:solidFill>
                <a:effectLst/>
                <a:uLnTx/>
                <a:uFillTx/>
                <a:latin typeface="Arial" panose="020B0604020202020204" pitchFamily="34" charset="0"/>
                <a:ea typeface="+mn-ea"/>
                <a:cs typeface="Arial" panose="020B0604020202020204" pitchFamily="34" charset="0"/>
              </a:rPr>
              <a:t>, Zynq, and other designated brands included herein are trademarks of Advanced Micro Devices, Inc.  Other product names used in this publication are for identification purposes only and may be trademarks of their respective companies.  </a:t>
            </a:r>
            <a:endParaRPr kumimoji="0" lang="en-US" sz="1200" b="0" i="0" u="none" strike="noStrike" kern="1200" cap="none" spc="0" normalizeH="0" baseline="0" noProof="0" dirty="0">
              <a:ln>
                <a:noFill/>
              </a:ln>
              <a:solidFill>
                <a:srgbClr val="00B2BA"/>
              </a:solidFill>
              <a:effectLst/>
              <a:uLnTx/>
              <a:uFillTx/>
              <a:latin typeface="Arial" panose="020B0604020202020204" pitchFamily="34" charset="0"/>
              <a:ea typeface="+mn-ea"/>
              <a:cs typeface="Arial" panose="020B0604020202020204" pitchFamily="34" charset="0"/>
            </a:endParaRPr>
          </a:p>
          <a:p>
            <a:pPr marL="0" marR="0" lvl="0" indent="0" algn="l" defTabSz="1219261" rtl="0" eaLnBrk="1" fontAlgn="auto" latinLnBrk="0" hangingPunct="1">
              <a:lnSpc>
                <a:spcPct val="100000"/>
              </a:lnSpc>
              <a:spcBef>
                <a:spcPts val="300"/>
              </a:spcBef>
              <a:spcAft>
                <a:spcPts val="0"/>
              </a:spcAft>
              <a:buClr>
                <a:srgbClr val="E20000"/>
              </a:buClr>
              <a:buSzPct val="80000"/>
              <a:buFont typeface="Webdings" panose="05030102010509060703" pitchFamily="18" charset="2"/>
              <a:buNone/>
              <a:tabLst/>
              <a:defRPr/>
            </a:pPr>
            <a:endParaRPr kumimoji="0" lang="en-US" sz="1200" b="0" i="0" u="none" strike="noStrike" kern="1200" cap="none" spc="0" normalizeH="0" baseline="0" noProof="0" dirty="0">
              <a:ln>
                <a:noFill/>
              </a:ln>
              <a:solidFill>
                <a:srgbClr val="FFFFFF"/>
              </a:solidFill>
              <a:effectLst/>
              <a:uLnTx/>
              <a:uFillTx/>
              <a:latin typeface="Arial" charset="0"/>
              <a:cs typeface="Arial" charset="0"/>
            </a:endParaRPr>
          </a:p>
        </p:txBody>
      </p:sp>
    </p:spTree>
    <p:extLst>
      <p:ext uri="{BB962C8B-B14F-4D97-AF65-F5344CB8AC3E}">
        <p14:creationId xmlns:p14="http://schemas.microsoft.com/office/powerpoint/2010/main" val="332030899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cSld name="Title and Content (WHITE)">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a:p>
        </p:txBody>
      </p:sp>
      <p:sp>
        <p:nvSpPr>
          <p:cNvPr id="3" name="Content Placeholder 2"/>
          <p:cNvSpPr>
            <a:spLocks noGrp="1"/>
          </p:cNvSpPr>
          <p:nvPr>
            <p:ph idx="1"/>
          </p:nvPr>
        </p:nvSpPr>
        <p:spPr>
          <a:xfrm>
            <a:off x="647700" y="1463040"/>
            <a:ext cx="10515600" cy="4759404"/>
          </a:xfrm>
        </p:spPr>
        <p:txBody>
          <a:bodyPr/>
          <a:lstStyle>
            <a:lvl1pPr>
              <a:defRPr>
                <a:solidFill>
                  <a:schemeClr val="tx1"/>
                </a:solidFill>
              </a:defRPr>
            </a:lvl1pPr>
            <a:lvl2pPr>
              <a:defRPr>
                <a:solidFill>
                  <a:schemeClr val="tx1"/>
                </a:solidFill>
              </a:defRPr>
            </a:lvl2pPr>
            <a:lvl3pPr>
              <a:defRPr sz="1600">
                <a:solidFill>
                  <a:schemeClr val="tx1"/>
                </a:solidFill>
              </a:defRPr>
            </a:lvl3pPr>
            <a:lvl4pPr>
              <a:defRPr sz="1400">
                <a:solidFill>
                  <a:schemeClr val="tx1"/>
                </a:solidFill>
              </a:defRPr>
            </a:lvl4pPr>
            <a:lvl5pPr>
              <a:tabLst>
                <a:tab pos="2626525" algn="l"/>
              </a:tabLst>
              <a:defRPr sz="1400">
                <a:solidFill>
                  <a:schemeClr val="tx1"/>
                </a:solidFill>
              </a:defRPr>
            </a:lvl5pPr>
          </a:lstStyle>
          <a:p>
            <a:pPr lvl="0"/>
            <a:r>
              <a:rPr lang="en-US" altLang="zh-CN"/>
              <a:t>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9" name="Slide Number Placeholder 8"/>
          <p:cNvSpPr>
            <a:spLocks noGrp="1"/>
          </p:cNvSpPr>
          <p:nvPr>
            <p:ph type="sldNum" sz="quarter" idx="10"/>
          </p:nvPr>
        </p:nvSpPr>
        <p:spPr/>
        <p:txBody>
          <a:bodyPr/>
          <a:lstStyle/>
          <a:p>
            <a:pPr>
              <a:defRPr/>
            </a:pPr>
            <a:r>
              <a:rPr lang="en-US"/>
              <a:t>Lab1 Intro 12a- </a:t>
            </a:r>
            <a:fld id="{060BD193-E118-4B16-863C-C8C12C675E3E}" type="slidenum">
              <a:rPr lang="en-US" smtClean="0"/>
              <a:pPr>
                <a:defRPr/>
              </a:pPr>
              <a:t>‹#›</a:t>
            </a:fld>
            <a:endParaRPr lang="en-US" dirty="0"/>
          </a:p>
        </p:txBody>
      </p:sp>
    </p:spTree>
    <p:extLst>
      <p:ext uri="{BB962C8B-B14F-4D97-AF65-F5344CB8AC3E}">
        <p14:creationId xmlns:p14="http://schemas.microsoft.com/office/powerpoint/2010/main" val="1765211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79121" y="234696"/>
            <a:ext cx="11033760" cy="975360"/>
          </a:xfrm>
          <a:prstGeom prst="rect">
            <a:avLst/>
          </a:prstGeom>
        </p:spPr>
        <p:txBody>
          <a:bodyPr vert="horz" lIns="91440" tIns="45720" rIns="91440" bIns="45720" rtlCol="0" anchor="t" anchorCtr="0">
            <a:noAutofit/>
          </a:bodyPr>
          <a:lstStyle/>
          <a:p>
            <a:r>
              <a:rPr lang="en-US"/>
              <a:t>Click to edit Master title style</a:t>
            </a:r>
          </a:p>
        </p:txBody>
      </p:sp>
      <p:sp>
        <p:nvSpPr>
          <p:cNvPr id="5" name="Slide Number Placeholder 4"/>
          <p:cNvSpPr>
            <a:spLocks noGrp="1"/>
          </p:cNvSpPr>
          <p:nvPr>
            <p:ph type="sldNum" sz="quarter" idx="4"/>
          </p:nvPr>
        </p:nvSpPr>
        <p:spPr>
          <a:xfrm>
            <a:off x="579121" y="6325606"/>
            <a:ext cx="975360" cy="365125"/>
          </a:xfrm>
          <a:prstGeom prst="rect">
            <a:avLst/>
          </a:prstGeom>
        </p:spPr>
        <p:txBody>
          <a:bodyPr vert="horz" lIns="91440" tIns="45720" rIns="91440" bIns="45720" rtlCol="0" anchor="ctr"/>
          <a:lstStyle>
            <a:lvl1pPr marL="0" indent="0" algn="l">
              <a:buFont typeface="Arial" panose="020B0604020202020204" pitchFamily="34" charset="0"/>
              <a:buNone/>
              <a:defRPr sz="1133" b="1">
                <a:solidFill>
                  <a:schemeClr val="tx1"/>
                </a:solidFill>
              </a:defRPr>
            </a:lvl1pPr>
          </a:lstStyle>
          <a:p>
            <a:fld id="{626C978B-826E-438C-909A-E9C381D3FF04}" type="slidenum">
              <a:rPr lang="en-US" smtClean="0"/>
              <a:pPr/>
              <a:t>‹#›</a:t>
            </a:fld>
            <a:endParaRPr lang="en-US"/>
          </a:p>
        </p:txBody>
      </p:sp>
      <p:sp>
        <p:nvSpPr>
          <p:cNvPr id="3" name="Text Placeholder 2"/>
          <p:cNvSpPr>
            <a:spLocks noGrp="1"/>
          </p:cNvSpPr>
          <p:nvPr>
            <p:ph type="body" idx="1"/>
          </p:nvPr>
        </p:nvSpPr>
        <p:spPr>
          <a:xfrm>
            <a:off x="579121" y="1470401"/>
            <a:ext cx="11033760" cy="4632960"/>
          </a:xfrm>
          <a:prstGeom prst="rect">
            <a:avLst/>
          </a:prstGeom>
        </p:spPr>
        <p:txBody>
          <a:bodyPr vert="horz" lIns="91440" tIns="45720" rIns="91440" bIns="45720" rtlCol="0">
            <a:no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7" name="Picture 6">
            <a:extLst>
              <a:ext uri="{FF2B5EF4-FFF2-40B4-BE49-F238E27FC236}">
                <a16:creationId xmlns:a16="http://schemas.microsoft.com/office/drawing/2014/main" id="{BCBBAE11-7273-0744-B2EB-4D22266C9B89}"/>
              </a:ext>
            </a:extLst>
          </p:cNvPr>
          <p:cNvPicPr>
            <a:picLocks noChangeAspect="1"/>
          </p:cNvPicPr>
          <p:nvPr userDrawn="1"/>
        </p:nvPicPr>
        <p:blipFill>
          <a:blip r:embed="rId12"/>
          <a:stretch>
            <a:fillRect/>
          </a:stretch>
        </p:blipFill>
        <p:spPr>
          <a:xfrm>
            <a:off x="11028823" y="6279370"/>
            <a:ext cx="576531" cy="357077"/>
          </a:xfrm>
          <a:prstGeom prst="rect">
            <a:avLst/>
          </a:prstGeom>
        </p:spPr>
      </p:pic>
      <p:sp>
        <p:nvSpPr>
          <p:cNvPr id="6" name="fc" descr="&#10;© Copyright 2022 AMD">
            <a:extLst>
              <a:ext uri="{FF2B5EF4-FFF2-40B4-BE49-F238E27FC236}">
                <a16:creationId xmlns:a16="http://schemas.microsoft.com/office/drawing/2014/main" id="{4B64D2AA-F4B7-4C02-992E-8ADD2DB9D347}"/>
              </a:ext>
            </a:extLst>
          </p:cNvPr>
          <p:cNvSpPr txBox="1"/>
          <p:nvPr userDrawn="1"/>
        </p:nvSpPr>
        <p:spPr>
          <a:xfrm>
            <a:off x="0" y="6512560"/>
            <a:ext cx="12192000" cy="377026"/>
          </a:xfrm>
          <a:prstGeom prst="rect">
            <a:avLst/>
          </a:prstGeom>
          <a:noFill/>
        </p:spPr>
        <p:txBody>
          <a:bodyPr vert="horz" rtlCol="0">
            <a:spAutoFit/>
          </a:bodyPr>
          <a:lstStyle/>
          <a:p>
            <a:pPr algn="ctr"/>
            <a:endParaRPr lang="en-US" sz="850" b="0" i="0" u="none" baseline="0">
              <a:solidFill>
                <a:srgbClr val="000000"/>
              </a:solidFill>
              <a:latin typeface="Microsoft Sans Serif" panose="020B0604020202020204" pitchFamily="34" charset="0"/>
            </a:endParaRPr>
          </a:p>
          <a:p>
            <a:pPr algn="ctr"/>
            <a:r>
              <a:rPr lang="en-US" sz="1000" b="0" i="0" u="none" baseline="0">
                <a:solidFill>
                  <a:srgbClr val="000000"/>
                </a:solidFill>
                <a:latin typeface="Arial" panose="020B0604020202020204" pitchFamily="34" charset="0"/>
              </a:rPr>
              <a:t>© Copyright 2022 AMD</a:t>
            </a:r>
          </a:p>
        </p:txBody>
      </p:sp>
    </p:spTree>
    <p:extLst>
      <p:ext uri="{BB962C8B-B14F-4D97-AF65-F5344CB8AC3E}">
        <p14:creationId xmlns:p14="http://schemas.microsoft.com/office/powerpoint/2010/main" val="3868898160"/>
      </p:ext>
    </p:extLst>
  </p:cSld>
  <p:clrMap bg1="lt1" tx1="dk1" bg2="lt2" tx2="dk2" accent1="accent1" accent2="accent2" accent3="accent3" accent4="accent4" accent5="accent5" accent6="accent6" hlink="hlink" folHlink="folHlink"/>
  <p:sldLayoutIdLst>
    <p:sldLayoutId id="2147483985" r:id="rId1"/>
    <p:sldLayoutId id="2147483983" r:id="rId2"/>
    <p:sldLayoutId id="2147483979" r:id="rId3"/>
    <p:sldLayoutId id="2147483973" r:id="rId4"/>
    <p:sldLayoutId id="2147483938" r:id="rId5"/>
    <p:sldLayoutId id="2147483961" r:id="rId6"/>
    <p:sldLayoutId id="2147483982" r:id="rId7"/>
    <p:sldLayoutId id="2147483986" r:id="rId8"/>
    <p:sldLayoutId id="2147483964" r:id="rId9"/>
    <p:sldLayoutId id="2147483988" r:id="rId10"/>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ftr="0" dt="0"/>
  <p:txStyles>
    <p:titleStyle>
      <a:lvl1pPr algn="l" defTabSz="914445" rtl="0" eaLnBrk="1" latinLnBrk="0" hangingPunct="1">
        <a:lnSpc>
          <a:spcPct val="90000"/>
        </a:lnSpc>
        <a:spcBef>
          <a:spcPct val="0"/>
        </a:spcBef>
        <a:buNone/>
        <a:defRPr lang="en-US" sz="3200" b="1" i="0" kern="1200" dirty="0" smtClean="0">
          <a:solidFill>
            <a:schemeClr val="tx1"/>
          </a:solidFill>
          <a:latin typeface="Arial" charset="0"/>
          <a:ea typeface="+mj-ea"/>
          <a:cs typeface="Arial" charset="0"/>
        </a:defRPr>
      </a:lvl1pPr>
    </p:titleStyle>
    <p:bodyStyle>
      <a:lvl1pPr marL="234962" indent="-234962" algn="l" defTabSz="1219261" rtl="0" eaLnBrk="1" latinLnBrk="0" hangingPunct="1">
        <a:lnSpc>
          <a:spcPct val="100000"/>
        </a:lnSpc>
        <a:spcBef>
          <a:spcPts val="1600"/>
        </a:spcBef>
        <a:buClr>
          <a:schemeClr val="accent1"/>
        </a:buClr>
        <a:buSzPct val="80000"/>
        <a:buFont typeface="Webdings" panose="05030102010509060703" pitchFamily="18" charset="2"/>
        <a:buChar char="4"/>
        <a:defRPr lang="en-US" sz="2400" b="0" kern="1200" dirty="0" smtClean="0">
          <a:solidFill>
            <a:schemeClr val="tx1"/>
          </a:solidFill>
          <a:latin typeface="Arial" panose="020B0604020202020204" pitchFamily="34" charset="0"/>
          <a:ea typeface="+mn-ea"/>
          <a:cs typeface="Arial" panose="020B0604020202020204" pitchFamily="34" charset="0"/>
        </a:defRPr>
      </a:lvl1pPr>
      <a:lvl2pPr marL="452989" indent="-220144" algn="l" defTabSz="914445" rtl="0" eaLnBrk="1" latinLnBrk="0" hangingPunct="1">
        <a:lnSpc>
          <a:spcPct val="95000"/>
        </a:lnSpc>
        <a:spcBef>
          <a:spcPts val="600"/>
        </a:spcBef>
        <a:buClr>
          <a:schemeClr val="accent1"/>
        </a:buClr>
        <a:buSzPct val="80000"/>
        <a:buFont typeface="Wingdings 3" panose="05040102010807070707" pitchFamily="18" charset="2"/>
        <a:buChar char="¬"/>
        <a:defRPr lang="en-US" sz="2000" kern="1200" dirty="0" smtClean="0">
          <a:solidFill>
            <a:schemeClr val="tx1"/>
          </a:solidFill>
          <a:latin typeface="Arial" panose="020B0604020202020204" pitchFamily="34" charset="0"/>
          <a:ea typeface="+mn-ea"/>
          <a:cs typeface="Arial" panose="020B0604020202020204" pitchFamily="34" charset="0"/>
        </a:defRPr>
      </a:lvl2pPr>
      <a:lvl3pPr marL="685835" indent="-232845"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3pPr>
      <a:lvl4pPr marL="916563" indent="-230729" algn="l" defTabSz="914445" rtl="0" eaLnBrk="1" latinLnBrk="0" hangingPunct="1">
        <a:lnSpc>
          <a:spcPct val="95000"/>
        </a:lnSpc>
        <a:spcBef>
          <a:spcPts val="833"/>
        </a:spcBef>
        <a:buClr>
          <a:schemeClr val="tx1"/>
        </a:buClr>
        <a:buSzPct val="80000"/>
        <a:buFont typeface="Wingdings 3" panose="05040102010807070707" pitchFamily="18" charset="2"/>
        <a:buChar char="¬"/>
        <a:defRPr lang="en-US" sz="1600" kern="1200" dirty="0" smtClean="0">
          <a:solidFill>
            <a:schemeClr val="tx1"/>
          </a:solidFill>
          <a:latin typeface="Arial" panose="020B0604020202020204" pitchFamily="34" charset="0"/>
          <a:ea typeface="+mn-ea"/>
          <a:cs typeface="Arial" panose="020B0604020202020204" pitchFamily="34" charset="0"/>
        </a:defRPr>
      </a:lvl4pPr>
      <a:lvl5pPr marL="1138824" indent="-222262" algn="l" defTabSz="914445" rtl="0" eaLnBrk="1" latinLnBrk="0" hangingPunct="1">
        <a:lnSpc>
          <a:spcPct val="95000"/>
        </a:lnSpc>
        <a:spcBef>
          <a:spcPts val="833"/>
        </a:spcBef>
        <a:buClr>
          <a:schemeClr val="tx1"/>
        </a:buClr>
        <a:buSzPct val="80000"/>
        <a:buFont typeface="Wingdings 3" panose="05040102010807070707" pitchFamily="18" charset="2"/>
        <a:buChar char="¬"/>
        <a:tabLst/>
        <a:defRPr lang="en-US" sz="1600" kern="1200" dirty="0">
          <a:solidFill>
            <a:schemeClr val="tx1"/>
          </a:solidFill>
          <a:latin typeface="Arial" panose="020B0604020202020204" pitchFamily="34" charset="0"/>
          <a:ea typeface="+mn-ea"/>
          <a:cs typeface="Arial" panose="020B0604020202020204" pitchFamily="34" charset="0"/>
        </a:defRPr>
      </a:lvl5pPr>
      <a:lvl6pPr marL="2514725"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6pPr>
      <a:lvl7pPr marL="2971948"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7pPr>
      <a:lvl8pPr marL="3429171"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8pPr>
      <a:lvl9pPr marL="3886394" indent="-228612" algn="l" defTabSz="914445" rtl="0" eaLnBrk="1" latinLnBrk="0" hangingPunct="1">
        <a:lnSpc>
          <a:spcPct val="90000"/>
        </a:lnSpc>
        <a:spcBef>
          <a:spcPts val="500"/>
        </a:spcBef>
        <a:buFont typeface="Arial" panose="020B0604020202020204" pitchFamily="34" charset="0"/>
        <a:buChar char="•"/>
        <a:defRPr sz="1801" kern="1200">
          <a:solidFill>
            <a:schemeClr val="tx1"/>
          </a:solidFill>
          <a:latin typeface="+mn-lt"/>
          <a:ea typeface="+mn-ea"/>
          <a:cs typeface="+mn-cs"/>
        </a:defRPr>
      </a:lvl9pPr>
    </p:bodyStyle>
    <p:otherStyle>
      <a:defPPr>
        <a:defRPr lang="en-US"/>
      </a:defPPr>
      <a:lvl1pPr marL="0" algn="l" defTabSz="914445" rtl="0" eaLnBrk="1" latinLnBrk="0" hangingPunct="1">
        <a:defRPr sz="1801" kern="1200">
          <a:solidFill>
            <a:schemeClr val="tx1"/>
          </a:solidFill>
          <a:latin typeface="+mn-lt"/>
          <a:ea typeface="+mn-ea"/>
          <a:cs typeface="+mn-cs"/>
        </a:defRPr>
      </a:lvl1pPr>
      <a:lvl2pPr marL="457223" algn="l" defTabSz="914445" rtl="0" eaLnBrk="1" latinLnBrk="0" hangingPunct="1">
        <a:defRPr sz="1801" kern="1200">
          <a:solidFill>
            <a:schemeClr val="tx1"/>
          </a:solidFill>
          <a:latin typeface="+mn-lt"/>
          <a:ea typeface="+mn-ea"/>
          <a:cs typeface="+mn-cs"/>
        </a:defRPr>
      </a:lvl2pPr>
      <a:lvl3pPr marL="914445" algn="l" defTabSz="914445" rtl="0" eaLnBrk="1" latinLnBrk="0" hangingPunct="1">
        <a:defRPr sz="1801" kern="1200">
          <a:solidFill>
            <a:schemeClr val="tx1"/>
          </a:solidFill>
          <a:latin typeface="+mn-lt"/>
          <a:ea typeface="+mn-ea"/>
          <a:cs typeface="+mn-cs"/>
        </a:defRPr>
      </a:lvl3pPr>
      <a:lvl4pPr marL="1371668" algn="l" defTabSz="914445" rtl="0" eaLnBrk="1" latinLnBrk="0" hangingPunct="1">
        <a:defRPr sz="1801" kern="1200">
          <a:solidFill>
            <a:schemeClr val="tx1"/>
          </a:solidFill>
          <a:latin typeface="+mn-lt"/>
          <a:ea typeface="+mn-ea"/>
          <a:cs typeface="+mn-cs"/>
        </a:defRPr>
      </a:lvl4pPr>
      <a:lvl5pPr marL="1828892" algn="l" defTabSz="914445" rtl="0" eaLnBrk="1" latinLnBrk="0" hangingPunct="1">
        <a:defRPr sz="1801" kern="1200">
          <a:solidFill>
            <a:schemeClr val="tx1"/>
          </a:solidFill>
          <a:latin typeface="+mn-lt"/>
          <a:ea typeface="+mn-ea"/>
          <a:cs typeface="+mn-cs"/>
        </a:defRPr>
      </a:lvl5pPr>
      <a:lvl6pPr marL="2286115" algn="l" defTabSz="914445" rtl="0" eaLnBrk="1" latinLnBrk="0" hangingPunct="1">
        <a:defRPr sz="1801" kern="1200">
          <a:solidFill>
            <a:schemeClr val="tx1"/>
          </a:solidFill>
          <a:latin typeface="+mn-lt"/>
          <a:ea typeface="+mn-ea"/>
          <a:cs typeface="+mn-cs"/>
        </a:defRPr>
      </a:lvl6pPr>
      <a:lvl7pPr marL="2743337" algn="l" defTabSz="914445" rtl="0" eaLnBrk="1" latinLnBrk="0" hangingPunct="1">
        <a:defRPr sz="1801" kern="1200">
          <a:solidFill>
            <a:schemeClr val="tx1"/>
          </a:solidFill>
          <a:latin typeface="+mn-lt"/>
          <a:ea typeface="+mn-ea"/>
          <a:cs typeface="+mn-cs"/>
        </a:defRPr>
      </a:lvl7pPr>
      <a:lvl8pPr marL="3200560" algn="l" defTabSz="914445" rtl="0" eaLnBrk="1" latinLnBrk="0" hangingPunct="1">
        <a:defRPr sz="1801" kern="1200">
          <a:solidFill>
            <a:schemeClr val="tx1"/>
          </a:solidFill>
          <a:latin typeface="+mn-lt"/>
          <a:ea typeface="+mn-ea"/>
          <a:cs typeface="+mn-cs"/>
        </a:defRPr>
      </a:lvl8pPr>
      <a:lvl9pPr marL="3657783" algn="l" defTabSz="914445" rtl="0" eaLnBrk="1" latinLnBrk="0" hangingPunct="1">
        <a:defRPr sz="1801"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3840" userDrawn="1">
          <p15:clr>
            <a:srgbClr val="F26B43"/>
          </p15:clr>
        </p15:guide>
        <p15:guide id="3" orient="horz" pos="4176" userDrawn="1">
          <p15:clr>
            <a:srgbClr val="F26B43"/>
          </p15:clr>
        </p15:guide>
        <p15:guide id="4" pos="448" userDrawn="1">
          <p15:clr>
            <a:srgbClr val="F26B43"/>
          </p15:clr>
        </p15:guide>
        <p15:guide id="5" pos="7232" userDrawn="1">
          <p15:clr>
            <a:srgbClr val="F26B43"/>
          </p15:clr>
        </p15:guide>
        <p15:guide id="6" orient="horz" pos="208" userDrawn="1">
          <p15:clr>
            <a:srgbClr val="F26B43"/>
          </p15:clr>
        </p15:guide>
        <p15:guide id="7" orient="horz" pos="976"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10.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7E05BA-2C7D-4921-982A-84A30B5EE55B}"/>
              </a:ext>
            </a:extLst>
          </p:cNvPr>
          <p:cNvSpPr>
            <a:spLocks noGrp="1"/>
          </p:cNvSpPr>
          <p:nvPr>
            <p:ph type="title"/>
          </p:nvPr>
        </p:nvSpPr>
        <p:spPr/>
        <p:txBody>
          <a:bodyPr/>
          <a:lstStyle/>
          <a:p>
            <a:r>
              <a:rPr lang="en-US" altLang="zh-CN" dirty="0">
                <a:ea typeface="SimSun" pitchFamily="2" charset="-122"/>
              </a:rPr>
              <a:t>Lab1 Intro</a:t>
            </a:r>
            <a:br>
              <a:rPr lang="en-US" altLang="zh-CN" dirty="0">
                <a:ea typeface="SimSun" pitchFamily="2" charset="-122"/>
              </a:rPr>
            </a:br>
            <a:r>
              <a:rPr lang="en-US" altLang="zh-CN" dirty="0">
                <a:ea typeface="SimSun" pitchFamily="2" charset="-122"/>
              </a:rPr>
              <a:t>Vitis HLS Design Flow</a:t>
            </a:r>
            <a:endParaRPr lang="zh-CN" altLang="en-US" dirty="0"/>
          </a:p>
        </p:txBody>
      </p:sp>
      <p:sp>
        <p:nvSpPr>
          <p:cNvPr id="4" name="Subtitle 3">
            <a:extLst>
              <a:ext uri="{FF2B5EF4-FFF2-40B4-BE49-F238E27FC236}">
                <a16:creationId xmlns:a16="http://schemas.microsoft.com/office/drawing/2014/main" id="{7F7F1FE8-F7DE-4816-854E-F163AD6A1C9B}"/>
              </a:ext>
            </a:extLst>
          </p:cNvPr>
          <p:cNvSpPr>
            <a:spLocks noGrp="1"/>
          </p:cNvSpPr>
          <p:nvPr>
            <p:ph type="subTitle" idx="1"/>
          </p:nvPr>
        </p:nvSpPr>
        <p:spPr>
          <a:xfrm>
            <a:off x="579121" y="4490866"/>
            <a:ext cx="7417990" cy="400110"/>
          </a:xfrm>
        </p:spPr>
        <p:txBody>
          <a:bodyPr/>
          <a:lstStyle/>
          <a:p>
            <a:r>
              <a:rPr lang="en-US" dirty="0"/>
              <a:t>XUP</a:t>
            </a:r>
          </a:p>
        </p:txBody>
      </p:sp>
    </p:spTree>
    <p:extLst>
      <p:ext uri="{BB962C8B-B14F-4D97-AF65-F5344CB8AC3E}">
        <p14:creationId xmlns:p14="http://schemas.microsoft.com/office/powerpoint/2010/main" val="11760360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Objectives</a:t>
            </a:r>
          </a:p>
        </p:txBody>
      </p:sp>
      <p:sp>
        <p:nvSpPr>
          <p:cNvPr id="2" name="Content Placeholder 1"/>
          <p:cNvSpPr>
            <a:spLocks noGrp="1"/>
          </p:cNvSpPr>
          <p:nvPr>
            <p:ph idx="1"/>
          </p:nvPr>
        </p:nvSpPr>
        <p:spPr/>
        <p:txBody>
          <a:bodyPr/>
          <a:lstStyle/>
          <a:p>
            <a:pPr>
              <a:lnSpc>
                <a:spcPts val="2200"/>
              </a:lnSpc>
              <a:tabLst>
                <a:tab pos="228600" algn="l"/>
              </a:tabLst>
            </a:pPr>
            <a:r>
              <a:rPr lang="en-US" altLang="zh-CN" dirty="0">
                <a:solidFill>
                  <a:schemeClr val="tx1"/>
                </a:solidFill>
                <a:cs typeface="Arial" pitchFamily="34" charset="0"/>
              </a:rPr>
              <a:t>After completing this lab, you will be able to:</a:t>
            </a:r>
          </a:p>
          <a:p>
            <a:pPr>
              <a:lnSpc>
                <a:spcPts val="1000"/>
              </a:lnSpc>
              <a:buNone/>
            </a:pPr>
            <a:endParaRPr lang="en-US" altLang="zh-CN" dirty="0">
              <a:solidFill>
                <a:schemeClr val="tx1"/>
              </a:solidFill>
            </a:endParaRPr>
          </a:p>
          <a:p>
            <a:pPr lvl="1"/>
            <a:r>
              <a:rPr lang="en-US" dirty="0"/>
              <a:t>Create a project in Vi</a:t>
            </a:r>
            <a:r>
              <a:rPr lang="en-US" altLang="zh-CN" dirty="0"/>
              <a:t>tis</a:t>
            </a:r>
            <a:r>
              <a:rPr lang="en-US" dirty="0"/>
              <a:t> HLS</a:t>
            </a:r>
          </a:p>
          <a:p>
            <a:pPr lvl="1"/>
            <a:r>
              <a:rPr lang="en-US" dirty="0"/>
              <a:t>Run C-simulation </a:t>
            </a:r>
          </a:p>
          <a:p>
            <a:pPr lvl="1"/>
            <a:r>
              <a:rPr lang="en-US" dirty="0"/>
              <a:t>Use debugger</a:t>
            </a:r>
          </a:p>
          <a:p>
            <a:pPr lvl="1"/>
            <a:r>
              <a:rPr lang="en-US" dirty="0"/>
              <a:t>Synthesize and implement the design using the default options</a:t>
            </a:r>
          </a:p>
          <a:p>
            <a:pPr lvl="1"/>
            <a:r>
              <a:rPr lang="en-US" dirty="0"/>
              <a:t>Use design analysis perspective to see what is going on under the hood</a:t>
            </a:r>
          </a:p>
          <a:p>
            <a:pPr lvl="1"/>
            <a:r>
              <a:rPr lang="en-US" dirty="0"/>
              <a:t>Understand and analyze the generated output</a:t>
            </a:r>
          </a:p>
        </p:txBody>
      </p:sp>
      <p:sp>
        <p:nvSpPr>
          <p:cNvPr id="3" name="Slide Number Placeholder 2">
            <a:extLst>
              <a:ext uri="{FF2B5EF4-FFF2-40B4-BE49-F238E27FC236}">
                <a16:creationId xmlns:a16="http://schemas.microsoft.com/office/drawing/2014/main" id="{46F2791D-388D-4149-8236-3AF56EB829AB}"/>
              </a:ext>
            </a:extLst>
          </p:cNvPr>
          <p:cNvSpPr>
            <a:spLocks noGrp="1"/>
          </p:cNvSpPr>
          <p:nvPr>
            <p:ph type="sldNum" sz="quarter" idx="10"/>
          </p:nvPr>
        </p:nvSpPr>
        <p:spPr/>
        <p:txBody>
          <a:bodyPr/>
          <a:lstStyle/>
          <a:p>
            <a:r>
              <a:rPr lang="en-US"/>
              <a:t>Lab1 Intro 12a- </a:t>
            </a:r>
            <a:fld id="{0E88F696-905B-490D-9D4B-033243675593}" type="slidenum">
              <a:rPr lang="en-US" smtClean="0"/>
              <a:pPr/>
              <a:t>2</a:t>
            </a:fld>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Design</a:t>
            </a:r>
          </a:p>
        </p:txBody>
      </p:sp>
      <p:sp>
        <p:nvSpPr>
          <p:cNvPr id="3" name="Content Placeholder 2"/>
          <p:cNvSpPr>
            <a:spLocks noGrp="1"/>
          </p:cNvSpPr>
          <p:nvPr>
            <p:ph idx="1"/>
          </p:nvPr>
        </p:nvSpPr>
        <p:spPr/>
        <p:txBody>
          <a:bodyPr>
            <a:normAutofit/>
          </a:bodyPr>
          <a:lstStyle/>
          <a:p>
            <a:r>
              <a:rPr lang="en-US" sz="2000" dirty="0"/>
              <a:t>This lab uses a simple matrix multiplication example to walk you through the Vitis HLS project creation and analysis steps.  The design consists of three nested loops.  The Product loop is the inner most loop performing the actual elements product.  The Col loop is the outer-loop which feeds next column element data with the passed row element data to the Product loop.  Finally, Row is the outer-most loop.  The res[</a:t>
            </a:r>
            <a:r>
              <a:rPr lang="en-US" sz="2000" dirty="0" err="1"/>
              <a:t>i</a:t>
            </a:r>
            <a:r>
              <a:rPr lang="en-US" sz="2000" dirty="0"/>
              <a:t>][j]=0 (line 79) resets the result every time a new row element is passed and new column element is used</a:t>
            </a:r>
          </a:p>
        </p:txBody>
      </p:sp>
      <p:sp>
        <p:nvSpPr>
          <p:cNvPr id="5" name="Slide Number Placeholder 4">
            <a:extLst>
              <a:ext uri="{FF2B5EF4-FFF2-40B4-BE49-F238E27FC236}">
                <a16:creationId xmlns:a16="http://schemas.microsoft.com/office/drawing/2014/main" id="{57148CC7-BDC1-4C7B-ADFB-73E4A750A34B}"/>
              </a:ext>
            </a:extLst>
          </p:cNvPr>
          <p:cNvSpPr>
            <a:spLocks noGrp="1"/>
          </p:cNvSpPr>
          <p:nvPr>
            <p:ph type="sldNum" sz="quarter" idx="10"/>
          </p:nvPr>
        </p:nvSpPr>
        <p:spPr/>
        <p:txBody>
          <a:bodyPr/>
          <a:lstStyle/>
          <a:p>
            <a:r>
              <a:rPr lang="en-US"/>
              <a:t>Lab1 Intro 12a- </a:t>
            </a:r>
            <a:fld id="{0E88F696-905B-490D-9D4B-033243675593}" type="slidenum">
              <a:rPr lang="en-US" smtClean="0"/>
              <a:pPr/>
              <a:t>3</a:t>
            </a:fld>
            <a:endParaRPr lang="en-US" dirty="0"/>
          </a:p>
        </p:txBody>
      </p:sp>
      <p:pic>
        <p:nvPicPr>
          <p:cNvPr id="4" name="Picture 3">
            <a:extLst>
              <a:ext uri="{FF2B5EF4-FFF2-40B4-BE49-F238E27FC236}">
                <a16:creationId xmlns:a16="http://schemas.microsoft.com/office/drawing/2014/main" id="{382ECE04-48B0-4880-BB75-3D41FCA15650}"/>
              </a:ext>
            </a:extLst>
          </p:cNvPr>
          <p:cNvPicPr>
            <a:picLocks noChangeAspect="1"/>
          </p:cNvPicPr>
          <p:nvPr/>
        </p:nvPicPr>
        <p:blipFill>
          <a:blip r:embed="rId2"/>
          <a:stretch>
            <a:fillRect/>
          </a:stretch>
        </p:blipFill>
        <p:spPr>
          <a:xfrm>
            <a:off x="4016819" y="3602297"/>
            <a:ext cx="4038600" cy="2743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Procedure</a:t>
            </a:r>
          </a:p>
        </p:txBody>
      </p:sp>
      <p:sp>
        <p:nvSpPr>
          <p:cNvPr id="24" name="Content Placeholder 23"/>
          <p:cNvSpPr>
            <a:spLocks noGrp="1"/>
          </p:cNvSpPr>
          <p:nvPr>
            <p:ph idx="1"/>
          </p:nvPr>
        </p:nvSpPr>
        <p:spPr/>
        <p:txBody>
          <a:bodyPr>
            <a:normAutofit fontScale="92500" lnSpcReduction="20000"/>
          </a:bodyPr>
          <a:lstStyle/>
          <a:p>
            <a:r>
              <a:rPr lang="en-US" sz="2200" dirty="0"/>
              <a:t>Create a project after starting Vitis HLS in GUI mode</a:t>
            </a:r>
          </a:p>
          <a:p>
            <a:r>
              <a:rPr lang="en-US" sz="2200" dirty="0"/>
              <a:t>Run C simulation </a:t>
            </a:r>
          </a:p>
          <a:p>
            <a:pPr lvl="1"/>
            <a:r>
              <a:rPr lang="en-US" sz="1900" dirty="0"/>
              <a:t>to understand the design behavior </a:t>
            </a:r>
          </a:p>
          <a:p>
            <a:r>
              <a:rPr lang="en-US" sz="2200" dirty="0"/>
              <a:t>Run the debugger</a:t>
            </a:r>
          </a:p>
          <a:p>
            <a:pPr lvl="1"/>
            <a:r>
              <a:rPr lang="en-US" sz="1900" dirty="0"/>
              <a:t>to see how the top-level module works</a:t>
            </a:r>
          </a:p>
          <a:p>
            <a:r>
              <a:rPr lang="en-US" sz="2200" dirty="0"/>
              <a:t>Synthesize the design </a:t>
            </a:r>
          </a:p>
          <a:p>
            <a:r>
              <a:rPr lang="en-US" sz="2200" dirty="0"/>
              <a:t>Analyze the generated output using the Analysis perspective</a:t>
            </a:r>
          </a:p>
          <a:p>
            <a:r>
              <a:rPr lang="en-US" sz="2200" dirty="0"/>
              <a:t>Run C/RTL </a:t>
            </a:r>
            <a:r>
              <a:rPr lang="en-US" sz="2200" dirty="0" err="1"/>
              <a:t>cosimulation</a:t>
            </a:r>
            <a:endParaRPr lang="en-US" sz="2200" dirty="0"/>
          </a:p>
          <a:p>
            <a:pPr lvl="1"/>
            <a:r>
              <a:rPr lang="en-US" sz="1900" dirty="0"/>
              <a:t>to perform RTL simulation</a:t>
            </a:r>
          </a:p>
          <a:p>
            <a:r>
              <a:rPr lang="en-US" sz="2200" dirty="0"/>
              <a:t>View simulation results in Vitis</a:t>
            </a:r>
          </a:p>
          <a:p>
            <a:pPr lvl="1"/>
            <a:r>
              <a:rPr lang="en-US" sz="1900" dirty="0"/>
              <a:t>to understand the IO protocol</a:t>
            </a:r>
          </a:p>
          <a:p>
            <a:r>
              <a:rPr lang="en-US" sz="2200" dirty="0"/>
              <a:t>Export RTL in the Evaluate mode and run the implementation</a:t>
            </a:r>
          </a:p>
          <a:p>
            <a:endParaRPr lang="en-US" dirty="0"/>
          </a:p>
        </p:txBody>
      </p:sp>
      <p:sp>
        <p:nvSpPr>
          <p:cNvPr id="3" name="Slide Number Placeholder 2">
            <a:extLst>
              <a:ext uri="{FF2B5EF4-FFF2-40B4-BE49-F238E27FC236}">
                <a16:creationId xmlns:a16="http://schemas.microsoft.com/office/drawing/2014/main" id="{1C1AFD59-D4BC-4306-A19A-0A92ECF8E286}"/>
              </a:ext>
            </a:extLst>
          </p:cNvPr>
          <p:cNvSpPr>
            <a:spLocks noGrp="1"/>
          </p:cNvSpPr>
          <p:nvPr>
            <p:ph type="sldNum" sz="quarter" idx="10"/>
          </p:nvPr>
        </p:nvSpPr>
        <p:spPr/>
        <p:txBody>
          <a:bodyPr/>
          <a:lstStyle/>
          <a:p>
            <a:r>
              <a:rPr lang="en-US"/>
              <a:t>Lab1 Intro 12a- </a:t>
            </a:r>
            <a:fld id="{0E88F696-905B-490D-9D4B-033243675593}" type="slidenum">
              <a:rPr lang="en-US" smtClean="0"/>
              <a:pPr/>
              <a:t>4</a:t>
            </a:fld>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Summary</a:t>
            </a:r>
          </a:p>
        </p:txBody>
      </p:sp>
      <p:sp>
        <p:nvSpPr>
          <p:cNvPr id="3" name="Content Placeholder 2"/>
          <p:cNvSpPr>
            <a:spLocks noGrp="1"/>
          </p:cNvSpPr>
          <p:nvPr>
            <p:ph idx="1"/>
          </p:nvPr>
        </p:nvSpPr>
        <p:spPr/>
        <p:txBody>
          <a:bodyPr>
            <a:noAutofit/>
          </a:bodyPr>
          <a:lstStyle/>
          <a:p>
            <a:r>
              <a:rPr lang="en-US" dirty="0"/>
              <a:t>In this lab, you completed the major steps of the high-level synthesis design flow </a:t>
            </a:r>
            <a:r>
              <a:rPr lang="en-US"/>
              <a:t>using Vitis HLS</a:t>
            </a:r>
            <a:r>
              <a:rPr lang="en-US" dirty="0"/>
              <a:t>. You created a project, added source files, synthesized the design, simulated the design, and implemented the design. You also learned that how to use the Analysis perspective to understand the scheduling</a:t>
            </a:r>
          </a:p>
        </p:txBody>
      </p:sp>
      <p:sp>
        <p:nvSpPr>
          <p:cNvPr id="4" name="Slide Number Placeholder 3">
            <a:extLst>
              <a:ext uri="{FF2B5EF4-FFF2-40B4-BE49-F238E27FC236}">
                <a16:creationId xmlns:a16="http://schemas.microsoft.com/office/drawing/2014/main" id="{5D63D41E-FF2C-426F-B3F8-BACEA2C6444C}"/>
              </a:ext>
            </a:extLst>
          </p:cNvPr>
          <p:cNvSpPr>
            <a:spLocks noGrp="1"/>
          </p:cNvSpPr>
          <p:nvPr>
            <p:ph type="sldNum" sz="quarter" idx="10"/>
          </p:nvPr>
        </p:nvSpPr>
        <p:spPr/>
        <p:txBody>
          <a:bodyPr/>
          <a:lstStyle/>
          <a:p>
            <a:r>
              <a:rPr lang="en-US"/>
              <a:t>Lab1 Intro 12a- </a:t>
            </a:r>
            <a:fld id="{0E88F696-905B-490D-9D4B-033243675593}" type="slidenum">
              <a:rPr lang="en-US" smtClean="0"/>
              <a:pPr/>
              <a:t>5</a:t>
            </a:fld>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5154787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Xilinx-5">
  <a:themeElements>
    <a:clrScheme name="Custom 1">
      <a:dk1>
        <a:srgbClr val="0C0C0C"/>
      </a:dk1>
      <a:lt1>
        <a:srgbClr val="FFFFFF"/>
      </a:lt1>
      <a:dk2>
        <a:srgbClr val="161C2E"/>
      </a:dk2>
      <a:lt2>
        <a:srgbClr val="5F5F5F"/>
      </a:lt2>
      <a:accent1>
        <a:srgbClr val="E20000"/>
      </a:accent1>
      <a:accent2>
        <a:srgbClr val="282D3F"/>
      </a:accent2>
      <a:accent3>
        <a:srgbClr val="8D919A"/>
      </a:accent3>
      <a:accent4>
        <a:srgbClr val="055C99"/>
      </a:accent4>
      <a:accent5>
        <a:srgbClr val="0D9079"/>
      </a:accent5>
      <a:accent6>
        <a:srgbClr val="00B2BA"/>
      </a:accent6>
      <a:hlink>
        <a:srgbClr val="055C99"/>
      </a:hlink>
      <a:folHlink>
        <a:srgbClr val="5F5F5F"/>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2"/>
        </a:solidFill>
        <a:ln>
          <a:noFill/>
        </a:ln>
      </a:spPr>
      <a:bodyPr rtlCol="0" anchor="ct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xilinx-amd-corporate-ppt-template-2021" id="{7CC915E4-ED56-F440-A372-8A06D175C5EE}" vid="{9CD3E2E4-A2A3-2840-AEBD-8A66C252938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D13AA4F4-3B34-2743-ACD6-F6D573A82AF7}">
  <we:reference id="f9ac8e4d-ed29-46df-aca6-61a4f7a9a1d6" version="1.0.0.1" store="developer" storeType="Registry"/>
  <we:alternateReferences/>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58A00A9B6178BD498632E37D0AD5CC8E" ma:contentTypeVersion="3" ma:contentTypeDescription="Create a new document." ma:contentTypeScope="" ma:versionID="fbaca91dc24b034817257c3a25d93af0">
  <xsd:schema xmlns:xsd="http://www.w3.org/2001/XMLSchema" xmlns:xs="http://www.w3.org/2001/XMLSchema" xmlns:p="http://schemas.microsoft.com/office/2006/metadata/properties" xmlns:ns2="ee71d666-e06f-4bed-b53d-75a975332d6d" targetNamespace="http://schemas.microsoft.com/office/2006/metadata/properties" ma:root="true" ma:fieldsID="14a92504b4f4f9b68fc7bcdaff1e0a50" ns2:_="">
    <xsd:import namespace="ee71d666-e06f-4bed-b53d-75a975332d6d"/>
    <xsd:element name="properties">
      <xsd:complexType>
        <xsd:sequence>
          <xsd:element name="documentManagement">
            <xsd:complexType>
              <xsd:all>
                <xsd:element ref="ns2:MediaServiceMetadata" minOccurs="0"/>
                <xsd:element ref="ns2:MediaServiceFast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ee71d666-e06f-4bed-b53d-75a975332d6d"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7"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ABE94A12-9E97-40EB-A974-3BC9F5C18103}">
  <ds:schemaRefs>
    <ds:schemaRef ds:uri="http://schemas.microsoft.com/sharepoint/v3/contenttype/forms"/>
  </ds:schemaRefs>
</ds:datastoreItem>
</file>

<file path=customXml/itemProps2.xml><?xml version="1.0" encoding="utf-8"?>
<ds:datastoreItem xmlns:ds="http://schemas.openxmlformats.org/officeDocument/2006/customXml" ds:itemID="{F4DF82DF-52AA-4D1D-AC7B-8F45A830CAF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ee71d666-e06f-4bed-b53d-75a975332d6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860316F9-D49B-43D3-B1A5-38BBC2E7659C}">
  <ds:schemaRefs>
    <ds:schemaRef ds:uri="http://purl.org/dc/terms/"/>
    <ds:schemaRef ds:uri="http://schemas.openxmlformats.org/package/2006/metadata/core-properties"/>
    <ds:schemaRef ds:uri="http://schemas.microsoft.com/office/2006/documentManagement/types"/>
    <ds:schemaRef ds:uri="http://schemas.microsoft.com/office/infopath/2007/PartnerControls"/>
    <ds:schemaRef ds:uri="ee71d666-e06f-4bed-b53d-75a975332d6d"/>
    <ds:schemaRef ds:uri="http://purl.org/dc/elements/1.1/"/>
    <ds:schemaRef ds:uri="http://schemas.microsoft.com/office/2006/metadata/properties"/>
    <ds:schemaRef ds:uri="http://www.w3.org/XML/1998/namespace"/>
    <ds:schemaRef ds:uri="http://purl.org/dc/dcmitype/"/>
  </ds:schemaRefs>
</ds:datastoreItem>
</file>

<file path=docProps/app.xml><?xml version="1.0" encoding="utf-8"?>
<Properties xmlns="http://schemas.openxmlformats.org/officeDocument/2006/extended-properties" xmlns:vt="http://schemas.openxmlformats.org/officeDocument/2006/docPropsVTypes">
  <Template/>
  <TotalTime>0</TotalTime>
  <Words>304</Words>
  <Application>Microsoft Office PowerPoint</Application>
  <PresentationFormat>宽屏</PresentationFormat>
  <Paragraphs>32</Paragraphs>
  <Slides>6</Slides>
  <Notes>0</Notes>
  <HiddenSlides>0</HiddenSlides>
  <MMClips>0</MMClips>
  <ScaleCrop>false</ScaleCrop>
  <HeadingPairs>
    <vt:vector size="6" baseType="variant">
      <vt:variant>
        <vt:lpstr>已用的字体</vt:lpstr>
      </vt:variant>
      <vt:variant>
        <vt:i4>4</vt:i4>
      </vt:variant>
      <vt:variant>
        <vt:lpstr>主题</vt:lpstr>
      </vt:variant>
      <vt:variant>
        <vt:i4>1</vt:i4>
      </vt:variant>
      <vt:variant>
        <vt:lpstr>幻灯片标题</vt:lpstr>
      </vt:variant>
      <vt:variant>
        <vt:i4>6</vt:i4>
      </vt:variant>
    </vt:vector>
  </HeadingPairs>
  <TitlesOfParts>
    <vt:vector size="11" baseType="lpstr">
      <vt:lpstr>Arial</vt:lpstr>
      <vt:lpstr>Microsoft Sans Serif</vt:lpstr>
      <vt:lpstr>Webdings</vt:lpstr>
      <vt:lpstr>Wingdings 3</vt:lpstr>
      <vt:lpstr>Xilinx-5</vt:lpstr>
      <vt:lpstr>Lab1 Intro Vitis HLS Design Flow</vt:lpstr>
      <vt:lpstr>Objectives</vt:lpstr>
      <vt:lpstr>The Design</vt:lpstr>
      <vt:lpstr>Procedure</vt:lpstr>
      <vt:lpstr>Summary</vt:lpstr>
      <vt:lpstr>PowerPoint 演示文稿</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STOP (Read Instructions Below)</dc:title>
  <dc:subject/>
  <dc:creator/>
  <cp:keywords>Public</cp:keywords>
  <dc:description/>
  <cp:revision>2</cp:revision>
  <dcterms:created xsi:type="dcterms:W3CDTF">2019-10-16T21:50:31Z</dcterms:created>
  <dcterms:modified xsi:type="dcterms:W3CDTF">2022-03-28T08:15:04Z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XilinxClassification">
    <vt:lpwstr>Public</vt:lpwstr>
  </property>
  <property fmtid="{D5CDD505-2E9C-101B-9397-08002B2CF9AE}" pid="3" name="IDENTIFIER">
    <vt:lpwstr>12B622CE-7949-4BC8-8A85-7A5041597B9E</vt:lpwstr>
  </property>
  <property fmtid="{D5CDD505-2E9C-101B-9397-08002B2CF9AE}" pid="4" name="TitusGUID">
    <vt:lpwstr>3ccd02ed-9359-48e8-b527-ff05ab9cddfa</vt:lpwstr>
  </property>
  <property fmtid="{D5CDD505-2E9C-101B-9397-08002B2CF9AE}" pid="5" name="ContentTypeId">
    <vt:lpwstr>0x01010058A00A9B6178BD498632E37D0AD5CC8E</vt:lpwstr>
  </property>
  <property fmtid="{D5CDD505-2E9C-101B-9397-08002B2CF9AE}" pid="6" name="VisualMarkings">
    <vt:lpwstr>Yes</vt:lpwstr>
  </property>
  <property fmtid="{D5CDD505-2E9C-101B-9397-08002B2CF9AE}" pid="7" name="PublicationYear">
    <vt:lpwstr>2022</vt:lpwstr>
  </property>
</Properties>
</file>