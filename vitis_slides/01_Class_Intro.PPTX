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930" r:id="rId4"/>
  </p:sldMasterIdLst>
  <p:notesMasterIdLst>
    <p:notesMasterId r:id="rId12"/>
  </p:notesMasterIdLst>
  <p:handoutMasterIdLst>
    <p:handoutMasterId r:id="rId13"/>
  </p:handoutMasterIdLst>
  <p:sldIdLst>
    <p:sldId id="1052" r:id="rId5"/>
    <p:sldId id="939" r:id="rId6"/>
    <p:sldId id="934" r:id="rId7"/>
    <p:sldId id="935" r:id="rId8"/>
    <p:sldId id="937" r:id="rId9"/>
    <p:sldId id="936" r:id="rId10"/>
    <p:sldId id="941" r:id="rId11"/>
  </p:sldIdLst>
  <p:sldSz cx="12192000" cy="6858000"/>
  <p:notesSz cx="6858000" cy="9144000"/>
  <p:defaultTextStyle>
    <a:defPPr>
      <a:defRPr lang="en-US"/>
    </a:defPPr>
    <a:lvl1pPr marL="0" algn="l" defTabSz="914240" rtl="0" eaLnBrk="1" latinLnBrk="0" hangingPunct="1">
      <a:defRPr sz="1800" kern="1200">
        <a:solidFill>
          <a:schemeClr val="tx1"/>
        </a:solidFill>
        <a:latin typeface="+mn-lt"/>
        <a:ea typeface="+mn-ea"/>
        <a:cs typeface="+mn-cs"/>
      </a:defRPr>
    </a:lvl1pPr>
    <a:lvl2pPr marL="457120" algn="l" defTabSz="914240" rtl="0" eaLnBrk="1" latinLnBrk="0" hangingPunct="1">
      <a:defRPr sz="1800" kern="1200">
        <a:solidFill>
          <a:schemeClr val="tx1"/>
        </a:solidFill>
        <a:latin typeface="+mn-lt"/>
        <a:ea typeface="+mn-ea"/>
        <a:cs typeface="+mn-cs"/>
      </a:defRPr>
    </a:lvl2pPr>
    <a:lvl3pPr marL="914240" algn="l" defTabSz="914240" rtl="0" eaLnBrk="1" latinLnBrk="0" hangingPunct="1">
      <a:defRPr sz="1800" kern="1200">
        <a:solidFill>
          <a:schemeClr val="tx1"/>
        </a:solidFill>
        <a:latin typeface="+mn-lt"/>
        <a:ea typeface="+mn-ea"/>
        <a:cs typeface="+mn-cs"/>
      </a:defRPr>
    </a:lvl3pPr>
    <a:lvl4pPr marL="1371360" algn="l" defTabSz="914240" rtl="0" eaLnBrk="1" latinLnBrk="0" hangingPunct="1">
      <a:defRPr sz="1800" kern="1200">
        <a:solidFill>
          <a:schemeClr val="tx1"/>
        </a:solidFill>
        <a:latin typeface="+mn-lt"/>
        <a:ea typeface="+mn-ea"/>
        <a:cs typeface="+mn-cs"/>
      </a:defRPr>
    </a:lvl4pPr>
    <a:lvl5pPr marL="1828480" algn="l" defTabSz="914240" rtl="0" eaLnBrk="1" latinLnBrk="0" hangingPunct="1">
      <a:defRPr sz="1800" kern="1200">
        <a:solidFill>
          <a:schemeClr val="tx1"/>
        </a:solidFill>
        <a:latin typeface="+mn-lt"/>
        <a:ea typeface="+mn-ea"/>
        <a:cs typeface="+mn-cs"/>
      </a:defRPr>
    </a:lvl5pPr>
    <a:lvl6pPr marL="2285600" algn="l" defTabSz="914240" rtl="0" eaLnBrk="1" latinLnBrk="0" hangingPunct="1">
      <a:defRPr sz="1800" kern="1200">
        <a:solidFill>
          <a:schemeClr val="tx1"/>
        </a:solidFill>
        <a:latin typeface="+mn-lt"/>
        <a:ea typeface="+mn-ea"/>
        <a:cs typeface="+mn-cs"/>
      </a:defRPr>
    </a:lvl6pPr>
    <a:lvl7pPr marL="2742720" algn="l" defTabSz="914240" rtl="0" eaLnBrk="1" latinLnBrk="0" hangingPunct="1">
      <a:defRPr sz="1800" kern="1200">
        <a:solidFill>
          <a:schemeClr val="tx1"/>
        </a:solidFill>
        <a:latin typeface="+mn-lt"/>
        <a:ea typeface="+mn-ea"/>
        <a:cs typeface="+mn-cs"/>
      </a:defRPr>
    </a:lvl7pPr>
    <a:lvl8pPr marL="3199840" algn="l" defTabSz="914240" rtl="0" eaLnBrk="1" latinLnBrk="0" hangingPunct="1">
      <a:defRPr sz="1800" kern="1200">
        <a:solidFill>
          <a:schemeClr val="tx1"/>
        </a:solidFill>
        <a:latin typeface="+mn-lt"/>
        <a:ea typeface="+mn-ea"/>
        <a:cs typeface="+mn-cs"/>
      </a:defRPr>
    </a:lvl8pPr>
    <a:lvl9pPr marL="3656960" algn="l" defTabSz="91424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177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7E7"/>
    <a:srgbClr val="A21820"/>
    <a:srgbClr val="171C2D"/>
    <a:srgbClr val="F5811F"/>
    <a:srgbClr val="045C99"/>
    <a:srgbClr val="EB1C23"/>
    <a:srgbClr val="7F7F7F"/>
    <a:srgbClr val="0C0C0C"/>
    <a:srgbClr val="00B2BA"/>
    <a:srgbClr val="8D91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718"/>
    <p:restoredTop sz="94694"/>
  </p:normalViewPr>
  <p:slideViewPr>
    <p:cSldViewPr snapToGrid="0">
      <p:cViewPr varScale="1">
        <p:scale>
          <a:sx n="81" d="100"/>
          <a:sy n="81" d="100"/>
        </p:scale>
        <p:origin x="307" y="58"/>
      </p:cViewPr>
      <p:guideLst>
        <p:guide orient="horz" pos="2160"/>
        <p:guide pos="3840"/>
        <p:guide orient="horz" pos="1776"/>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9EEC3C-A001-4107-B54E-3DA93EFF18E7}" type="datetimeFigureOut">
              <a:rPr lang="en-US" smtClean="0"/>
              <a:t>3/14/2022</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6F9C473-A00E-481E-A6E8-16CFC626F81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F16447F-F8B4-4CE6-9C1A-CBB4604770CA}" type="slidenum">
              <a:rPr lang="en-US" smtClean="0"/>
              <a:t>‹#›</a:t>
            </a:fld>
            <a:endParaRPr lang="en-US"/>
          </a:p>
        </p:txBody>
      </p:sp>
    </p:spTree>
    <p:extLst>
      <p:ext uri="{BB962C8B-B14F-4D97-AF65-F5344CB8AC3E}">
        <p14:creationId xmlns:p14="http://schemas.microsoft.com/office/powerpoint/2010/main" val="1929677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cs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cs typeface="Arial" panose="020B0604020202020204" pitchFamily="34" charset="0"/>
              </a:defRPr>
            </a:lvl1pPr>
          </a:lstStyle>
          <a:p>
            <a:fld id="{396E16B4-3FB2-4CDC-BEBF-CD70C72EF480}" type="datetimeFigureOut">
              <a:rPr lang="en-US" smtClean="0"/>
              <a:pPr/>
              <a:t>3/14/2022</a:t>
            </a:fld>
            <a:endParaRPr lang="en-US"/>
          </a:p>
        </p:txBody>
      </p:sp>
      <p:sp>
        <p:nvSpPr>
          <p:cNvPr id="4" name="Slide Image Placeholder 3"/>
          <p:cNvSpPr>
            <a:spLocks noGrp="1" noRot="1" noChangeAspect="1"/>
          </p:cNvSpPr>
          <p:nvPr>
            <p:ph type="sldImg" idx="2"/>
          </p:nvPr>
        </p:nvSpPr>
        <p:spPr>
          <a:xfrm>
            <a:off x="381000" y="8382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cs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cs typeface="Arial" panose="020B0604020202020204" pitchFamily="34" charset="0"/>
              </a:defRPr>
            </a:lvl1pPr>
          </a:lstStyle>
          <a:p>
            <a:fld id="{A9D42829-8409-4711-B36D-25AE5703B863}" type="slidenum">
              <a:rPr lang="en-US" smtClean="0"/>
              <a:pPr/>
              <a:t>‹#›</a:t>
            </a:fld>
            <a:endParaRPr lang="en-US"/>
          </a:p>
        </p:txBody>
      </p:sp>
    </p:spTree>
    <p:extLst>
      <p:ext uri="{BB962C8B-B14F-4D97-AF65-F5344CB8AC3E}">
        <p14:creationId xmlns:p14="http://schemas.microsoft.com/office/powerpoint/2010/main" val="3364622551"/>
      </p:ext>
    </p:extLst>
  </p:cSld>
  <p:clrMap bg1="lt1" tx1="dk1" bg2="lt2" tx2="dk2" accent1="accent1" accent2="accent2" accent3="accent3" accent4="accent4" accent5="accent5" accent6="accent6" hlink="hlink" folHlink="folHlink"/>
  <p:notesStyle>
    <a:lvl1pPr marL="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45712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91424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37136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182848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2285600" algn="l" defTabSz="914240" rtl="0" eaLnBrk="1" latinLnBrk="0" hangingPunct="1">
      <a:defRPr sz="1200" kern="1200">
        <a:solidFill>
          <a:schemeClr val="tx1"/>
        </a:solidFill>
        <a:latin typeface="+mn-lt"/>
        <a:ea typeface="+mn-ea"/>
        <a:cs typeface="+mn-cs"/>
      </a:defRPr>
    </a:lvl6pPr>
    <a:lvl7pPr marL="2742720" algn="l" defTabSz="914240" rtl="0" eaLnBrk="1" latinLnBrk="0" hangingPunct="1">
      <a:defRPr sz="1200" kern="1200">
        <a:solidFill>
          <a:schemeClr val="tx1"/>
        </a:solidFill>
        <a:latin typeface="+mn-lt"/>
        <a:ea typeface="+mn-ea"/>
        <a:cs typeface="+mn-cs"/>
      </a:defRPr>
    </a:lvl7pPr>
    <a:lvl8pPr marL="3199840" algn="l" defTabSz="914240" rtl="0" eaLnBrk="1" latinLnBrk="0" hangingPunct="1">
      <a:defRPr sz="1200" kern="1200">
        <a:solidFill>
          <a:schemeClr val="tx1"/>
        </a:solidFill>
        <a:latin typeface="+mn-lt"/>
        <a:ea typeface="+mn-ea"/>
        <a:cs typeface="+mn-cs"/>
      </a:defRPr>
    </a:lvl8pPr>
    <a:lvl9pPr marL="3656960" algn="l" defTabSz="91424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8"/>
          <p:cNvSpPr>
            <a:spLocks noGrp="1" noRot="1" noChangeAspect="1" noChangeArrowheads="1" noTextEdit="1"/>
          </p:cNvSpPr>
          <p:nvPr>
            <p:ph type="sldImg"/>
          </p:nvPr>
        </p:nvSpPr>
        <p:spPr>
          <a:xfrm>
            <a:off x="236538" y="504825"/>
            <a:ext cx="6843712" cy="3849688"/>
          </a:xfrm>
          <a:ln/>
        </p:spPr>
      </p:sp>
      <p:sp>
        <p:nvSpPr>
          <p:cNvPr id="11267" name="Rectangle 9"/>
          <p:cNvSpPr>
            <a:spLocks noGrp="1" noChangeArrowheads="1"/>
          </p:cNvSpPr>
          <p:nvPr>
            <p:ph type="body" idx="1"/>
          </p:nvPr>
        </p:nvSpPr>
        <p:spPr>
          <a:xfrm>
            <a:off x="1030289" y="4983165"/>
            <a:ext cx="5241925" cy="3883025"/>
          </a:xfrm>
          <a:noFill/>
          <a:ln/>
        </p:spPr>
        <p:txBody>
          <a:bodyPr lIns="98472" tIns="49237" rIns="98472" bIns="49237"/>
          <a:lstStyle/>
          <a:p>
            <a:endParaRPr lang="en-US" dirty="0"/>
          </a:p>
        </p:txBody>
      </p:sp>
    </p:spTree>
    <p:extLst>
      <p:ext uri="{BB962C8B-B14F-4D97-AF65-F5344CB8AC3E}">
        <p14:creationId xmlns:p14="http://schemas.microsoft.com/office/powerpoint/2010/main" val="35461656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8"/>
          <p:cNvSpPr>
            <a:spLocks noGrp="1" noRot="1" noChangeAspect="1" noChangeArrowheads="1" noTextEdit="1"/>
          </p:cNvSpPr>
          <p:nvPr>
            <p:ph type="sldImg"/>
          </p:nvPr>
        </p:nvSpPr>
        <p:spPr>
          <a:xfrm>
            <a:off x="236538" y="504825"/>
            <a:ext cx="6843712" cy="3849688"/>
          </a:xfrm>
          <a:ln/>
        </p:spPr>
      </p:sp>
      <p:sp>
        <p:nvSpPr>
          <p:cNvPr id="12291" name="Rectangle 9"/>
          <p:cNvSpPr>
            <a:spLocks noGrp="1" noChangeArrowheads="1"/>
          </p:cNvSpPr>
          <p:nvPr>
            <p:ph type="body" idx="1"/>
          </p:nvPr>
        </p:nvSpPr>
        <p:spPr>
          <a:xfrm>
            <a:off x="1030289" y="4983165"/>
            <a:ext cx="5241925" cy="3883025"/>
          </a:xfrm>
          <a:noFill/>
          <a:ln/>
        </p:spPr>
        <p:txBody>
          <a:bodyPr lIns="98472" tIns="49237" rIns="98472" bIns="49237"/>
          <a:lstStyle/>
          <a:p>
            <a:endParaRPr lang="en-US" dirty="0"/>
          </a:p>
        </p:txBody>
      </p:sp>
    </p:spTree>
    <p:extLst>
      <p:ext uri="{BB962C8B-B14F-4D97-AF65-F5344CB8AC3E}">
        <p14:creationId xmlns:p14="http://schemas.microsoft.com/office/powerpoint/2010/main" val="17824233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8"/>
          <p:cNvSpPr>
            <a:spLocks noGrp="1" noRot="1" noChangeAspect="1" noChangeArrowheads="1" noTextEdit="1"/>
          </p:cNvSpPr>
          <p:nvPr>
            <p:ph type="sldImg"/>
          </p:nvPr>
        </p:nvSpPr>
        <p:spPr>
          <a:xfrm>
            <a:off x="236538" y="504825"/>
            <a:ext cx="6843712" cy="3849688"/>
          </a:xfrm>
          <a:ln/>
        </p:spPr>
      </p:sp>
      <p:sp>
        <p:nvSpPr>
          <p:cNvPr id="13315" name="Rectangle 9"/>
          <p:cNvSpPr>
            <a:spLocks noGrp="1" noChangeArrowheads="1"/>
          </p:cNvSpPr>
          <p:nvPr>
            <p:ph type="body" idx="1"/>
          </p:nvPr>
        </p:nvSpPr>
        <p:spPr>
          <a:xfrm>
            <a:off x="1030289" y="4983165"/>
            <a:ext cx="5241925" cy="3883025"/>
          </a:xfrm>
          <a:noFill/>
          <a:ln/>
        </p:spPr>
        <p:txBody>
          <a:bodyPr lIns="98472" tIns="49237" rIns="98472" bIns="49237"/>
          <a:lstStyle/>
          <a:p>
            <a:endParaRPr lang="en-US" dirty="0"/>
          </a:p>
        </p:txBody>
      </p:sp>
    </p:spTree>
    <p:extLst>
      <p:ext uri="{BB962C8B-B14F-4D97-AF65-F5344CB8AC3E}">
        <p14:creationId xmlns:p14="http://schemas.microsoft.com/office/powerpoint/2010/main" val="21332625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D36CB97-8324-8440-AF83-FDCF5C83423C}"/>
              </a:ext>
            </a:extLst>
          </p:cNvPr>
          <p:cNvSpPr/>
          <p:nvPr userDrawn="1"/>
        </p:nvSpPr>
        <p:spPr>
          <a:xfrm>
            <a:off x="10210800" y="6119691"/>
            <a:ext cx="1752600" cy="6621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1">
            <a:extLst>
              <a:ext uri="{FF2B5EF4-FFF2-40B4-BE49-F238E27FC236}">
                <a16:creationId xmlns:a16="http://schemas.microsoft.com/office/drawing/2014/main" id="{92695751-8148-D44C-819F-19AC107A8E9D}"/>
              </a:ext>
            </a:extLst>
          </p:cNvPr>
          <p:cNvSpPr>
            <a:spLocks noGrp="1"/>
          </p:cNvSpPr>
          <p:nvPr>
            <p:ph type="title" hasCustomPrompt="1"/>
          </p:nvPr>
        </p:nvSpPr>
        <p:spPr>
          <a:xfrm>
            <a:off x="579121" y="2700534"/>
            <a:ext cx="8945879" cy="975360"/>
          </a:xfrm>
        </p:spPr>
        <p:txBody>
          <a:bodyPr/>
          <a:lstStyle>
            <a:lvl1pPr>
              <a:defRPr sz="4400"/>
            </a:lvl1pPr>
          </a:lstStyle>
          <a:p>
            <a:pPr>
              <a:lnSpc>
                <a:spcPct val="85000"/>
              </a:lnSpc>
            </a:pPr>
            <a:r>
              <a:rPr lang="en-US">
                <a:solidFill>
                  <a:schemeClr val="tx1"/>
                </a:solidFill>
              </a:rPr>
              <a:t>Presentation Title</a:t>
            </a:r>
          </a:p>
        </p:txBody>
      </p:sp>
      <p:sp>
        <p:nvSpPr>
          <p:cNvPr id="32" name="Name, Title, Date">
            <a:extLst>
              <a:ext uri="{FF2B5EF4-FFF2-40B4-BE49-F238E27FC236}">
                <a16:creationId xmlns:a16="http://schemas.microsoft.com/office/drawing/2014/main" id="{2396738D-B05F-FC45-B1A8-82AA1CB933D0}"/>
              </a:ext>
            </a:extLst>
          </p:cNvPr>
          <p:cNvSpPr>
            <a:spLocks noGrp="1"/>
          </p:cNvSpPr>
          <p:nvPr>
            <p:ph type="subTitle" idx="1" hasCustomPrompt="1"/>
          </p:nvPr>
        </p:nvSpPr>
        <p:spPr>
          <a:xfrm>
            <a:off x="579121" y="4490866"/>
            <a:ext cx="7417990" cy="1092607"/>
          </a:xfrm>
        </p:spPr>
        <p:txBody>
          <a:bodyPr wrap="square">
            <a:spAutoFit/>
          </a:bodyPr>
          <a:lstStyle>
            <a:lvl1pPr marL="0" indent="0" algn="l">
              <a:spcBef>
                <a:spcPts val="300"/>
              </a:spcBef>
              <a:buNone/>
              <a:defRPr lang="en-US" sz="2000" b="0" i="0" kern="1200" baseline="0" dirty="0">
                <a:solidFill>
                  <a:schemeClr val="tx1"/>
                </a:solidFill>
                <a:latin typeface="Arial" charset="0"/>
                <a:ea typeface="Arial" charset="0"/>
                <a:cs typeface="Arial"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Name</a:t>
            </a:r>
          </a:p>
          <a:p>
            <a:r>
              <a:rPr lang="en-US"/>
              <a:t>Title</a:t>
            </a:r>
          </a:p>
          <a:p>
            <a:r>
              <a:rPr lang="en-US"/>
              <a:t>Date</a:t>
            </a:r>
          </a:p>
        </p:txBody>
      </p:sp>
      <p:pic>
        <p:nvPicPr>
          <p:cNvPr id="3" name="Picture 2">
            <a:extLst>
              <a:ext uri="{FF2B5EF4-FFF2-40B4-BE49-F238E27FC236}">
                <a16:creationId xmlns:a16="http://schemas.microsoft.com/office/drawing/2014/main" id="{E2C59811-BED7-2645-B53F-2ABD7993559A}"/>
              </a:ext>
            </a:extLst>
          </p:cNvPr>
          <p:cNvPicPr>
            <a:picLocks noChangeAspect="1"/>
          </p:cNvPicPr>
          <p:nvPr userDrawn="1"/>
        </p:nvPicPr>
        <p:blipFill>
          <a:blip r:embed="rId2"/>
          <a:stretch>
            <a:fillRect/>
          </a:stretch>
        </p:blipFill>
        <p:spPr>
          <a:xfrm>
            <a:off x="693414" y="498870"/>
            <a:ext cx="1092729" cy="676787"/>
          </a:xfrm>
          <a:prstGeom prst="rect">
            <a:avLst/>
          </a:prstGeom>
        </p:spPr>
      </p:pic>
    </p:spTree>
    <p:extLst>
      <p:ext uri="{BB962C8B-B14F-4D97-AF65-F5344CB8AC3E}">
        <p14:creationId xmlns:p14="http://schemas.microsoft.com/office/powerpoint/2010/main" val="32732465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EAD77-0876-4647-97DC-D93085BB1334}"/>
              </a:ext>
            </a:extLst>
          </p:cNvPr>
          <p:cNvSpPr>
            <a:spLocks noGrp="1"/>
          </p:cNvSpPr>
          <p:nvPr>
            <p:ph type="title" hasCustomPrompt="1"/>
          </p:nvPr>
        </p:nvSpPr>
        <p:spPr>
          <a:xfrm>
            <a:off x="579121" y="304800"/>
            <a:ext cx="7421878" cy="975360"/>
          </a:xfrm>
        </p:spPr>
        <p:txBody>
          <a:bodyPr/>
          <a:lstStyle>
            <a:lvl1pPr>
              <a:defRPr>
                <a:solidFill>
                  <a:schemeClr val="tx1"/>
                </a:solidFill>
              </a:defRPr>
            </a:lvl1pPr>
          </a:lstStyle>
          <a:p>
            <a:r>
              <a:rPr lang="en-US"/>
              <a:t>Agenda</a:t>
            </a:r>
          </a:p>
        </p:txBody>
      </p:sp>
      <p:sp>
        <p:nvSpPr>
          <p:cNvPr id="3" name="Slide Number Placeholder 2">
            <a:extLst>
              <a:ext uri="{FF2B5EF4-FFF2-40B4-BE49-F238E27FC236}">
                <a16:creationId xmlns:a16="http://schemas.microsoft.com/office/drawing/2014/main" id="{470F2BAF-0E03-9146-9CEF-EF57A7048199}"/>
              </a:ext>
            </a:extLst>
          </p:cNvPr>
          <p:cNvSpPr>
            <a:spLocks noGrp="1"/>
          </p:cNvSpPr>
          <p:nvPr>
            <p:ph type="sldNum" sz="quarter" idx="10"/>
          </p:nvPr>
        </p:nvSpPr>
        <p:spPr/>
        <p:txBody>
          <a:bodyPr/>
          <a:lstStyle>
            <a:lvl1pPr>
              <a:defRPr>
                <a:solidFill>
                  <a:schemeClr val="tx1"/>
                </a:solidFill>
              </a:defRPr>
            </a:lvl1pPr>
          </a:lstStyle>
          <a:p>
            <a:fld id="{626C978B-826E-438C-909A-E9C381D3FF04}" type="slidenum">
              <a:rPr lang="en-US" smtClean="0"/>
              <a:pPr/>
              <a:t>‹#›</a:t>
            </a:fld>
            <a:endParaRPr lang="en-US"/>
          </a:p>
        </p:txBody>
      </p:sp>
      <p:sp>
        <p:nvSpPr>
          <p:cNvPr id="6" name="Rectangle 5"/>
          <p:cNvSpPr/>
          <p:nvPr userDrawn="1"/>
        </p:nvSpPr>
        <p:spPr>
          <a:xfrm>
            <a:off x="1" y="0"/>
            <a:ext cx="12192000" cy="85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 name="Content Placeholder 2"/>
          <p:cNvSpPr>
            <a:spLocks noGrp="1"/>
          </p:cNvSpPr>
          <p:nvPr>
            <p:ph idx="1"/>
          </p:nvPr>
        </p:nvSpPr>
        <p:spPr>
          <a:xfrm>
            <a:off x="579120" y="1733296"/>
            <a:ext cx="7421879" cy="3753104"/>
          </a:xfrm>
        </p:spPr>
        <p:txBody>
          <a:bodyPr/>
          <a:lstStyle>
            <a:lvl1pPr>
              <a:defRPr>
                <a:solidFill>
                  <a:schemeClr val="tx1"/>
                </a:solidFill>
              </a:defRPr>
            </a:lvl1pPr>
          </a:lstStyle>
          <a:p>
            <a:r>
              <a:rPr lang="en-US"/>
              <a:t>Agenda Item 1</a:t>
            </a:r>
          </a:p>
          <a:p>
            <a:r>
              <a:rPr lang="en-US"/>
              <a:t>Agenda Item 2</a:t>
            </a:r>
          </a:p>
          <a:p>
            <a:r>
              <a:rPr lang="en-US"/>
              <a:t>Agenda Item 3</a:t>
            </a:r>
          </a:p>
          <a:p>
            <a:r>
              <a:rPr lang="en-US"/>
              <a:t>Agenda Item 4</a:t>
            </a:r>
          </a:p>
          <a:p>
            <a:r>
              <a:rPr lang="en-US"/>
              <a:t>Agenda Item 5</a:t>
            </a:r>
          </a:p>
          <a:p>
            <a:r>
              <a:rPr lang="en-US"/>
              <a:t>Agenda Item 6</a:t>
            </a:r>
          </a:p>
        </p:txBody>
      </p:sp>
    </p:spTree>
    <p:extLst>
      <p:ext uri="{BB962C8B-B14F-4D97-AF65-F5344CB8AC3E}">
        <p14:creationId xmlns:p14="http://schemas.microsoft.com/office/powerpoint/2010/main" val="1518320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EAD77-0876-4647-97DC-D93085BB1334}"/>
              </a:ext>
            </a:extLst>
          </p:cNvPr>
          <p:cNvSpPr>
            <a:spLocks noGrp="1"/>
          </p:cNvSpPr>
          <p:nvPr>
            <p:ph type="title"/>
          </p:nvPr>
        </p:nvSpPr>
        <p:spPr>
          <a:xfrm>
            <a:off x="579121" y="304800"/>
            <a:ext cx="11033760" cy="975360"/>
          </a:xfrm>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470F2BAF-0E03-9146-9CEF-EF57A7048199}"/>
              </a:ext>
            </a:extLst>
          </p:cNvPr>
          <p:cNvSpPr>
            <a:spLocks noGrp="1"/>
          </p:cNvSpPr>
          <p:nvPr>
            <p:ph type="sldNum" sz="quarter" idx="10"/>
          </p:nvPr>
        </p:nvSpPr>
        <p:spPr/>
        <p:txBody>
          <a:bodyPr/>
          <a:lstStyle/>
          <a:p>
            <a:fld id="{626C978B-826E-438C-909A-E9C381D3FF04}" type="slidenum">
              <a:rPr lang="en-US" smtClean="0"/>
              <a:pPr/>
              <a:t>‹#›</a:t>
            </a:fld>
            <a:endParaRPr lang="en-US"/>
          </a:p>
        </p:txBody>
      </p:sp>
      <p:sp>
        <p:nvSpPr>
          <p:cNvPr id="6" name="Rectangle 5"/>
          <p:cNvSpPr/>
          <p:nvPr userDrawn="1"/>
        </p:nvSpPr>
        <p:spPr>
          <a:xfrm>
            <a:off x="1" y="0"/>
            <a:ext cx="12192000" cy="85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340049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EAD77-0876-4647-97DC-D93085BB1334}"/>
              </a:ext>
            </a:extLst>
          </p:cNvPr>
          <p:cNvSpPr>
            <a:spLocks noGrp="1"/>
          </p:cNvSpPr>
          <p:nvPr>
            <p:ph type="title"/>
          </p:nvPr>
        </p:nvSpPr>
        <p:spPr>
          <a:xfrm>
            <a:off x="579121" y="304800"/>
            <a:ext cx="11033760" cy="975360"/>
          </a:xfrm>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470F2BAF-0E03-9146-9CEF-EF57A7048199}"/>
              </a:ext>
            </a:extLst>
          </p:cNvPr>
          <p:cNvSpPr>
            <a:spLocks noGrp="1"/>
          </p:cNvSpPr>
          <p:nvPr>
            <p:ph type="sldNum" sz="quarter" idx="10"/>
          </p:nvPr>
        </p:nvSpPr>
        <p:spPr/>
        <p:txBody>
          <a:bodyPr/>
          <a:lstStyle/>
          <a:p>
            <a:fld id="{626C978B-826E-438C-909A-E9C381D3FF04}" type="slidenum">
              <a:rPr lang="en-US" smtClean="0"/>
              <a:pPr/>
              <a:t>‹#›</a:t>
            </a:fld>
            <a:endParaRPr lang="en-US"/>
          </a:p>
        </p:txBody>
      </p:sp>
      <p:sp>
        <p:nvSpPr>
          <p:cNvPr id="4" name="Text Placeholder 2">
            <a:extLst>
              <a:ext uri="{FF2B5EF4-FFF2-40B4-BE49-F238E27FC236}">
                <a16:creationId xmlns:a16="http://schemas.microsoft.com/office/drawing/2014/main" id="{3A824BE7-9859-7240-83D5-846AECA2353C}"/>
              </a:ext>
            </a:extLst>
          </p:cNvPr>
          <p:cNvSpPr>
            <a:spLocks noGrp="1"/>
          </p:cNvSpPr>
          <p:nvPr>
            <p:ph idx="1"/>
          </p:nvPr>
        </p:nvSpPr>
        <p:spPr>
          <a:xfrm>
            <a:off x="579121" y="1470401"/>
            <a:ext cx="11033760" cy="4632960"/>
          </a:xfrm>
          <a:prstGeom prst="rect">
            <a:avLst/>
          </a:prstGeom>
        </p:spPr>
        <p:txBody>
          <a:bodyPr vert="horz" lIns="91440" tIns="45720" rIns="91440" bIns="45720" rtlCol="0">
            <a:noAutofit/>
          </a:bodyPr>
          <a:lstStyle>
            <a:lvl1pPr marL="234962" indent="-234962">
              <a:buSzPct val="80000"/>
              <a:buFont typeface="Webdings" panose="05030102010509060703" pitchFamily="18" charset="2"/>
              <a:buChar char=""/>
              <a:defRPr lang="en-US" dirty="0" smtClean="0"/>
            </a:lvl1pPr>
            <a:lvl2pPr marL="452989" indent="-220144">
              <a:buSzPct val="80000"/>
              <a:buFont typeface="Wingdings 3" panose="05040102010807070707" pitchFamily="18" charset="2"/>
              <a:buChar char=""/>
              <a:defRPr sz="2000"/>
            </a:lvl2pPr>
            <a:lvl3pPr marL="685835" indent="-232845">
              <a:buSzPct val="80000"/>
              <a:buFont typeface="Wingdings 3" panose="05040102010807070707" pitchFamily="18" charset="2"/>
              <a:buChar char="¬"/>
              <a:defRPr sz="1600"/>
            </a:lvl3pPr>
            <a:lvl4pPr marL="916563" indent="-230729">
              <a:buSzPct val="80000"/>
              <a:buFont typeface="Wingdings 3" panose="05040102010807070707" pitchFamily="18" charset="2"/>
              <a:buChar char="¬"/>
              <a:defRPr/>
            </a:lvl4pPr>
            <a:lvl5pPr marL="1138824" indent="-222262">
              <a:buSzPct val="80000"/>
              <a:buFont typeface="Wingdings 3" panose="05040102010807070707" pitchFamily="18" charset="2"/>
              <a:buChar cha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p:cNvSpPr/>
          <p:nvPr userDrawn="1"/>
        </p:nvSpPr>
        <p:spPr>
          <a:xfrm>
            <a:off x="1" y="0"/>
            <a:ext cx="12192000" cy="85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839187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79121" y="304800"/>
            <a:ext cx="11033760" cy="975360"/>
          </a:xfrm>
        </p:spPr>
        <p:txBody>
          <a:bodyPr/>
          <a:lstStyle/>
          <a:p>
            <a:r>
              <a:rPr lang="en-US"/>
              <a:t>Click to edit Master title style</a:t>
            </a:r>
          </a:p>
        </p:txBody>
      </p:sp>
      <p:sp>
        <p:nvSpPr>
          <p:cNvPr id="3" name="Content Placeholder 2"/>
          <p:cNvSpPr>
            <a:spLocks noGrp="1"/>
          </p:cNvSpPr>
          <p:nvPr>
            <p:ph sz="half" idx="1"/>
          </p:nvPr>
        </p:nvSpPr>
        <p:spPr>
          <a:xfrm>
            <a:off x="579120" y="1463041"/>
            <a:ext cx="5364480" cy="4632960"/>
          </a:xfrm>
          <a:prstGeom prst="rect">
            <a:avLst/>
          </a:prstGeom>
        </p:spPr>
        <p:txBody>
          <a:bodyPr>
            <a:noAutofit/>
          </a:bodyPr>
          <a:lstStyle>
            <a:lvl1pPr>
              <a:defRPr sz="2400">
                <a:solidFill>
                  <a:schemeClr val="tx1"/>
                </a:solidFill>
              </a:defRPr>
            </a:lvl1pPr>
            <a:lvl2pPr>
              <a:defRPr sz="20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1" y="1463041"/>
            <a:ext cx="5364480" cy="4632960"/>
          </a:xfrm>
          <a:prstGeom prst="rect">
            <a:avLst/>
          </a:prstGeom>
        </p:spPr>
        <p:txBody>
          <a:bodyPr>
            <a:noAutofit/>
          </a:bodyPr>
          <a:lstStyle>
            <a:lvl1pPr>
              <a:defRPr sz="2400">
                <a:solidFill>
                  <a:schemeClr val="tx1"/>
                </a:solidFill>
              </a:defRPr>
            </a:lvl1pPr>
            <a:lvl2pPr>
              <a:defRPr sz="20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4">
            <a:extLst>
              <a:ext uri="{FF2B5EF4-FFF2-40B4-BE49-F238E27FC236}">
                <a16:creationId xmlns:a16="http://schemas.microsoft.com/office/drawing/2014/main" id="{1A8B06E9-672B-49AA-8789-D576D5680872}"/>
              </a:ext>
            </a:extLst>
          </p:cNvPr>
          <p:cNvSpPr>
            <a:spLocks noGrp="1"/>
          </p:cNvSpPr>
          <p:nvPr>
            <p:ph type="sldNum" sz="quarter" idx="4"/>
          </p:nvPr>
        </p:nvSpPr>
        <p:spPr>
          <a:xfrm>
            <a:off x="586646" y="6363709"/>
            <a:ext cx="975360" cy="365125"/>
          </a:xfrm>
          <a:prstGeom prst="rect">
            <a:avLst/>
          </a:prstGeom>
        </p:spPr>
        <p:txBody>
          <a:bodyPr vert="horz" lIns="91440" tIns="45720" rIns="91440" bIns="45720" rtlCol="0" anchor="b"/>
          <a:lstStyle>
            <a:lvl1pPr marL="0" indent="0" algn="l">
              <a:buFont typeface="Arial" panose="020B0604020202020204" pitchFamily="34" charset="0"/>
              <a:buNone/>
              <a:defRPr sz="1133" b="1">
                <a:solidFill>
                  <a:schemeClr val="tx1"/>
                </a:solidFill>
              </a:defRPr>
            </a:lvl1pPr>
          </a:lstStyle>
          <a:p>
            <a:fld id="{626C978B-826E-438C-909A-E9C381D3FF04}" type="slidenum">
              <a:rPr lang="en-US" smtClean="0"/>
              <a:pPr/>
              <a:t>‹#›</a:t>
            </a:fld>
            <a:endParaRPr lang="en-US"/>
          </a:p>
        </p:txBody>
      </p:sp>
      <p:sp>
        <p:nvSpPr>
          <p:cNvPr id="9" name="Rectangle 8"/>
          <p:cNvSpPr/>
          <p:nvPr userDrawn="1"/>
        </p:nvSpPr>
        <p:spPr>
          <a:xfrm>
            <a:off x="1" y="0"/>
            <a:ext cx="12192000" cy="85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4223070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tx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5D42470-3AEB-A94C-96B8-18E2C7C25164}"/>
              </a:ext>
            </a:extLst>
          </p:cNvPr>
          <p:cNvSpPr/>
          <p:nvPr userDrawn="1"/>
        </p:nvSpPr>
        <p:spPr>
          <a:xfrm>
            <a:off x="10058400" y="6109945"/>
            <a:ext cx="1752600" cy="6621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BC665AB6-C348-1649-BCA3-AB4427CB838C}"/>
              </a:ext>
            </a:extLst>
          </p:cNvPr>
          <p:cNvPicPr>
            <a:picLocks noChangeAspect="1"/>
          </p:cNvPicPr>
          <p:nvPr userDrawn="1"/>
        </p:nvPicPr>
        <p:blipFill>
          <a:blip r:embed="rId2"/>
          <a:stretch>
            <a:fillRect/>
          </a:stretch>
        </p:blipFill>
        <p:spPr>
          <a:xfrm>
            <a:off x="11028822" y="6279369"/>
            <a:ext cx="576532" cy="357078"/>
          </a:xfrm>
          <a:prstGeom prst="rect">
            <a:avLst/>
          </a:prstGeom>
        </p:spPr>
      </p:pic>
      <p:sp>
        <p:nvSpPr>
          <p:cNvPr id="6" name="Title 1">
            <a:extLst>
              <a:ext uri="{FF2B5EF4-FFF2-40B4-BE49-F238E27FC236}">
                <a16:creationId xmlns:a16="http://schemas.microsoft.com/office/drawing/2014/main" id="{61320318-DA78-471F-8076-1A95C5254529}"/>
              </a:ext>
            </a:extLst>
          </p:cNvPr>
          <p:cNvSpPr>
            <a:spLocks noGrp="1"/>
          </p:cNvSpPr>
          <p:nvPr>
            <p:ph type="title" hasCustomPrompt="1"/>
          </p:nvPr>
        </p:nvSpPr>
        <p:spPr>
          <a:xfrm>
            <a:off x="428807" y="3124200"/>
            <a:ext cx="11093827" cy="701040"/>
          </a:xfrm>
        </p:spPr>
        <p:txBody>
          <a:bodyPr anchor="b">
            <a:noAutofit/>
          </a:bodyPr>
          <a:lstStyle>
            <a:lvl1pPr>
              <a:defRPr lang="en-US" sz="4201" b="1" i="0" kern="1200" dirty="0">
                <a:solidFill>
                  <a:schemeClr val="bg1"/>
                </a:solidFill>
                <a:latin typeface="Arial" charset="0"/>
                <a:ea typeface="+mj-ea"/>
                <a:cs typeface="Arial" charset="0"/>
              </a:defRPr>
            </a:lvl1pPr>
          </a:lstStyle>
          <a:p>
            <a:r>
              <a:rPr lang="en-US"/>
              <a:t>Simple Statement</a:t>
            </a:r>
          </a:p>
        </p:txBody>
      </p:sp>
      <p:sp>
        <p:nvSpPr>
          <p:cNvPr id="7" name="Slide Number Placeholder 4">
            <a:extLst>
              <a:ext uri="{FF2B5EF4-FFF2-40B4-BE49-F238E27FC236}">
                <a16:creationId xmlns:a16="http://schemas.microsoft.com/office/drawing/2014/main" id="{1E052772-3EFC-D34C-AA1A-1135DE3C5541}"/>
              </a:ext>
            </a:extLst>
          </p:cNvPr>
          <p:cNvSpPr>
            <a:spLocks noGrp="1"/>
          </p:cNvSpPr>
          <p:nvPr>
            <p:ph type="sldNum" sz="quarter" idx="4"/>
          </p:nvPr>
        </p:nvSpPr>
        <p:spPr>
          <a:xfrm>
            <a:off x="586646" y="6325609"/>
            <a:ext cx="975360" cy="365125"/>
          </a:xfrm>
          <a:prstGeom prst="rect">
            <a:avLst/>
          </a:prstGeom>
        </p:spPr>
        <p:txBody>
          <a:bodyPr vert="horz" lIns="91440" tIns="45720" rIns="91440" bIns="45720" rtlCol="0" anchor="ctr"/>
          <a:lstStyle>
            <a:lvl1pPr marL="0" indent="0" algn="l">
              <a:buFont typeface="Arial" panose="020B0604020202020204" pitchFamily="34" charset="0"/>
              <a:buNone/>
              <a:defRPr sz="1133" b="1">
                <a:solidFill>
                  <a:schemeClr val="bg1"/>
                </a:solidFill>
              </a:defRPr>
            </a:lvl1pPr>
          </a:lstStyle>
          <a:p>
            <a:fld id="{626C978B-826E-438C-909A-E9C381D3FF04}" type="slidenum">
              <a:rPr lang="en-US" smtClean="0"/>
              <a:pPr/>
              <a:t>‹#›</a:t>
            </a:fld>
            <a:endParaRPr lang="en-US"/>
          </a:p>
        </p:txBody>
      </p:sp>
    </p:spTree>
    <p:extLst>
      <p:ext uri="{BB962C8B-B14F-4D97-AF65-F5344CB8AC3E}">
        <p14:creationId xmlns:p14="http://schemas.microsoft.com/office/powerpoint/2010/main" val="3449519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with Picture)">
    <p:bg>
      <p:bgPr>
        <a:solidFill>
          <a:schemeClr val="tx2"/>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6512AD6E-7A81-4D46-A4DC-BC3429D8CFF8}"/>
              </a:ext>
            </a:extLst>
          </p:cNvPr>
          <p:cNvSpPr>
            <a:spLocks noGrp="1"/>
          </p:cNvSpPr>
          <p:nvPr>
            <p:ph type="title" hasCustomPrompt="1"/>
          </p:nvPr>
        </p:nvSpPr>
        <p:spPr>
          <a:xfrm>
            <a:off x="428807" y="3124200"/>
            <a:ext cx="5514793" cy="701040"/>
          </a:xfrm>
        </p:spPr>
        <p:txBody>
          <a:bodyPr anchor="b">
            <a:noAutofit/>
          </a:bodyPr>
          <a:lstStyle>
            <a:lvl1pPr>
              <a:defRPr lang="en-US" sz="4201" b="1" i="0" kern="1200" dirty="0">
                <a:solidFill>
                  <a:schemeClr val="bg1"/>
                </a:solidFill>
                <a:latin typeface="Arial" charset="0"/>
                <a:ea typeface="+mj-ea"/>
                <a:cs typeface="Arial" charset="0"/>
              </a:defRPr>
            </a:lvl1pPr>
          </a:lstStyle>
          <a:p>
            <a:r>
              <a:rPr lang="en-US"/>
              <a:t>Simple Statement</a:t>
            </a:r>
          </a:p>
        </p:txBody>
      </p:sp>
      <p:sp>
        <p:nvSpPr>
          <p:cNvPr id="6" name="Picture Placeholder 14">
            <a:extLst>
              <a:ext uri="{FF2B5EF4-FFF2-40B4-BE49-F238E27FC236}">
                <a16:creationId xmlns:a16="http://schemas.microsoft.com/office/drawing/2014/main" id="{89EAEFDD-B284-E94B-8F1D-D7E1627370F6}"/>
              </a:ext>
            </a:extLst>
          </p:cNvPr>
          <p:cNvSpPr>
            <a:spLocks noGrp="1"/>
          </p:cNvSpPr>
          <p:nvPr>
            <p:ph type="pic" sz="quarter" idx="13" hasCustomPrompt="1"/>
          </p:nvPr>
        </p:nvSpPr>
        <p:spPr>
          <a:xfrm>
            <a:off x="6581768" y="1558290"/>
            <a:ext cx="4457700" cy="3741422"/>
          </a:xfrm>
          <a:prstGeom prst="rect">
            <a:avLst/>
          </a:prstGeom>
          <a:noFill/>
        </p:spPr>
        <p:txBody>
          <a:bodyPr vert="horz" lIns="91440" tIns="1371600" rIns="91440" bIns="0" rtlCol="0" anchor="ctr" anchorCtr="0">
            <a:noAutofit/>
          </a:bodyPr>
          <a:lstStyle>
            <a:lvl1pPr marL="309026" indent="-309026" algn="ctr">
              <a:buNone/>
              <a:defRPr lang="en-US" sz="1867" dirty="0">
                <a:solidFill>
                  <a:schemeClr val="bg1"/>
                </a:solidFill>
              </a:defRPr>
            </a:lvl1pPr>
          </a:lstStyle>
          <a:p>
            <a:pPr marL="0" marR="0" lvl="0" indent="0" algn="ctr" defTabSz="1219170" rtl="0" eaLnBrk="1" fontAlgn="auto" latinLnBrk="0" hangingPunct="1">
              <a:lnSpc>
                <a:spcPct val="100000"/>
              </a:lnSpc>
              <a:spcBef>
                <a:spcPts val="1600"/>
              </a:spcBef>
              <a:spcAft>
                <a:spcPts val="0"/>
              </a:spcAft>
              <a:buClr>
                <a:schemeClr val="accent1"/>
              </a:buClr>
              <a:buSzPct val="100000"/>
              <a:tabLst/>
              <a:defRPr/>
            </a:pPr>
            <a:r>
              <a:rPr lang="en-US"/>
              <a:t>Click icon to add picture</a:t>
            </a:r>
          </a:p>
        </p:txBody>
      </p:sp>
      <p:sp>
        <p:nvSpPr>
          <p:cNvPr id="7" name="Rectangle 6">
            <a:extLst>
              <a:ext uri="{FF2B5EF4-FFF2-40B4-BE49-F238E27FC236}">
                <a16:creationId xmlns:a16="http://schemas.microsoft.com/office/drawing/2014/main" id="{645E7C71-1267-7F46-A82A-631E19E556BC}"/>
              </a:ext>
            </a:extLst>
          </p:cNvPr>
          <p:cNvSpPr/>
          <p:nvPr userDrawn="1"/>
        </p:nvSpPr>
        <p:spPr>
          <a:xfrm>
            <a:off x="10058400" y="6109945"/>
            <a:ext cx="1752600" cy="6621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4">
            <a:extLst>
              <a:ext uri="{FF2B5EF4-FFF2-40B4-BE49-F238E27FC236}">
                <a16:creationId xmlns:a16="http://schemas.microsoft.com/office/drawing/2014/main" id="{5B8CD8B4-2837-BA4D-9DA4-67F8481F164B}"/>
              </a:ext>
            </a:extLst>
          </p:cNvPr>
          <p:cNvSpPr>
            <a:spLocks noGrp="1"/>
          </p:cNvSpPr>
          <p:nvPr>
            <p:ph type="sldNum" sz="quarter" idx="4"/>
          </p:nvPr>
        </p:nvSpPr>
        <p:spPr>
          <a:xfrm>
            <a:off x="586646" y="6325609"/>
            <a:ext cx="975360" cy="365125"/>
          </a:xfrm>
          <a:prstGeom prst="rect">
            <a:avLst/>
          </a:prstGeom>
        </p:spPr>
        <p:txBody>
          <a:bodyPr vert="horz" lIns="91440" tIns="45720" rIns="91440" bIns="45720" rtlCol="0" anchor="ctr"/>
          <a:lstStyle>
            <a:lvl1pPr marL="0" indent="0" algn="l">
              <a:buFont typeface="Arial" panose="020B0604020202020204" pitchFamily="34" charset="0"/>
              <a:buNone/>
              <a:defRPr sz="1133" b="1">
                <a:solidFill>
                  <a:schemeClr val="bg1"/>
                </a:solidFill>
              </a:defRPr>
            </a:lvl1pPr>
          </a:lstStyle>
          <a:p>
            <a:fld id="{626C978B-826E-438C-909A-E9C381D3FF04}" type="slidenum">
              <a:rPr lang="en-US" smtClean="0"/>
              <a:pPr/>
              <a:t>‹#›</a:t>
            </a:fld>
            <a:endParaRPr lang="en-US"/>
          </a:p>
        </p:txBody>
      </p:sp>
      <p:pic>
        <p:nvPicPr>
          <p:cNvPr id="12" name="Picture 11">
            <a:extLst>
              <a:ext uri="{FF2B5EF4-FFF2-40B4-BE49-F238E27FC236}">
                <a16:creationId xmlns:a16="http://schemas.microsoft.com/office/drawing/2014/main" id="{E1AC8721-E11C-7940-A173-0F10C27BA8A2}"/>
              </a:ext>
            </a:extLst>
          </p:cNvPr>
          <p:cNvPicPr>
            <a:picLocks noChangeAspect="1"/>
          </p:cNvPicPr>
          <p:nvPr userDrawn="1"/>
        </p:nvPicPr>
        <p:blipFill>
          <a:blip r:embed="rId2"/>
          <a:stretch>
            <a:fillRect/>
          </a:stretch>
        </p:blipFill>
        <p:spPr>
          <a:xfrm>
            <a:off x="11028822" y="6279369"/>
            <a:ext cx="576532" cy="357078"/>
          </a:xfrm>
          <a:prstGeom prst="rect">
            <a:avLst/>
          </a:prstGeom>
        </p:spPr>
      </p:pic>
    </p:spTree>
    <p:extLst>
      <p:ext uri="{BB962C8B-B14F-4D97-AF65-F5344CB8AC3E}">
        <p14:creationId xmlns:p14="http://schemas.microsoft.com/office/powerpoint/2010/main" val="1578451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nd Slide">
    <p:bg>
      <p:bgPr>
        <a:solidFill>
          <a:schemeClr val="tx2"/>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62F0434C-4CE7-42D1-965D-0265C29B04F3}"/>
              </a:ext>
            </a:extLst>
          </p:cNvPr>
          <p:cNvGrpSpPr/>
          <p:nvPr/>
        </p:nvGrpSpPr>
        <p:grpSpPr>
          <a:xfrm>
            <a:off x="640118" y="3628208"/>
            <a:ext cx="5608321" cy="1019992"/>
            <a:chOff x="480089" y="2568756"/>
            <a:chExt cx="4206240" cy="764994"/>
          </a:xfrm>
        </p:grpSpPr>
        <p:sp>
          <p:nvSpPr>
            <p:cNvPr id="13" name="Rectangle 12">
              <a:extLst>
                <a:ext uri="{FF2B5EF4-FFF2-40B4-BE49-F238E27FC236}">
                  <a16:creationId xmlns:a16="http://schemas.microsoft.com/office/drawing/2014/main" id="{5E88497C-C551-4465-9953-8BC43D9E0208}"/>
                </a:ext>
              </a:extLst>
            </p:cNvPr>
            <p:cNvSpPr/>
            <p:nvPr/>
          </p:nvSpPr>
          <p:spPr>
            <a:xfrm>
              <a:off x="480089" y="2841307"/>
              <a:ext cx="4206240" cy="492443"/>
            </a:xfrm>
            <a:prstGeom prst="rect">
              <a:avLst/>
            </a:prstGeom>
          </p:spPr>
          <p:txBody>
            <a:bodyPr vert="horz" lIns="91440" tIns="45720" rIns="91440" bIns="45720" rtlCol="0" anchor="ctr">
              <a:noAutofit/>
            </a:bodyPr>
            <a:lstStyle/>
            <a:p>
              <a:r>
                <a:rPr lang="en-US" sz="4800" b="1" spc="100">
                  <a:solidFill>
                    <a:schemeClr val="bg1"/>
                  </a:solidFill>
                </a:rPr>
                <a:t>Thank You</a:t>
              </a:r>
            </a:p>
          </p:txBody>
        </p:sp>
        <p:cxnSp>
          <p:nvCxnSpPr>
            <p:cNvPr id="15" name="Straight Connector 14">
              <a:extLst>
                <a:ext uri="{FF2B5EF4-FFF2-40B4-BE49-F238E27FC236}">
                  <a16:creationId xmlns:a16="http://schemas.microsoft.com/office/drawing/2014/main" id="{1AF6007A-E1A7-46F3-B830-C81E32C3CF47}"/>
                </a:ext>
              </a:extLst>
            </p:cNvPr>
            <p:cNvCxnSpPr>
              <a:cxnSpLocks/>
            </p:cNvCxnSpPr>
            <p:nvPr/>
          </p:nvCxnSpPr>
          <p:spPr>
            <a:xfrm>
              <a:off x="520059" y="2568756"/>
              <a:ext cx="825801" cy="0"/>
            </a:xfrm>
            <a:prstGeom prst="line">
              <a:avLst/>
            </a:prstGeom>
            <a:ln w="22225"/>
          </p:spPr>
          <p:style>
            <a:lnRef idx="1">
              <a:schemeClr val="accent1"/>
            </a:lnRef>
            <a:fillRef idx="0">
              <a:schemeClr val="accent1"/>
            </a:fillRef>
            <a:effectRef idx="0">
              <a:schemeClr val="accent1"/>
            </a:effectRef>
            <a:fontRef idx="minor">
              <a:schemeClr val="tx1"/>
            </a:fontRef>
          </p:style>
        </p:cxnSp>
      </p:grpSp>
      <p:sp>
        <p:nvSpPr>
          <p:cNvPr id="7" name="Rectangle 6">
            <a:extLst>
              <a:ext uri="{FF2B5EF4-FFF2-40B4-BE49-F238E27FC236}">
                <a16:creationId xmlns:a16="http://schemas.microsoft.com/office/drawing/2014/main" id="{592EA454-74F4-0847-8EA2-1E94A436814E}"/>
              </a:ext>
            </a:extLst>
          </p:cNvPr>
          <p:cNvSpPr/>
          <p:nvPr userDrawn="1"/>
        </p:nvSpPr>
        <p:spPr>
          <a:xfrm>
            <a:off x="10058400" y="6109945"/>
            <a:ext cx="1752600" cy="6621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D042C449-64BB-9849-8FF2-4E5299BD1AF1}"/>
              </a:ext>
            </a:extLst>
          </p:cNvPr>
          <p:cNvPicPr>
            <a:picLocks noChangeAspect="1"/>
          </p:cNvPicPr>
          <p:nvPr userDrawn="1"/>
        </p:nvPicPr>
        <p:blipFill>
          <a:blip r:embed="rId2"/>
          <a:stretch>
            <a:fillRect/>
          </a:stretch>
        </p:blipFill>
        <p:spPr>
          <a:xfrm>
            <a:off x="693411" y="2176340"/>
            <a:ext cx="1569578" cy="972126"/>
          </a:xfrm>
          <a:prstGeom prst="rect">
            <a:avLst/>
          </a:prstGeom>
        </p:spPr>
      </p:pic>
    </p:spTree>
    <p:extLst>
      <p:ext uri="{BB962C8B-B14F-4D97-AF65-F5344CB8AC3E}">
        <p14:creationId xmlns:p14="http://schemas.microsoft.com/office/powerpoint/2010/main" val="3634648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sclaimer and Attribution">
    <p:bg>
      <p:bgPr>
        <a:solidFill>
          <a:schemeClr val="tx2"/>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E88497C-C551-4465-9953-8BC43D9E0208}"/>
              </a:ext>
            </a:extLst>
          </p:cNvPr>
          <p:cNvSpPr/>
          <p:nvPr/>
        </p:nvSpPr>
        <p:spPr>
          <a:xfrm>
            <a:off x="622291" y="2393810"/>
            <a:ext cx="5608321" cy="656591"/>
          </a:xfrm>
          <a:prstGeom prst="rect">
            <a:avLst/>
          </a:prstGeom>
        </p:spPr>
        <p:txBody>
          <a:bodyPr vert="horz" lIns="91440" tIns="45720" rIns="91440" bIns="45720" rtlCol="0" anchor="ctr">
            <a:noAutofit/>
          </a:bodyPr>
          <a:lstStyle/>
          <a:p>
            <a:r>
              <a:rPr lang="en-US" sz="2400" b="1" i="0" u="none" strike="noStrike" kern="1200" dirty="0">
                <a:solidFill>
                  <a:schemeClr val="bg1"/>
                </a:solidFill>
                <a:effectLst/>
                <a:latin typeface="+mn-lt"/>
                <a:ea typeface="+mn-ea"/>
                <a:cs typeface="+mn-cs"/>
              </a:rPr>
              <a:t>Disclaimer and Attribution</a:t>
            </a:r>
            <a:endParaRPr lang="en-US" sz="2400" b="0" i="0" u="none" strike="noStrike" kern="1200" dirty="0">
              <a:solidFill>
                <a:schemeClr val="bg1"/>
              </a:solidFill>
              <a:effectLst/>
              <a:latin typeface="+mn-lt"/>
              <a:ea typeface="+mn-ea"/>
              <a:cs typeface="+mn-cs"/>
            </a:endParaRPr>
          </a:p>
        </p:txBody>
      </p:sp>
      <p:sp>
        <p:nvSpPr>
          <p:cNvPr id="7" name="Rectangle 6">
            <a:extLst>
              <a:ext uri="{FF2B5EF4-FFF2-40B4-BE49-F238E27FC236}">
                <a16:creationId xmlns:a16="http://schemas.microsoft.com/office/drawing/2014/main" id="{592EA454-74F4-0847-8EA2-1E94A436814E}"/>
              </a:ext>
            </a:extLst>
          </p:cNvPr>
          <p:cNvSpPr/>
          <p:nvPr userDrawn="1"/>
        </p:nvSpPr>
        <p:spPr>
          <a:xfrm>
            <a:off x="10058400" y="6109945"/>
            <a:ext cx="1752600" cy="6621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D042C449-64BB-9849-8FF2-4E5299BD1AF1}"/>
              </a:ext>
            </a:extLst>
          </p:cNvPr>
          <p:cNvPicPr>
            <a:picLocks noChangeAspect="1"/>
          </p:cNvPicPr>
          <p:nvPr userDrawn="1"/>
        </p:nvPicPr>
        <p:blipFill>
          <a:blip r:embed="rId2"/>
          <a:stretch>
            <a:fillRect/>
          </a:stretch>
        </p:blipFill>
        <p:spPr>
          <a:xfrm>
            <a:off x="693411" y="5892800"/>
            <a:ext cx="885113" cy="548199"/>
          </a:xfrm>
          <a:prstGeom prst="rect">
            <a:avLst/>
          </a:prstGeom>
        </p:spPr>
      </p:pic>
      <p:sp>
        <p:nvSpPr>
          <p:cNvPr id="11" name="Rectangle 10">
            <a:extLst>
              <a:ext uri="{FF2B5EF4-FFF2-40B4-BE49-F238E27FC236}">
                <a16:creationId xmlns:a16="http://schemas.microsoft.com/office/drawing/2014/main" id="{1E782F75-D84E-E645-83B8-15BBE61BA1E7}"/>
              </a:ext>
            </a:extLst>
          </p:cNvPr>
          <p:cNvSpPr/>
          <p:nvPr userDrawn="1"/>
        </p:nvSpPr>
        <p:spPr>
          <a:xfrm>
            <a:off x="622291" y="3172950"/>
            <a:ext cx="11102349" cy="2238036"/>
          </a:xfrm>
          <a:prstGeom prst="rect">
            <a:avLst/>
          </a:prstGeom>
        </p:spPr>
        <p:txBody>
          <a:bodyPr vert="horz" lIns="91440" tIns="45720" rIns="91440" bIns="45720" rtlCol="0" anchor="ctr">
            <a:noAutofit/>
          </a:bodyPr>
          <a:lstStyle/>
          <a:p>
            <a:pPr marL="0" marR="0" lvl="0" indent="0" algn="l" defTabSz="1219261" rtl="0" eaLnBrk="1" fontAlgn="auto" latinLnBrk="0" hangingPunct="1">
              <a:lnSpc>
                <a:spcPct val="100000"/>
              </a:lnSpc>
              <a:spcBef>
                <a:spcPts val="300"/>
              </a:spcBef>
              <a:spcAft>
                <a:spcPts val="0"/>
              </a:spcAft>
              <a:buClr>
                <a:srgbClr val="E20000"/>
              </a:buClr>
              <a:buSzPct val="80000"/>
              <a:buFont typeface="Webdings" panose="05030102010509060703" pitchFamily="18" charset="2"/>
              <a:buNone/>
              <a:tabLst/>
              <a:defRPr/>
            </a:pPr>
            <a:r>
              <a:rPr kumimoji="0" lang="en-US" sz="1200" b="0" i="0" u="none" strike="noStrike" kern="1200" cap="none" spc="0" normalizeH="0" baseline="0" noProof="0" dirty="0">
                <a:ln>
                  <a:noFill/>
                </a:ln>
                <a:solidFill>
                  <a:srgbClr val="FFFFFF"/>
                </a:solidFill>
                <a:effectLst/>
                <a:uLnTx/>
                <a:uFillTx/>
                <a:latin typeface="Arial" charset="0"/>
                <a:cs typeface="Arial" charset="0"/>
              </a:rPr>
              <a:t>The information contained herein is for informational purposes only and is subject to change without notice. While every precaution has been taken in the preparation of this document, it may contain technical inaccuracies, omissions and typographical errors, and AMD is under no obligation to update or otherwise correct this information. Advanced Micro Devices, Inc. makes no representations or warranties with respect to the accuracy or completeness of the contents of this document, and assumes no liability of any kind, including the implied warranties of noninfringement, merchantability or fitness for particular purposes, with respect to the operation or use of AMD hardware, software or other products described herein. No license, including implied or arising by estoppel, to any intellectual property rights is granted by this document. Terms and limitations applicable to the purchase or use of AMD’s products are as set forth in a signed agreement between the parties or in AMD's Standard Terms and Conditions of Sale. GD-18</a:t>
            </a:r>
          </a:p>
          <a:p>
            <a:pPr marL="0" marR="0" lvl="0" indent="0" algn="l" defTabSz="1219261" rtl="0" eaLnBrk="1" fontAlgn="auto" latinLnBrk="0" hangingPunct="1">
              <a:lnSpc>
                <a:spcPct val="100000"/>
              </a:lnSpc>
              <a:spcBef>
                <a:spcPts val="1600"/>
              </a:spcBef>
              <a:spcAft>
                <a:spcPts val="0"/>
              </a:spcAft>
              <a:buClr>
                <a:srgbClr val="E20000"/>
              </a:buClr>
              <a:buSzPct val="80000"/>
              <a:buFont typeface="Webdings" panose="05030102010509060703" pitchFamily="18" charset="2"/>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Copyright 2021 Advanced Micro Devices, Inc.  All rights reserved.  Xilinx, the Xilinx logo, AMD, the AMD Arrow logo,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Alveo</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Artix</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Kintex</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Kria</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Spartan, Versal, Vitis,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Virtex</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Vivado</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Zynq, and other designated brands included herein are trademarks of Advanced Micro Devices, Inc.  Other product names used in this publication are for identification purposes only and may be trademarks of their respective companies.  </a:t>
            </a:r>
            <a:endParaRPr kumimoji="0" lang="en-US" sz="1200" b="0" i="0" u="none" strike="noStrike" kern="1200" cap="none" spc="0" normalizeH="0" baseline="0" noProof="0" dirty="0">
              <a:ln>
                <a:noFill/>
              </a:ln>
              <a:solidFill>
                <a:srgbClr val="00B2BA"/>
              </a:solidFill>
              <a:effectLst/>
              <a:uLnTx/>
              <a:uFillTx/>
              <a:latin typeface="Arial" panose="020B0604020202020204" pitchFamily="34" charset="0"/>
              <a:ea typeface="+mn-ea"/>
              <a:cs typeface="Arial" panose="020B0604020202020204" pitchFamily="34" charset="0"/>
            </a:endParaRPr>
          </a:p>
          <a:p>
            <a:pPr marL="0" marR="0" lvl="0" indent="0" algn="l" defTabSz="1219261" rtl="0" eaLnBrk="1" fontAlgn="auto" latinLnBrk="0" hangingPunct="1">
              <a:lnSpc>
                <a:spcPct val="100000"/>
              </a:lnSpc>
              <a:spcBef>
                <a:spcPts val="300"/>
              </a:spcBef>
              <a:spcAft>
                <a:spcPts val="0"/>
              </a:spcAft>
              <a:buClr>
                <a:srgbClr val="E20000"/>
              </a:buClr>
              <a:buSzPct val="80000"/>
              <a:buFont typeface="Webdings" panose="05030102010509060703" pitchFamily="18" charset="2"/>
              <a:buNone/>
              <a:tabLst/>
              <a:defRPr/>
            </a:pPr>
            <a:endParaRPr kumimoji="0" lang="en-US" sz="1200" b="0" i="0" u="none" strike="noStrike" kern="1200" cap="none" spc="0" normalizeH="0" baseline="0" noProof="0" dirty="0">
              <a:ln>
                <a:noFill/>
              </a:ln>
              <a:solidFill>
                <a:srgbClr val="FFFFFF"/>
              </a:solidFill>
              <a:effectLst/>
              <a:uLnTx/>
              <a:uFillTx/>
              <a:latin typeface="Arial" charset="0"/>
              <a:cs typeface="Arial" charset="0"/>
            </a:endParaRPr>
          </a:p>
        </p:txBody>
      </p:sp>
    </p:spTree>
    <p:extLst>
      <p:ext uri="{BB962C8B-B14F-4D97-AF65-F5344CB8AC3E}">
        <p14:creationId xmlns:p14="http://schemas.microsoft.com/office/powerpoint/2010/main" val="3320308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Title and Content (WHI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idx="1"/>
          </p:nvPr>
        </p:nvSpPr>
        <p:spPr>
          <a:xfrm>
            <a:off x="647700" y="1463040"/>
            <a:ext cx="10515600" cy="4759404"/>
          </a:xfrm>
        </p:spPr>
        <p:txBody>
          <a:bodyPr/>
          <a:lstStyle>
            <a:lvl1pPr>
              <a:defRPr>
                <a:solidFill>
                  <a:schemeClr val="tx1"/>
                </a:solidFill>
              </a:defRPr>
            </a:lvl1pPr>
            <a:lvl2pPr>
              <a:defRPr>
                <a:solidFill>
                  <a:schemeClr val="tx1"/>
                </a:solidFill>
              </a:defRPr>
            </a:lvl2pPr>
            <a:lvl3pPr>
              <a:defRPr sz="1600">
                <a:solidFill>
                  <a:schemeClr val="tx1"/>
                </a:solidFill>
              </a:defRPr>
            </a:lvl3pPr>
            <a:lvl4pPr>
              <a:defRPr sz="1400">
                <a:solidFill>
                  <a:schemeClr val="tx1"/>
                </a:solidFill>
              </a:defRPr>
            </a:lvl4pPr>
            <a:lvl5pPr>
              <a:tabLst>
                <a:tab pos="2626525" algn="l"/>
              </a:tabLst>
              <a:defRPr sz="1400">
                <a:solidFill>
                  <a:schemeClr val="tx1"/>
                </a:solidFill>
              </a:defRPr>
            </a:lvl5p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9" name="Slide Number Placeholder 8"/>
          <p:cNvSpPr>
            <a:spLocks noGrp="1"/>
          </p:cNvSpPr>
          <p:nvPr>
            <p:ph type="sldNum" sz="quarter" idx="10"/>
          </p:nvPr>
        </p:nvSpPr>
        <p:spPr/>
        <p:txBody>
          <a:bodyPr/>
          <a:lstStyle/>
          <a:p>
            <a:pPr>
              <a:defRPr/>
            </a:pPr>
            <a:r>
              <a:rPr lang="en-US"/>
              <a:t>Course Intro 01- </a:t>
            </a:r>
            <a:fld id="{060BD193-E118-4B16-863C-C8C12C675E3E}" type="slidenum">
              <a:rPr lang="en-US" smtClean="0"/>
              <a:pPr>
                <a:defRPr/>
              </a:pPr>
              <a:t>‹#›</a:t>
            </a:fld>
            <a:endParaRPr lang="en-US" dirty="0"/>
          </a:p>
        </p:txBody>
      </p:sp>
      <p:sp>
        <p:nvSpPr>
          <p:cNvPr id="5" name="Footer Placeholder 16">
            <a:extLst>
              <a:ext uri="{FF2B5EF4-FFF2-40B4-BE49-F238E27FC236}">
                <a16:creationId xmlns:a16="http://schemas.microsoft.com/office/drawing/2014/main" id="{07B3D65B-8C84-4673-96F4-FC77C8C22315}"/>
              </a:ext>
            </a:extLst>
          </p:cNvPr>
          <p:cNvSpPr>
            <a:spLocks noGrp="1"/>
          </p:cNvSpPr>
          <p:nvPr>
            <p:ph type="ftr" sz="quarter" idx="3"/>
          </p:nvPr>
        </p:nvSpPr>
        <p:spPr>
          <a:xfrm>
            <a:off x="4165601" y="6579165"/>
            <a:ext cx="3860800" cy="246888"/>
          </a:xfrm>
          <a:prstGeom prst="rect">
            <a:avLst/>
          </a:prstGeom>
        </p:spPr>
        <p:txBody>
          <a:bodyPr vert="horz" lIns="91440" tIns="45720" rIns="91440" bIns="45720" rtlCol="0" anchor="ctr"/>
          <a:lstStyle>
            <a:lvl1pPr algn="ctr">
              <a:defRPr sz="1000">
                <a:solidFill>
                  <a:schemeClr val="tx1"/>
                </a:solidFill>
              </a:defRPr>
            </a:lvl1pPr>
          </a:lstStyle>
          <a:p>
            <a:r>
              <a:rPr lang="en-US" dirty="0"/>
              <a:t>© Copyright 2018 Xilinx</a:t>
            </a:r>
          </a:p>
        </p:txBody>
      </p:sp>
    </p:spTree>
    <p:extLst>
      <p:ext uri="{BB962C8B-B14F-4D97-AF65-F5344CB8AC3E}">
        <p14:creationId xmlns:p14="http://schemas.microsoft.com/office/powerpoint/2010/main" val="12667284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9121" y="234696"/>
            <a:ext cx="11033760" cy="975360"/>
          </a:xfrm>
          <a:prstGeom prst="rect">
            <a:avLst/>
          </a:prstGeom>
        </p:spPr>
        <p:txBody>
          <a:bodyPr vert="horz" lIns="91440" tIns="45720" rIns="91440" bIns="45720" rtlCol="0" anchor="t" anchorCtr="0">
            <a:noAutofit/>
          </a:bodyPr>
          <a:lstStyle/>
          <a:p>
            <a:r>
              <a:rPr lang="en-US"/>
              <a:t>Click to edit Master title style</a:t>
            </a:r>
          </a:p>
        </p:txBody>
      </p:sp>
      <p:sp>
        <p:nvSpPr>
          <p:cNvPr id="5" name="Slide Number Placeholder 4"/>
          <p:cNvSpPr>
            <a:spLocks noGrp="1"/>
          </p:cNvSpPr>
          <p:nvPr>
            <p:ph type="sldNum" sz="quarter" idx="4"/>
          </p:nvPr>
        </p:nvSpPr>
        <p:spPr>
          <a:xfrm>
            <a:off x="579121" y="6325606"/>
            <a:ext cx="975360" cy="365125"/>
          </a:xfrm>
          <a:prstGeom prst="rect">
            <a:avLst/>
          </a:prstGeom>
        </p:spPr>
        <p:txBody>
          <a:bodyPr vert="horz" lIns="91440" tIns="45720" rIns="91440" bIns="45720" rtlCol="0" anchor="ctr"/>
          <a:lstStyle>
            <a:lvl1pPr marL="0" indent="0" algn="l">
              <a:buFont typeface="Arial" panose="020B0604020202020204" pitchFamily="34" charset="0"/>
              <a:buNone/>
              <a:defRPr sz="1133" b="1">
                <a:solidFill>
                  <a:schemeClr val="tx1"/>
                </a:solidFill>
              </a:defRPr>
            </a:lvl1pPr>
          </a:lstStyle>
          <a:p>
            <a:fld id="{626C978B-826E-438C-909A-E9C381D3FF04}" type="slidenum">
              <a:rPr lang="en-US" smtClean="0"/>
              <a:pPr/>
              <a:t>‹#›</a:t>
            </a:fld>
            <a:endParaRPr lang="en-US"/>
          </a:p>
        </p:txBody>
      </p:sp>
      <p:sp>
        <p:nvSpPr>
          <p:cNvPr id="3" name="Text Placeholder 2"/>
          <p:cNvSpPr>
            <a:spLocks noGrp="1"/>
          </p:cNvSpPr>
          <p:nvPr>
            <p:ph type="body" idx="1"/>
          </p:nvPr>
        </p:nvSpPr>
        <p:spPr>
          <a:xfrm>
            <a:off x="579121" y="1470401"/>
            <a:ext cx="11033760" cy="4632960"/>
          </a:xfrm>
          <a:prstGeom prst="rect">
            <a:avLst/>
          </a:prstGeom>
        </p:spPr>
        <p:txBody>
          <a:bodyPr vert="horz" lIns="91440" tIns="45720" rIns="91440" bIns="4572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c" descr=" ">
            <a:extLst>
              <a:ext uri="{FF2B5EF4-FFF2-40B4-BE49-F238E27FC236}">
                <a16:creationId xmlns:a16="http://schemas.microsoft.com/office/drawing/2014/main" id="{2512EF35-E7CE-4F2F-A701-CEDB43450107}"/>
              </a:ext>
            </a:extLst>
          </p:cNvPr>
          <p:cNvSpPr txBox="1"/>
          <p:nvPr userDrawn="1"/>
        </p:nvSpPr>
        <p:spPr>
          <a:xfrm>
            <a:off x="0" y="6537960"/>
            <a:ext cx="12192000" cy="223138"/>
          </a:xfrm>
          <a:prstGeom prst="rect">
            <a:avLst/>
          </a:prstGeom>
          <a:noFill/>
        </p:spPr>
        <p:txBody>
          <a:bodyPr vert="horz" rtlCol="0">
            <a:spAutoFit/>
          </a:bodyPr>
          <a:lstStyle/>
          <a:p>
            <a:pPr algn="ctr"/>
            <a:r>
              <a:rPr lang="en-US" sz="850" b="0" i="0" u="none" baseline="0">
                <a:solidFill>
                  <a:srgbClr val="000000"/>
                </a:solidFill>
                <a:latin typeface="Microsoft Sans Serif" panose="020B0604020202020204" pitchFamily="34" charset="0"/>
              </a:rPr>
              <a:t> </a:t>
            </a:r>
          </a:p>
        </p:txBody>
      </p:sp>
      <p:pic>
        <p:nvPicPr>
          <p:cNvPr id="7" name="Picture 6">
            <a:extLst>
              <a:ext uri="{FF2B5EF4-FFF2-40B4-BE49-F238E27FC236}">
                <a16:creationId xmlns:a16="http://schemas.microsoft.com/office/drawing/2014/main" id="{BCBBAE11-7273-0744-B2EB-4D22266C9B89}"/>
              </a:ext>
            </a:extLst>
          </p:cNvPr>
          <p:cNvPicPr>
            <a:picLocks noChangeAspect="1"/>
          </p:cNvPicPr>
          <p:nvPr userDrawn="1"/>
        </p:nvPicPr>
        <p:blipFill>
          <a:blip r:embed="rId12"/>
          <a:stretch>
            <a:fillRect/>
          </a:stretch>
        </p:blipFill>
        <p:spPr>
          <a:xfrm>
            <a:off x="11028823" y="6279370"/>
            <a:ext cx="576531" cy="357077"/>
          </a:xfrm>
          <a:prstGeom prst="rect">
            <a:avLst/>
          </a:prstGeom>
        </p:spPr>
      </p:pic>
    </p:spTree>
    <p:extLst>
      <p:ext uri="{BB962C8B-B14F-4D97-AF65-F5344CB8AC3E}">
        <p14:creationId xmlns:p14="http://schemas.microsoft.com/office/powerpoint/2010/main" val="3868898160"/>
      </p:ext>
    </p:extLst>
  </p:cSld>
  <p:clrMap bg1="lt1" tx1="dk1" bg2="lt2" tx2="dk2" accent1="accent1" accent2="accent2" accent3="accent3" accent4="accent4" accent5="accent5" accent6="accent6" hlink="hlink" folHlink="folHlink"/>
  <p:sldLayoutIdLst>
    <p:sldLayoutId id="2147483985" r:id="rId1"/>
    <p:sldLayoutId id="2147483983" r:id="rId2"/>
    <p:sldLayoutId id="2147483979" r:id="rId3"/>
    <p:sldLayoutId id="2147483973" r:id="rId4"/>
    <p:sldLayoutId id="2147483938" r:id="rId5"/>
    <p:sldLayoutId id="2147483961" r:id="rId6"/>
    <p:sldLayoutId id="2147483982" r:id="rId7"/>
    <p:sldLayoutId id="2147483986" r:id="rId8"/>
    <p:sldLayoutId id="2147483964" r:id="rId9"/>
    <p:sldLayoutId id="2147483988" r:id="rId1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45" rtl="0" eaLnBrk="1" latinLnBrk="0" hangingPunct="1">
        <a:lnSpc>
          <a:spcPct val="90000"/>
        </a:lnSpc>
        <a:spcBef>
          <a:spcPct val="0"/>
        </a:spcBef>
        <a:buNone/>
        <a:defRPr lang="en-US" sz="3200" b="1" i="0" kern="1200" dirty="0" smtClean="0">
          <a:solidFill>
            <a:schemeClr val="tx1"/>
          </a:solidFill>
          <a:latin typeface="Arial" charset="0"/>
          <a:ea typeface="+mj-ea"/>
          <a:cs typeface="Arial" charset="0"/>
        </a:defRPr>
      </a:lvl1pPr>
    </p:titleStyle>
    <p:bodyStyle>
      <a:lvl1pPr marL="234962" indent="-234962" algn="l" defTabSz="1219261" rtl="0" eaLnBrk="1" latinLnBrk="0" hangingPunct="1">
        <a:lnSpc>
          <a:spcPct val="100000"/>
        </a:lnSpc>
        <a:spcBef>
          <a:spcPts val="1600"/>
        </a:spcBef>
        <a:buClr>
          <a:schemeClr val="accent1"/>
        </a:buClr>
        <a:buSzPct val="80000"/>
        <a:buFont typeface="Webdings" panose="05030102010509060703" pitchFamily="18" charset="2"/>
        <a:buChar char="4"/>
        <a:defRPr lang="en-US" sz="2400" b="0" kern="1200" dirty="0" smtClean="0">
          <a:solidFill>
            <a:schemeClr val="tx1"/>
          </a:solidFill>
          <a:latin typeface="Arial" panose="020B0604020202020204" pitchFamily="34" charset="0"/>
          <a:ea typeface="+mn-ea"/>
          <a:cs typeface="Arial" panose="020B0604020202020204" pitchFamily="34" charset="0"/>
        </a:defRPr>
      </a:lvl1pPr>
      <a:lvl2pPr marL="452989" indent="-220144" algn="l" defTabSz="914445" rtl="0" eaLnBrk="1" latinLnBrk="0" hangingPunct="1">
        <a:lnSpc>
          <a:spcPct val="95000"/>
        </a:lnSpc>
        <a:spcBef>
          <a:spcPts val="600"/>
        </a:spcBef>
        <a:buClr>
          <a:schemeClr val="accent1"/>
        </a:buClr>
        <a:buSzPct val="80000"/>
        <a:buFont typeface="Wingdings 3" panose="05040102010807070707" pitchFamily="18" charset="2"/>
        <a:buChar char="¬"/>
        <a:defRPr lang="en-US" sz="2000" kern="1200" dirty="0" smtClean="0">
          <a:solidFill>
            <a:schemeClr val="tx1"/>
          </a:solidFill>
          <a:latin typeface="Arial" panose="020B0604020202020204" pitchFamily="34" charset="0"/>
          <a:ea typeface="+mn-ea"/>
          <a:cs typeface="Arial" panose="020B0604020202020204" pitchFamily="34" charset="0"/>
        </a:defRPr>
      </a:lvl2pPr>
      <a:lvl3pPr marL="685835" indent="-232845" algn="l" defTabSz="914445" rtl="0" eaLnBrk="1" latinLnBrk="0" hangingPunct="1">
        <a:lnSpc>
          <a:spcPct val="95000"/>
        </a:lnSpc>
        <a:spcBef>
          <a:spcPts val="833"/>
        </a:spcBef>
        <a:buClr>
          <a:schemeClr val="tx1"/>
        </a:buClr>
        <a:buSzPct val="80000"/>
        <a:buFont typeface="Wingdings 3" panose="05040102010807070707" pitchFamily="18" charset="2"/>
        <a:buChar char="¬"/>
        <a:defRPr lang="en-US" sz="1600" kern="1200" dirty="0" smtClean="0">
          <a:solidFill>
            <a:schemeClr val="tx1"/>
          </a:solidFill>
          <a:latin typeface="Arial" panose="020B0604020202020204" pitchFamily="34" charset="0"/>
          <a:ea typeface="+mn-ea"/>
          <a:cs typeface="Arial" panose="020B0604020202020204" pitchFamily="34" charset="0"/>
        </a:defRPr>
      </a:lvl3pPr>
      <a:lvl4pPr marL="916563" indent="-230729" algn="l" defTabSz="914445" rtl="0" eaLnBrk="1" latinLnBrk="0" hangingPunct="1">
        <a:lnSpc>
          <a:spcPct val="95000"/>
        </a:lnSpc>
        <a:spcBef>
          <a:spcPts val="833"/>
        </a:spcBef>
        <a:buClr>
          <a:schemeClr val="tx1"/>
        </a:buClr>
        <a:buSzPct val="80000"/>
        <a:buFont typeface="Wingdings 3" panose="05040102010807070707" pitchFamily="18" charset="2"/>
        <a:buChar char="¬"/>
        <a:defRPr lang="en-US" sz="1600" kern="1200" dirty="0" smtClean="0">
          <a:solidFill>
            <a:schemeClr val="tx1"/>
          </a:solidFill>
          <a:latin typeface="Arial" panose="020B0604020202020204" pitchFamily="34" charset="0"/>
          <a:ea typeface="+mn-ea"/>
          <a:cs typeface="Arial" panose="020B0604020202020204" pitchFamily="34" charset="0"/>
        </a:defRPr>
      </a:lvl4pPr>
      <a:lvl5pPr marL="1138824" indent="-222262" algn="l" defTabSz="914445" rtl="0" eaLnBrk="1" latinLnBrk="0" hangingPunct="1">
        <a:lnSpc>
          <a:spcPct val="95000"/>
        </a:lnSpc>
        <a:spcBef>
          <a:spcPts val="833"/>
        </a:spcBef>
        <a:buClr>
          <a:schemeClr val="tx1"/>
        </a:buClr>
        <a:buSzPct val="80000"/>
        <a:buFont typeface="Wingdings 3" panose="05040102010807070707" pitchFamily="18" charset="2"/>
        <a:buChar char="¬"/>
        <a:tabLst/>
        <a:defRPr lang="en-US" sz="1600" kern="1200" dirty="0">
          <a:solidFill>
            <a:schemeClr val="tx1"/>
          </a:solidFill>
          <a:latin typeface="Arial" panose="020B0604020202020204" pitchFamily="34" charset="0"/>
          <a:ea typeface="+mn-ea"/>
          <a:cs typeface="Arial" panose="020B0604020202020204" pitchFamily="34" charset="0"/>
        </a:defRPr>
      </a:lvl5pPr>
      <a:lvl6pPr marL="2514725" indent="-228612" algn="l" defTabSz="91444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948" indent="-228612" algn="l" defTabSz="91444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171" indent="-228612" algn="l" defTabSz="91444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394" indent="-228612" algn="l" defTabSz="91444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en-US"/>
      </a:defPPr>
      <a:lvl1pPr marL="0" algn="l" defTabSz="914445" rtl="0" eaLnBrk="1" latinLnBrk="0" hangingPunct="1">
        <a:defRPr sz="1801" kern="1200">
          <a:solidFill>
            <a:schemeClr val="tx1"/>
          </a:solidFill>
          <a:latin typeface="+mn-lt"/>
          <a:ea typeface="+mn-ea"/>
          <a:cs typeface="+mn-cs"/>
        </a:defRPr>
      </a:lvl1pPr>
      <a:lvl2pPr marL="457223" algn="l" defTabSz="914445" rtl="0" eaLnBrk="1" latinLnBrk="0" hangingPunct="1">
        <a:defRPr sz="1801" kern="1200">
          <a:solidFill>
            <a:schemeClr val="tx1"/>
          </a:solidFill>
          <a:latin typeface="+mn-lt"/>
          <a:ea typeface="+mn-ea"/>
          <a:cs typeface="+mn-cs"/>
        </a:defRPr>
      </a:lvl2pPr>
      <a:lvl3pPr marL="914445" algn="l" defTabSz="914445" rtl="0" eaLnBrk="1" latinLnBrk="0" hangingPunct="1">
        <a:defRPr sz="1801" kern="1200">
          <a:solidFill>
            <a:schemeClr val="tx1"/>
          </a:solidFill>
          <a:latin typeface="+mn-lt"/>
          <a:ea typeface="+mn-ea"/>
          <a:cs typeface="+mn-cs"/>
        </a:defRPr>
      </a:lvl3pPr>
      <a:lvl4pPr marL="1371668" algn="l" defTabSz="914445" rtl="0" eaLnBrk="1" latinLnBrk="0" hangingPunct="1">
        <a:defRPr sz="1801" kern="1200">
          <a:solidFill>
            <a:schemeClr val="tx1"/>
          </a:solidFill>
          <a:latin typeface="+mn-lt"/>
          <a:ea typeface="+mn-ea"/>
          <a:cs typeface="+mn-cs"/>
        </a:defRPr>
      </a:lvl4pPr>
      <a:lvl5pPr marL="1828892" algn="l" defTabSz="914445" rtl="0" eaLnBrk="1" latinLnBrk="0" hangingPunct="1">
        <a:defRPr sz="1801" kern="1200">
          <a:solidFill>
            <a:schemeClr val="tx1"/>
          </a:solidFill>
          <a:latin typeface="+mn-lt"/>
          <a:ea typeface="+mn-ea"/>
          <a:cs typeface="+mn-cs"/>
        </a:defRPr>
      </a:lvl5pPr>
      <a:lvl6pPr marL="2286115" algn="l" defTabSz="914445" rtl="0" eaLnBrk="1" latinLnBrk="0" hangingPunct="1">
        <a:defRPr sz="1801" kern="1200">
          <a:solidFill>
            <a:schemeClr val="tx1"/>
          </a:solidFill>
          <a:latin typeface="+mn-lt"/>
          <a:ea typeface="+mn-ea"/>
          <a:cs typeface="+mn-cs"/>
        </a:defRPr>
      </a:lvl6pPr>
      <a:lvl7pPr marL="2743337" algn="l" defTabSz="914445" rtl="0" eaLnBrk="1" latinLnBrk="0" hangingPunct="1">
        <a:defRPr sz="1801" kern="1200">
          <a:solidFill>
            <a:schemeClr val="tx1"/>
          </a:solidFill>
          <a:latin typeface="+mn-lt"/>
          <a:ea typeface="+mn-ea"/>
          <a:cs typeface="+mn-cs"/>
        </a:defRPr>
      </a:lvl7pPr>
      <a:lvl8pPr marL="3200560" algn="l" defTabSz="914445" rtl="0" eaLnBrk="1" latinLnBrk="0" hangingPunct="1">
        <a:defRPr sz="1801" kern="1200">
          <a:solidFill>
            <a:schemeClr val="tx1"/>
          </a:solidFill>
          <a:latin typeface="+mn-lt"/>
          <a:ea typeface="+mn-ea"/>
          <a:cs typeface="+mn-cs"/>
        </a:defRPr>
      </a:lvl8pPr>
      <a:lvl9pPr marL="3657783" algn="l" defTabSz="914445" rtl="0" eaLnBrk="1" latinLnBrk="0" hangingPunct="1">
        <a:defRPr sz="180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orient="horz" pos="4176" userDrawn="1">
          <p15:clr>
            <a:srgbClr val="F26B43"/>
          </p15:clr>
        </p15:guide>
        <p15:guide id="4" pos="448" userDrawn="1">
          <p15:clr>
            <a:srgbClr val="F26B43"/>
          </p15:clr>
        </p15:guide>
        <p15:guide id="5" pos="7232" userDrawn="1">
          <p15:clr>
            <a:srgbClr val="F26B43"/>
          </p15:clr>
        </p15:guide>
        <p15:guide id="6" orient="horz" pos="208" userDrawn="1">
          <p15:clr>
            <a:srgbClr val="F26B43"/>
          </p15:clr>
        </p15:guide>
        <p15:guide id="7" orient="horz" pos="97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E05BA-2C7D-4921-982A-84A30B5EE55B}"/>
              </a:ext>
            </a:extLst>
          </p:cNvPr>
          <p:cNvSpPr>
            <a:spLocks noGrp="1"/>
          </p:cNvSpPr>
          <p:nvPr>
            <p:ph type="title"/>
          </p:nvPr>
        </p:nvSpPr>
        <p:spPr>
          <a:xfrm>
            <a:off x="579120" y="2700534"/>
            <a:ext cx="10233423" cy="975360"/>
          </a:xfrm>
        </p:spPr>
        <p:txBody>
          <a:bodyPr/>
          <a:lstStyle/>
          <a:p>
            <a:r>
              <a:rPr lang="en-US" altLang="zh-CN" dirty="0"/>
              <a:t>Course Intro </a:t>
            </a:r>
            <a:br>
              <a:rPr lang="en-US" altLang="zh-CN" dirty="0"/>
            </a:br>
            <a:r>
              <a:rPr lang="en-US" altLang="zh-CN" dirty="0"/>
              <a:t>High-Level Synthesis using Vitis HLS</a:t>
            </a:r>
            <a:endParaRPr lang="zh-CN" altLang="en-US" dirty="0"/>
          </a:p>
        </p:txBody>
      </p:sp>
      <p:sp>
        <p:nvSpPr>
          <p:cNvPr id="4" name="Subtitle 3">
            <a:extLst>
              <a:ext uri="{FF2B5EF4-FFF2-40B4-BE49-F238E27FC236}">
                <a16:creationId xmlns:a16="http://schemas.microsoft.com/office/drawing/2014/main" id="{7F7F1FE8-F7DE-4816-854E-F163AD6A1C9B}"/>
              </a:ext>
            </a:extLst>
          </p:cNvPr>
          <p:cNvSpPr>
            <a:spLocks noGrp="1"/>
          </p:cNvSpPr>
          <p:nvPr>
            <p:ph type="subTitle" idx="1"/>
          </p:nvPr>
        </p:nvSpPr>
        <p:spPr>
          <a:xfrm>
            <a:off x="579121" y="4490866"/>
            <a:ext cx="7417990" cy="400110"/>
          </a:xfrm>
        </p:spPr>
        <p:txBody>
          <a:bodyPr/>
          <a:lstStyle/>
          <a:p>
            <a:r>
              <a:rPr lang="en-US" dirty="0"/>
              <a:t>XUP</a:t>
            </a:r>
          </a:p>
        </p:txBody>
      </p:sp>
    </p:spTree>
    <p:extLst>
      <p:ext uri="{BB962C8B-B14F-4D97-AF65-F5344CB8AC3E}">
        <p14:creationId xmlns:p14="http://schemas.microsoft.com/office/powerpoint/2010/main" val="1176036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Course Objectives</a:t>
            </a:r>
          </a:p>
        </p:txBody>
      </p:sp>
      <p:sp>
        <p:nvSpPr>
          <p:cNvPr id="2" name="Content Placeholder 1"/>
          <p:cNvSpPr>
            <a:spLocks noGrp="1"/>
          </p:cNvSpPr>
          <p:nvPr>
            <p:ph idx="1"/>
          </p:nvPr>
        </p:nvSpPr>
        <p:spPr/>
        <p:txBody>
          <a:bodyPr/>
          <a:lstStyle/>
          <a:p>
            <a:r>
              <a:rPr lang="en-US" altLang="zh-CN" dirty="0">
                <a:solidFill>
                  <a:schemeClr val="tx1"/>
                </a:solidFill>
                <a:cs typeface="Arial" pitchFamily="34" charset="0"/>
              </a:rPr>
              <a:t>After completing this course, you will be able to:</a:t>
            </a:r>
          </a:p>
          <a:p>
            <a:pPr lvl="1"/>
            <a:r>
              <a:rPr lang="en-US" dirty="0"/>
              <a:t>Describe the high level synthesis flow</a:t>
            </a:r>
          </a:p>
          <a:p>
            <a:pPr lvl="1"/>
            <a:r>
              <a:rPr lang="en-US" dirty="0"/>
              <a:t>Understand the control and </a:t>
            </a:r>
            <a:r>
              <a:rPr lang="en-US" dirty="0" err="1"/>
              <a:t>datapath</a:t>
            </a:r>
            <a:r>
              <a:rPr lang="en-US" dirty="0"/>
              <a:t> extraction </a:t>
            </a:r>
          </a:p>
          <a:p>
            <a:pPr lvl="1"/>
            <a:r>
              <a:rPr lang="en-US" dirty="0"/>
              <a:t>Describe scheduling and binding phases of the HLS flow</a:t>
            </a:r>
          </a:p>
          <a:p>
            <a:pPr lvl="1"/>
            <a:r>
              <a:rPr lang="en-US" dirty="0"/>
              <a:t>Identify steps involved in validation and verification flows</a:t>
            </a:r>
          </a:p>
          <a:p>
            <a:pPr lvl="1"/>
            <a:r>
              <a:rPr lang="en-US" dirty="0"/>
              <a:t>State various directives which can be helpful in improving performance and resource utilization</a:t>
            </a:r>
          </a:p>
          <a:p>
            <a:pPr lvl="1"/>
            <a:r>
              <a:rPr lang="en-US" dirty="0"/>
              <a:t>Describe how to use OpenCV functions in the Vitis HLS tool</a:t>
            </a:r>
          </a:p>
          <a:p>
            <a:pPr lvl="1"/>
            <a:r>
              <a:rPr lang="en-US" dirty="0"/>
              <a:t>Perform system-level integration of blocks generated by the Vitis HLS tool</a:t>
            </a:r>
          </a:p>
        </p:txBody>
      </p:sp>
      <p:sp>
        <p:nvSpPr>
          <p:cNvPr id="6" name="Footer Placeholder 16">
            <a:extLst>
              <a:ext uri="{FF2B5EF4-FFF2-40B4-BE49-F238E27FC236}">
                <a16:creationId xmlns:a16="http://schemas.microsoft.com/office/drawing/2014/main" id="{0A142047-BA7B-4D9B-B43E-8C20B67DA9F8}"/>
              </a:ext>
            </a:extLst>
          </p:cNvPr>
          <p:cNvSpPr>
            <a:spLocks noGrp="1"/>
          </p:cNvSpPr>
          <p:nvPr>
            <p:ph type="ftr" sz="quarter" idx="3"/>
          </p:nvPr>
        </p:nvSpPr>
        <p:spPr>
          <a:prstGeom prst="rect">
            <a:avLst/>
          </a:prstGeom>
        </p:spPr>
        <p:txBody>
          <a:bodyPr vert="horz" lIns="91440" tIns="45720" rIns="91440" bIns="45720" rtlCol="0" anchor="ctr"/>
          <a:lstStyle>
            <a:lvl1pPr algn="ctr">
              <a:defRPr sz="1000">
                <a:solidFill>
                  <a:schemeClr val="tx1"/>
                </a:solidFill>
              </a:defRPr>
            </a:lvl1pPr>
          </a:lstStyle>
          <a:p>
            <a:r>
              <a:rPr lang="en-US" dirty="0"/>
              <a:t>© Copyright 2018 Xilinx</a:t>
            </a:r>
          </a:p>
        </p:txBody>
      </p:sp>
      <p:sp>
        <p:nvSpPr>
          <p:cNvPr id="5" name="Slide Number Placeholder 4">
            <a:extLst>
              <a:ext uri="{FF2B5EF4-FFF2-40B4-BE49-F238E27FC236}">
                <a16:creationId xmlns:a16="http://schemas.microsoft.com/office/drawing/2014/main" id="{79F5CD42-688C-432F-A65C-8EF6B49EDDF4}"/>
              </a:ext>
            </a:extLst>
          </p:cNvPr>
          <p:cNvSpPr>
            <a:spLocks noGrp="1"/>
          </p:cNvSpPr>
          <p:nvPr>
            <p:ph type="sldNum" sz="quarter" idx="10"/>
          </p:nvPr>
        </p:nvSpPr>
        <p:spPr/>
        <p:txBody>
          <a:bodyPr/>
          <a:lstStyle/>
          <a:p>
            <a:pPr>
              <a:defRPr/>
            </a:pPr>
            <a:r>
              <a:rPr lang="en-US"/>
              <a:t>Course Intro 01- </a:t>
            </a:r>
            <a:fld id="{060BD193-E118-4B16-863C-C8C12C675E3E}" type="slidenum">
              <a:rPr lang="en-US" smtClean="0"/>
              <a:pPr>
                <a:defRPr/>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dirty="0"/>
              <a:t>Course Outline</a:t>
            </a:r>
            <a:br>
              <a:rPr lang="en-US" dirty="0"/>
            </a:br>
            <a:r>
              <a:rPr lang="en-US" dirty="0"/>
              <a:t>Day 1</a:t>
            </a:r>
          </a:p>
        </p:txBody>
      </p:sp>
      <p:sp>
        <p:nvSpPr>
          <p:cNvPr id="5123" name="Rectangle 3"/>
          <p:cNvSpPr>
            <a:spLocks noGrp="1" noChangeArrowheads="1"/>
          </p:cNvSpPr>
          <p:nvPr>
            <p:ph idx="1"/>
          </p:nvPr>
        </p:nvSpPr>
        <p:spPr/>
        <p:txBody>
          <a:bodyPr/>
          <a:lstStyle/>
          <a:p>
            <a:pPr>
              <a:buFont typeface="Arial" charset="0"/>
              <a:buNone/>
            </a:pPr>
            <a:r>
              <a:rPr lang="en-US" b="1" dirty="0"/>
              <a:t>The course consists of the following modules:</a:t>
            </a:r>
          </a:p>
          <a:p>
            <a:r>
              <a:rPr lang="en-US" dirty="0"/>
              <a:t>Introduction to High-Level Synthesis (HLS)</a:t>
            </a:r>
          </a:p>
          <a:p>
            <a:r>
              <a:rPr lang="en-US" dirty="0"/>
              <a:t>Using Vitis HLS</a:t>
            </a:r>
          </a:p>
          <a:p>
            <a:r>
              <a:rPr lang="en-US" dirty="0"/>
              <a:t>Lab 1: Creating Project and Understanding Reports</a:t>
            </a:r>
          </a:p>
          <a:p>
            <a:r>
              <a:rPr lang="en-US" dirty="0"/>
              <a:t>Improving Performance</a:t>
            </a:r>
          </a:p>
          <a:p>
            <a:r>
              <a:rPr lang="en-US" dirty="0"/>
              <a:t>Lab 2: Optimizing Performance through Pipelining</a:t>
            </a:r>
          </a:p>
          <a:p>
            <a:r>
              <a:rPr lang="en-US" dirty="0"/>
              <a:t>Data Types</a:t>
            </a:r>
          </a:p>
        </p:txBody>
      </p:sp>
      <p:sp>
        <p:nvSpPr>
          <p:cNvPr id="6" name="Footer Placeholder 16">
            <a:extLst>
              <a:ext uri="{FF2B5EF4-FFF2-40B4-BE49-F238E27FC236}">
                <a16:creationId xmlns:a16="http://schemas.microsoft.com/office/drawing/2014/main" id="{5EF3A203-3455-4027-903A-038022577DB8}"/>
              </a:ext>
            </a:extLst>
          </p:cNvPr>
          <p:cNvSpPr>
            <a:spLocks noGrp="1"/>
          </p:cNvSpPr>
          <p:nvPr>
            <p:ph type="ftr" sz="quarter" idx="3"/>
          </p:nvPr>
        </p:nvSpPr>
        <p:spPr>
          <a:prstGeom prst="rect">
            <a:avLst/>
          </a:prstGeom>
        </p:spPr>
        <p:txBody>
          <a:bodyPr vert="horz" lIns="91440" tIns="45720" rIns="91440" bIns="45720" rtlCol="0" anchor="ctr"/>
          <a:lstStyle>
            <a:lvl1pPr algn="ctr">
              <a:defRPr sz="1000">
                <a:solidFill>
                  <a:schemeClr val="tx1"/>
                </a:solidFill>
              </a:defRPr>
            </a:lvl1pPr>
          </a:lstStyle>
          <a:p>
            <a:r>
              <a:rPr lang="en-US" dirty="0"/>
              <a:t>© Copyright 2018 Xilinx</a:t>
            </a:r>
          </a:p>
        </p:txBody>
      </p:sp>
      <p:sp>
        <p:nvSpPr>
          <p:cNvPr id="2" name="Slide Number Placeholder 1">
            <a:extLst>
              <a:ext uri="{FF2B5EF4-FFF2-40B4-BE49-F238E27FC236}">
                <a16:creationId xmlns:a16="http://schemas.microsoft.com/office/drawing/2014/main" id="{AC7229E4-B606-4788-B650-9D20DA7B9BE6}"/>
              </a:ext>
            </a:extLst>
          </p:cNvPr>
          <p:cNvSpPr>
            <a:spLocks noGrp="1"/>
          </p:cNvSpPr>
          <p:nvPr>
            <p:ph type="sldNum" sz="quarter" idx="10"/>
          </p:nvPr>
        </p:nvSpPr>
        <p:spPr/>
        <p:txBody>
          <a:bodyPr/>
          <a:lstStyle/>
          <a:p>
            <a:pPr>
              <a:defRPr/>
            </a:pPr>
            <a:r>
              <a:rPr lang="en-US"/>
              <a:t>Course Intro 01- </a:t>
            </a:r>
            <a:fld id="{060BD193-E118-4B16-863C-C8C12C675E3E}" type="slidenum">
              <a:rPr lang="en-US" smtClean="0"/>
              <a:pPr>
                <a:defRPr/>
              </a:pPr>
              <a:t>3</a:t>
            </a:fld>
            <a:endParaRPr lang="en-US"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dirty="0"/>
              <a:t>Course Outline </a:t>
            </a:r>
            <a:br>
              <a:rPr lang="en-US" dirty="0"/>
            </a:br>
            <a:r>
              <a:rPr lang="en-US" dirty="0"/>
              <a:t>Day 2</a:t>
            </a:r>
          </a:p>
        </p:txBody>
      </p:sp>
      <p:sp>
        <p:nvSpPr>
          <p:cNvPr id="6147" name="Rectangle 3"/>
          <p:cNvSpPr>
            <a:spLocks noGrp="1" noChangeArrowheads="1"/>
          </p:cNvSpPr>
          <p:nvPr>
            <p:ph idx="1"/>
          </p:nvPr>
        </p:nvSpPr>
        <p:spPr/>
        <p:txBody>
          <a:bodyPr/>
          <a:lstStyle/>
          <a:p>
            <a:r>
              <a:rPr lang="en-US" dirty="0"/>
              <a:t>Improving Area and Resources Utilization</a:t>
            </a:r>
          </a:p>
          <a:p>
            <a:r>
              <a:rPr lang="en-US" dirty="0"/>
              <a:t>Lab 3: Improving Area and Resources Utilization</a:t>
            </a:r>
          </a:p>
          <a:p>
            <a:r>
              <a:rPr lang="en-US" dirty="0"/>
              <a:t>Handling Block- and Ports- Level Protocols</a:t>
            </a:r>
          </a:p>
          <a:p>
            <a:r>
              <a:rPr lang="en-US" dirty="0"/>
              <a:t>Coding Considerations</a:t>
            </a:r>
          </a:p>
          <a:p>
            <a:r>
              <a:rPr lang="en-US" dirty="0"/>
              <a:t>Creating a Processor System</a:t>
            </a:r>
          </a:p>
          <a:p>
            <a:r>
              <a:rPr lang="en-US" dirty="0"/>
              <a:t>Lab 4: Creating a Processor System to filter Audio Signal</a:t>
            </a:r>
          </a:p>
        </p:txBody>
      </p:sp>
      <p:sp>
        <p:nvSpPr>
          <p:cNvPr id="7" name="Footer Placeholder 16">
            <a:extLst>
              <a:ext uri="{FF2B5EF4-FFF2-40B4-BE49-F238E27FC236}">
                <a16:creationId xmlns:a16="http://schemas.microsoft.com/office/drawing/2014/main" id="{45305CF6-C53C-4781-A999-BD8EFB332A27}"/>
              </a:ext>
            </a:extLst>
          </p:cNvPr>
          <p:cNvSpPr>
            <a:spLocks noGrp="1"/>
          </p:cNvSpPr>
          <p:nvPr>
            <p:ph type="ftr" sz="quarter" idx="3"/>
          </p:nvPr>
        </p:nvSpPr>
        <p:spPr>
          <a:prstGeom prst="rect">
            <a:avLst/>
          </a:prstGeom>
        </p:spPr>
        <p:txBody>
          <a:bodyPr vert="horz" lIns="91440" tIns="45720" rIns="91440" bIns="45720" rtlCol="0" anchor="ctr"/>
          <a:lstStyle>
            <a:lvl1pPr algn="ctr">
              <a:defRPr sz="1000">
                <a:solidFill>
                  <a:schemeClr val="tx1"/>
                </a:solidFill>
              </a:defRPr>
            </a:lvl1pPr>
          </a:lstStyle>
          <a:p>
            <a:r>
              <a:rPr lang="en-US" dirty="0"/>
              <a:t>© Copyright 2018 Xilinx</a:t>
            </a:r>
          </a:p>
        </p:txBody>
      </p:sp>
      <p:sp>
        <p:nvSpPr>
          <p:cNvPr id="2" name="Slide Number Placeholder 1">
            <a:extLst>
              <a:ext uri="{FF2B5EF4-FFF2-40B4-BE49-F238E27FC236}">
                <a16:creationId xmlns:a16="http://schemas.microsoft.com/office/drawing/2014/main" id="{957CB1C1-F75E-4070-81D2-4396C98E9538}"/>
              </a:ext>
            </a:extLst>
          </p:cNvPr>
          <p:cNvSpPr>
            <a:spLocks noGrp="1"/>
          </p:cNvSpPr>
          <p:nvPr>
            <p:ph type="sldNum" sz="quarter" idx="10"/>
          </p:nvPr>
        </p:nvSpPr>
        <p:spPr/>
        <p:txBody>
          <a:bodyPr/>
          <a:lstStyle/>
          <a:p>
            <a:pPr>
              <a:defRPr/>
            </a:pPr>
            <a:r>
              <a:rPr lang="en-US"/>
              <a:t>Course Intro 01- </a:t>
            </a:r>
            <a:fld id="{060BD193-E118-4B16-863C-C8C12C675E3E}" type="slidenum">
              <a:rPr lang="en-US" smtClean="0"/>
              <a:pPr>
                <a:defRPr/>
              </a:pPr>
              <a:t>4</a:t>
            </a:fld>
            <a:endParaRPr lang="en-US"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a:spLocks noGrp="1" noChangeArrowheads="1"/>
          </p:cNvSpPr>
          <p:nvPr>
            <p:ph type="title"/>
          </p:nvPr>
        </p:nvSpPr>
        <p:spPr/>
        <p:txBody>
          <a:bodyPr/>
          <a:lstStyle/>
          <a:p>
            <a:r>
              <a:rPr lang="en-US" dirty="0"/>
              <a:t>Prerequisites</a:t>
            </a:r>
          </a:p>
        </p:txBody>
      </p:sp>
      <p:sp>
        <p:nvSpPr>
          <p:cNvPr id="7171" name="Rectangle 5"/>
          <p:cNvSpPr>
            <a:spLocks noGrp="1" noChangeArrowheads="1"/>
          </p:cNvSpPr>
          <p:nvPr>
            <p:ph idx="1"/>
          </p:nvPr>
        </p:nvSpPr>
        <p:spPr/>
        <p:txBody>
          <a:bodyPr/>
          <a:lstStyle/>
          <a:p>
            <a:r>
              <a:rPr lang="en-US" dirty="0"/>
              <a:t>Familiarity with the Xilinx Vitis Design Suite tool set</a:t>
            </a:r>
          </a:p>
          <a:p>
            <a:r>
              <a:rPr lang="en-US" dirty="0"/>
              <a:t>Basic C programming</a:t>
            </a:r>
          </a:p>
          <a:p>
            <a:r>
              <a:rPr lang="en-US" dirty="0"/>
              <a:t>Basic understanding of a processor-based system</a:t>
            </a:r>
          </a:p>
        </p:txBody>
      </p:sp>
      <p:sp>
        <p:nvSpPr>
          <p:cNvPr id="6" name="Footer Placeholder 16">
            <a:extLst>
              <a:ext uri="{FF2B5EF4-FFF2-40B4-BE49-F238E27FC236}">
                <a16:creationId xmlns:a16="http://schemas.microsoft.com/office/drawing/2014/main" id="{DFFF4ECA-6E47-4B98-A02D-7CC105E67F77}"/>
              </a:ext>
            </a:extLst>
          </p:cNvPr>
          <p:cNvSpPr>
            <a:spLocks noGrp="1"/>
          </p:cNvSpPr>
          <p:nvPr>
            <p:ph type="ftr" sz="quarter" idx="3"/>
          </p:nvPr>
        </p:nvSpPr>
        <p:spPr>
          <a:prstGeom prst="rect">
            <a:avLst/>
          </a:prstGeom>
        </p:spPr>
        <p:txBody>
          <a:bodyPr vert="horz" lIns="91440" tIns="45720" rIns="91440" bIns="45720" rtlCol="0" anchor="ctr"/>
          <a:lstStyle>
            <a:lvl1pPr algn="ctr">
              <a:defRPr sz="1000">
                <a:solidFill>
                  <a:schemeClr val="tx1"/>
                </a:solidFill>
              </a:defRPr>
            </a:lvl1pPr>
          </a:lstStyle>
          <a:p>
            <a:r>
              <a:rPr lang="en-US" dirty="0"/>
              <a:t>© Copyright 2018 Xilinx</a:t>
            </a:r>
          </a:p>
        </p:txBody>
      </p:sp>
      <p:sp>
        <p:nvSpPr>
          <p:cNvPr id="2" name="Slide Number Placeholder 1">
            <a:extLst>
              <a:ext uri="{FF2B5EF4-FFF2-40B4-BE49-F238E27FC236}">
                <a16:creationId xmlns:a16="http://schemas.microsoft.com/office/drawing/2014/main" id="{7306B55D-8FB3-4359-9509-972C950EF0D9}"/>
              </a:ext>
            </a:extLst>
          </p:cNvPr>
          <p:cNvSpPr>
            <a:spLocks noGrp="1"/>
          </p:cNvSpPr>
          <p:nvPr>
            <p:ph type="sldNum" sz="quarter" idx="10"/>
          </p:nvPr>
        </p:nvSpPr>
        <p:spPr/>
        <p:txBody>
          <a:bodyPr/>
          <a:lstStyle/>
          <a:p>
            <a:pPr>
              <a:defRPr/>
            </a:pPr>
            <a:r>
              <a:rPr lang="en-US"/>
              <a:t>Course Intro 01- </a:t>
            </a:r>
            <a:fld id="{060BD193-E118-4B16-863C-C8C12C675E3E}" type="slidenum">
              <a:rPr lang="en-US" smtClean="0"/>
              <a:pPr>
                <a:defRPr/>
              </a:pPr>
              <a:t>5</a:t>
            </a:fld>
            <a:endParaRPr lang="en-US" dirty="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p:txBody>
          <a:bodyPr/>
          <a:lstStyle/>
          <a:p>
            <a:r>
              <a:rPr lang="en-US" altLang="zh-CN" dirty="0">
                <a:ea typeface="宋体" charset="-122"/>
              </a:rPr>
              <a:t>Platform Support</a:t>
            </a:r>
            <a:endParaRPr lang="zh-CN" altLang="en-US" dirty="0">
              <a:ea typeface="宋体" charset="-122"/>
            </a:endParaRPr>
          </a:p>
        </p:txBody>
      </p:sp>
      <p:sp>
        <p:nvSpPr>
          <p:cNvPr id="8195" name="内容占位符 2"/>
          <p:cNvSpPr>
            <a:spLocks noGrp="1"/>
          </p:cNvSpPr>
          <p:nvPr>
            <p:ph idx="1"/>
          </p:nvPr>
        </p:nvSpPr>
        <p:spPr/>
        <p:txBody>
          <a:bodyPr/>
          <a:lstStyle/>
          <a:p>
            <a:r>
              <a:rPr lang="en-US" altLang="zh-CN" dirty="0">
                <a:solidFill>
                  <a:schemeClr val="tx1"/>
                </a:solidFill>
                <a:ea typeface="宋体" charset="-122"/>
              </a:rPr>
              <a:t>Vitis Design Suite: Vitis HLS 2021.2</a:t>
            </a:r>
          </a:p>
          <a:p>
            <a:r>
              <a:rPr lang="en-US" altLang="zh-CN" dirty="0">
                <a:solidFill>
                  <a:schemeClr val="tx1"/>
                </a:solidFill>
                <a:ea typeface="宋体" charset="-122"/>
              </a:rPr>
              <a:t>Xilinx University board</a:t>
            </a:r>
          </a:p>
          <a:p>
            <a:pPr lvl="1"/>
            <a:r>
              <a:rPr lang="en-US" altLang="zh-CN" dirty="0">
                <a:ea typeface="宋体" charset="-122"/>
              </a:rPr>
              <a:t>PYNQ-Z2, PYNQ-Z1</a:t>
            </a:r>
          </a:p>
          <a:p>
            <a:r>
              <a:rPr lang="en-US" altLang="zh-CN" dirty="0">
                <a:solidFill>
                  <a:schemeClr val="tx1"/>
                </a:solidFill>
                <a:ea typeface="宋体" charset="-122"/>
              </a:rPr>
              <a:t>Supported </a:t>
            </a:r>
            <a:r>
              <a:rPr lang="en-US" altLang="zh-CN">
                <a:solidFill>
                  <a:schemeClr val="tx1"/>
                </a:solidFill>
                <a:ea typeface="宋体" charset="-122"/>
              </a:rPr>
              <a:t>Operating Systems</a:t>
            </a:r>
            <a:endParaRPr lang="en-US" altLang="zh-CN" dirty="0">
              <a:ea typeface="宋体" charset="-122"/>
            </a:endParaRPr>
          </a:p>
          <a:p>
            <a:pPr lvl="1"/>
            <a:r>
              <a:rPr lang="en-US" sz="1800" dirty="0"/>
              <a:t>Windows 10 Professional (64-bit)</a:t>
            </a:r>
          </a:p>
          <a:p>
            <a:pPr lvl="1"/>
            <a:r>
              <a:rPr lang="en-US" altLang="zh-CN" dirty="0">
                <a:ea typeface="宋体" charset="-122"/>
              </a:rPr>
              <a:t>Red Hat Enterprise Linux 7.8, 7.9, 8.1, 8.2, 8.3, 8.4 (64 Bit)</a:t>
            </a:r>
          </a:p>
          <a:p>
            <a:pPr lvl="1"/>
            <a:r>
              <a:rPr lang="en-US" altLang="zh-CN" dirty="0">
                <a:ea typeface="宋体" charset="-122"/>
              </a:rPr>
              <a:t>Cent OS 7.8, 7.9, 8.1, 8.2, 8.3 (64 Bit)</a:t>
            </a:r>
          </a:p>
          <a:p>
            <a:pPr lvl="1"/>
            <a:r>
              <a:rPr lang="en-US" altLang="zh-CN" dirty="0">
                <a:ea typeface="宋体" charset="-122"/>
              </a:rPr>
              <a:t>Ubuntu Linux 18.04.4 LTS, 18.04.5 LTS, 20.04 LTS, 20.04.1 LTS, 20.04.2 LTS (64 Bit)</a:t>
            </a:r>
          </a:p>
          <a:p>
            <a:pPr lvl="1"/>
            <a:r>
              <a:rPr lang="en-US" altLang="zh-CN" dirty="0">
                <a:ea typeface="宋体" charset="-122"/>
              </a:rPr>
              <a:t>Amazon Linux 2 AL2 LTS</a:t>
            </a:r>
          </a:p>
        </p:txBody>
      </p:sp>
      <p:sp>
        <p:nvSpPr>
          <p:cNvPr id="6" name="Footer Placeholder 16">
            <a:extLst>
              <a:ext uri="{FF2B5EF4-FFF2-40B4-BE49-F238E27FC236}">
                <a16:creationId xmlns:a16="http://schemas.microsoft.com/office/drawing/2014/main" id="{99BD93F0-2E99-4DA0-AD59-92D17B14C1FE}"/>
              </a:ext>
            </a:extLst>
          </p:cNvPr>
          <p:cNvSpPr>
            <a:spLocks noGrp="1"/>
          </p:cNvSpPr>
          <p:nvPr>
            <p:ph type="ftr" sz="quarter" idx="3"/>
          </p:nvPr>
        </p:nvSpPr>
        <p:spPr>
          <a:prstGeom prst="rect">
            <a:avLst/>
          </a:prstGeom>
        </p:spPr>
        <p:txBody>
          <a:bodyPr vert="horz" lIns="91440" tIns="45720" rIns="91440" bIns="45720" rtlCol="0" anchor="ctr"/>
          <a:lstStyle>
            <a:lvl1pPr algn="ctr">
              <a:defRPr sz="1000">
                <a:solidFill>
                  <a:schemeClr val="tx1"/>
                </a:solidFill>
              </a:defRPr>
            </a:lvl1pPr>
          </a:lstStyle>
          <a:p>
            <a:r>
              <a:rPr lang="en-US" dirty="0"/>
              <a:t>© Copyright 2018 Xilinx</a:t>
            </a:r>
          </a:p>
        </p:txBody>
      </p:sp>
      <p:sp>
        <p:nvSpPr>
          <p:cNvPr id="2" name="Slide Number Placeholder 1">
            <a:extLst>
              <a:ext uri="{FF2B5EF4-FFF2-40B4-BE49-F238E27FC236}">
                <a16:creationId xmlns:a16="http://schemas.microsoft.com/office/drawing/2014/main" id="{642DA651-D770-4698-957E-42B10B096537}"/>
              </a:ext>
            </a:extLst>
          </p:cNvPr>
          <p:cNvSpPr>
            <a:spLocks noGrp="1"/>
          </p:cNvSpPr>
          <p:nvPr>
            <p:ph type="sldNum" sz="quarter" idx="10"/>
          </p:nvPr>
        </p:nvSpPr>
        <p:spPr/>
        <p:txBody>
          <a:bodyPr/>
          <a:lstStyle/>
          <a:p>
            <a:pPr>
              <a:defRPr/>
            </a:pPr>
            <a:r>
              <a:rPr lang="en-US"/>
              <a:t>Course Intro 01- </a:t>
            </a:r>
            <a:fld id="{060BD193-E118-4B16-863C-C8C12C675E3E}" type="slidenum">
              <a:rPr lang="en-US" smtClean="0"/>
              <a:pPr>
                <a:defRPr/>
              </a:pPr>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A217064-6439-443E-9125-1D2BE1C00AB5}"/>
              </a:ext>
            </a:extLst>
          </p:cNvPr>
          <p:cNvSpPr>
            <a:spLocks noGrp="1"/>
          </p:cNvSpPr>
          <p:nvPr>
            <p:ph type="ftr" sz="quarter" idx="3"/>
          </p:nvPr>
        </p:nvSpPr>
        <p:spPr>
          <a:xfrm>
            <a:off x="4164515" y="6579165"/>
            <a:ext cx="3859795" cy="246888"/>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 Copyright 2018 Xilinx</a:t>
            </a:r>
            <a:endParaRPr lang="en-US" dirty="0"/>
          </a:p>
        </p:txBody>
      </p:sp>
    </p:spTree>
    <p:extLst>
      <p:ext uri="{BB962C8B-B14F-4D97-AF65-F5344CB8AC3E}">
        <p14:creationId xmlns:p14="http://schemas.microsoft.com/office/powerpoint/2010/main" val="3957938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Xilinx-5">
  <a:themeElements>
    <a:clrScheme name="Custom 1">
      <a:dk1>
        <a:srgbClr val="0C0C0C"/>
      </a:dk1>
      <a:lt1>
        <a:srgbClr val="FFFFFF"/>
      </a:lt1>
      <a:dk2>
        <a:srgbClr val="161C2E"/>
      </a:dk2>
      <a:lt2>
        <a:srgbClr val="5F5F5F"/>
      </a:lt2>
      <a:accent1>
        <a:srgbClr val="E20000"/>
      </a:accent1>
      <a:accent2>
        <a:srgbClr val="282D3F"/>
      </a:accent2>
      <a:accent3>
        <a:srgbClr val="8D919A"/>
      </a:accent3>
      <a:accent4>
        <a:srgbClr val="055C99"/>
      </a:accent4>
      <a:accent5>
        <a:srgbClr val="0D9079"/>
      </a:accent5>
      <a:accent6>
        <a:srgbClr val="00B2BA"/>
      </a:accent6>
      <a:hlink>
        <a:srgbClr val="055C99"/>
      </a:hlink>
      <a:folHlink>
        <a:srgbClr val="5F5F5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xilinx-amd-corporate-ppt-template-2021" id="{7CC915E4-ED56-F440-A372-8A06D175C5EE}" vid="{9CD3E2E4-A2A3-2840-AEBD-8A66C252938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13AA4F4-3B34-2743-ACD6-F6D573A82AF7}">
  <we:reference id="f9ac8e4d-ed29-46df-aca6-61a4f7a9a1d6" version="1.0.0.1" store="developer" storeType="Registry"/>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8A00A9B6178BD498632E37D0AD5CC8E" ma:contentTypeVersion="3" ma:contentTypeDescription="Create a new document." ma:contentTypeScope="" ma:versionID="fbaca91dc24b034817257c3a25d93af0">
  <xsd:schema xmlns:xsd="http://www.w3.org/2001/XMLSchema" xmlns:xs="http://www.w3.org/2001/XMLSchema" xmlns:p="http://schemas.microsoft.com/office/2006/metadata/properties" xmlns:ns2="ee71d666-e06f-4bed-b53d-75a975332d6d" targetNamespace="http://schemas.microsoft.com/office/2006/metadata/properties" ma:root="true" ma:fieldsID="14a92504b4f4f9b68fc7bcdaff1e0a50" ns2:_="">
    <xsd:import namespace="ee71d666-e06f-4bed-b53d-75a975332d6d"/>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71d666-e06f-4bed-b53d-75a975332d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BE94A12-9E97-40EB-A974-3BC9F5C18103}">
  <ds:schemaRefs>
    <ds:schemaRef ds:uri="http://schemas.microsoft.com/sharepoint/v3/contenttype/forms"/>
  </ds:schemaRefs>
</ds:datastoreItem>
</file>

<file path=customXml/itemProps2.xml><?xml version="1.0" encoding="utf-8"?>
<ds:datastoreItem xmlns:ds="http://schemas.openxmlformats.org/officeDocument/2006/customXml" ds:itemID="{860316F9-D49B-43D3-B1A5-38BBC2E7659C}">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ee71d666-e06f-4bed-b53d-75a975332d6d"/>
    <ds:schemaRef ds:uri="http://purl.org/dc/elements/1.1/"/>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F4DF82DF-52AA-4D1D-AC7B-8F45A830CAF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e71d666-e06f-4bed-b53d-75a975332d6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315</Words>
  <Application>Microsoft Office PowerPoint</Application>
  <PresentationFormat>宽屏</PresentationFormat>
  <Paragraphs>51</Paragraphs>
  <Slides>7</Slides>
  <Notes>3</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7</vt:i4>
      </vt:variant>
    </vt:vector>
  </HeadingPairs>
  <TitlesOfParts>
    <vt:vector size="12" baseType="lpstr">
      <vt:lpstr>Arial</vt:lpstr>
      <vt:lpstr>Microsoft Sans Serif</vt:lpstr>
      <vt:lpstr>Webdings</vt:lpstr>
      <vt:lpstr>Wingdings 3</vt:lpstr>
      <vt:lpstr>Xilinx-5</vt:lpstr>
      <vt:lpstr>Course Intro  High-Level Synthesis using Vitis HLS</vt:lpstr>
      <vt:lpstr>Course Objectives</vt:lpstr>
      <vt:lpstr>Course Outline Day 1</vt:lpstr>
      <vt:lpstr>Course Outline  Day 2</vt:lpstr>
      <vt:lpstr>Prerequisites</vt:lpstr>
      <vt:lpstr>Platform Support</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STOP (Read Instructions Below)</dc:title>
  <dc:subject/>
  <dc:creator/>
  <cp:keywords/>
  <dc:description/>
  <cp:revision>2</cp:revision>
  <dcterms:created xsi:type="dcterms:W3CDTF">2019-10-16T21:50:31Z</dcterms:created>
  <dcterms:modified xsi:type="dcterms:W3CDTF">2022-03-14T10:00:51Z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XilinxClassification">
    <vt:lpwstr>No Markings</vt:lpwstr>
  </property>
  <property fmtid="{D5CDD505-2E9C-101B-9397-08002B2CF9AE}" pid="3" name="IDENTIFIER">
    <vt:lpwstr>12B622CE-7949-4BC8-8A85-7A5041597B9E</vt:lpwstr>
  </property>
  <property fmtid="{D5CDD505-2E9C-101B-9397-08002B2CF9AE}" pid="4" name="TitusGUID">
    <vt:lpwstr>3ccd02ed-9359-48e8-b527-ff05ab9cddfa</vt:lpwstr>
  </property>
  <property fmtid="{D5CDD505-2E9C-101B-9397-08002B2CF9AE}" pid="5" name="ContentTypeId">
    <vt:lpwstr>0x01010058A00A9B6178BD498632E37D0AD5CC8E</vt:lpwstr>
  </property>
</Properties>
</file>