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2" Type="http://schemas.openxmlformats.org/officeDocument/2006/relationships/officeDocument" Target="ppt/presentation.xml"/><Relationship Id="rId1" Type="http://schemas.microsoft.com/office/2011/relationships/webextensiontaskpanes" Target="ppt/webextensions/taskpanes.xml"/><Relationship Id="rId6" Type="http://schemas.openxmlformats.org/officeDocument/2006/relationships/custom-properties" Target="docProps/custom.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saveSubsetFonts="1" autoCompressPictures="0">
  <p:sldMasterIdLst>
    <p:sldMasterId id="2147483930" r:id="rId4"/>
    <p:sldMasterId id="2147483989" r:id="rId5"/>
  </p:sldMasterIdLst>
  <p:notesMasterIdLst>
    <p:notesMasterId r:id="rId63"/>
  </p:notesMasterIdLst>
  <p:handoutMasterIdLst>
    <p:handoutMasterId r:id="rId64"/>
  </p:handoutMasterIdLst>
  <p:sldIdLst>
    <p:sldId id="1001" r:id="rId6"/>
    <p:sldId id="960" r:id="rId7"/>
    <p:sldId id="1013" r:id="rId8"/>
    <p:sldId id="1002" r:id="rId9"/>
    <p:sldId id="962" r:id="rId10"/>
    <p:sldId id="1014" r:id="rId11"/>
    <p:sldId id="963" r:id="rId12"/>
    <p:sldId id="1015" r:id="rId13"/>
    <p:sldId id="1012" r:id="rId14"/>
    <p:sldId id="964" r:id="rId15"/>
    <p:sldId id="1003" r:id="rId16"/>
    <p:sldId id="965" r:id="rId17"/>
    <p:sldId id="966" r:id="rId18"/>
    <p:sldId id="967" r:id="rId19"/>
    <p:sldId id="968" r:id="rId20"/>
    <p:sldId id="969" r:id="rId21"/>
    <p:sldId id="1016" r:id="rId22"/>
    <p:sldId id="970" r:id="rId23"/>
    <p:sldId id="971" r:id="rId24"/>
    <p:sldId id="1017" r:id="rId25"/>
    <p:sldId id="972" r:id="rId26"/>
    <p:sldId id="1018" r:id="rId27"/>
    <p:sldId id="973" r:id="rId28"/>
    <p:sldId id="1019" r:id="rId29"/>
    <p:sldId id="974" r:id="rId30"/>
    <p:sldId id="1020" r:id="rId31"/>
    <p:sldId id="975" r:id="rId32"/>
    <p:sldId id="1021" r:id="rId33"/>
    <p:sldId id="976" r:id="rId34"/>
    <p:sldId id="1022" r:id="rId35"/>
    <p:sldId id="978" r:id="rId36"/>
    <p:sldId id="1023" r:id="rId37"/>
    <p:sldId id="979" r:id="rId38"/>
    <p:sldId id="1024" r:id="rId39"/>
    <p:sldId id="980" r:id="rId40"/>
    <p:sldId id="1025" r:id="rId41"/>
    <p:sldId id="982" r:id="rId42"/>
    <p:sldId id="1026" r:id="rId43"/>
    <p:sldId id="983" r:id="rId44"/>
    <p:sldId id="1027" r:id="rId45"/>
    <p:sldId id="984" r:id="rId46"/>
    <p:sldId id="1028" r:id="rId47"/>
    <p:sldId id="1005" r:id="rId48"/>
    <p:sldId id="1006" r:id="rId49"/>
    <p:sldId id="989" r:id="rId50"/>
    <p:sldId id="999" r:id="rId51"/>
    <p:sldId id="1000" r:id="rId52"/>
    <p:sldId id="1007" r:id="rId53"/>
    <p:sldId id="1031" r:id="rId54"/>
    <p:sldId id="1009" r:id="rId55"/>
    <p:sldId id="1008" r:id="rId56"/>
    <p:sldId id="992" r:id="rId57"/>
    <p:sldId id="1029" r:id="rId58"/>
    <p:sldId id="993" r:id="rId59"/>
    <p:sldId id="1030" r:id="rId60"/>
    <p:sldId id="440" r:id="rId61"/>
    <p:sldId id="3731" r:id="rId62"/>
  </p:sldIdLst>
  <p:sldSz cx="12192000" cy="6858000"/>
  <p:notesSz cx="6858000" cy="9144000"/>
  <p:defaultTextStyle>
    <a:defPPr>
      <a:defRPr lang="en-US"/>
    </a:defPPr>
    <a:lvl1pPr marL="0" algn="l" defTabSz="914240" rtl="0" eaLnBrk="1" latinLnBrk="0" hangingPunct="1">
      <a:defRPr sz="1800" kern="1200">
        <a:solidFill>
          <a:schemeClr val="tx1"/>
        </a:solidFill>
        <a:latin typeface="+mn-lt"/>
        <a:ea typeface="+mn-ea"/>
        <a:cs typeface="+mn-cs"/>
      </a:defRPr>
    </a:lvl1pPr>
    <a:lvl2pPr marL="457120" algn="l" defTabSz="914240" rtl="0" eaLnBrk="1" latinLnBrk="0" hangingPunct="1">
      <a:defRPr sz="1800" kern="1200">
        <a:solidFill>
          <a:schemeClr val="tx1"/>
        </a:solidFill>
        <a:latin typeface="+mn-lt"/>
        <a:ea typeface="+mn-ea"/>
        <a:cs typeface="+mn-cs"/>
      </a:defRPr>
    </a:lvl2pPr>
    <a:lvl3pPr marL="914240" algn="l" defTabSz="914240" rtl="0" eaLnBrk="1" latinLnBrk="0" hangingPunct="1">
      <a:defRPr sz="1800" kern="1200">
        <a:solidFill>
          <a:schemeClr val="tx1"/>
        </a:solidFill>
        <a:latin typeface="+mn-lt"/>
        <a:ea typeface="+mn-ea"/>
        <a:cs typeface="+mn-cs"/>
      </a:defRPr>
    </a:lvl3pPr>
    <a:lvl4pPr marL="1371360" algn="l" defTabSz="914240" rtl="0" eaLnBrk="1" latinLnBrk="0" hangingPunct="1">
      <a:defRPr sz="1800" kern="1200">
        <a:solidFill>
          <a:schemeClr val="tx1"/>
        </a:solidFill>
        <a:latin typeface="+mn-lt"/>
        <a:ea typeface="+mn-ea"/>
        <a:cs typeface="+mn-cs"/>
      </a:defRPr>
    </a:lvl4pPr>
    <a:lvl5pPr marL="1828480" algn="l" defTabSz="914240" rtl="0" eaLnBrk="1" latinLnBrk="0" hangingPunct="1">
      <a:defRPr sz="1800" kern="1200">
        <a:solidFill>
          <a:schemeClr val="tx1"/>
        </a:solidFill>
        <a:latin typeface="+mn-lt"/>
        <a:ea typeface="+mn-ea"/>
        <a:cs typeface="+mn-cs"/>
      </a:defRPr>
    </a:lvl5pPr>
    <a:lvl6pPr marL="2285600" algn="l" defTabSz="914240" rtl="0" eaLnBrk="1" latinLnBrk="0" hangingPunct="1">
      <a:defRPr sz="1800" kern="1200">
        <a:solidFill>
          <a:schemeClr val="tx1"/>
        </a:solidFill>
        <a:latin typeface="+mn-lt"/>
        <a:ea typeface="+mn-ea"/>
        <a:cs typeface="+mn-cs"/>
      </a:defRPr>
    </a:lvl6pPr>
    <a:lvl7pPr marL="2742720" algn="l" defTabSz="914240" rtl="0" eaLnBrk="1" latinLnBrk="0" hangingPunct="1">
      <a:defRPr sz="1800" kern="1200">
        <a:solidFill>
          <a:schemeClr val="tx1"/>
        </a:solidFill>
        <a:latin typeface="+mn-lt"/>
        <a:ea typeface="+mn-ea"/>
        <a:cs typeface="+mn-cs"/>
      </a:defRPr>
    </a:lvl7pPr>
    <a:lvl8pPr marL="3199840" algn="l" defTabSz="914240" rtl="0" eaLnBrk="1" latinLnBrk="0" hangingPunct="1">
      <a:defRPr sz="1800" kern="1200">
        <a:solidFill>
          <a:schemeClr val="tx1"/>
        </a:solidFill>
        <a:latin typeface="+mn-lt"/>
        <a:ea typeface="+mn-ea"/>
        <a:cs typeface="+mn-cs"/>
      </a:defRPr>
    </a:lvl8pPr>
    <a:lvl9pPr marL="3656960" algn="l" defTabSz="91424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guide id="3" orient="horz" pos="1776"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7E7E7"/>
    <a:srgbClr val="A21820"/>
    <a:srgbClr val="171C2D"/>
    <a:srgbClr val="F5811F"/>
    <a:srgbClr val="045C99"/>
    <a:srgbClr val="EB1C23"/>
    <a:srgbClr val="7F7F7F"/>
    <a:srgbClr val="0C0C0C"/>
    <a:srgbClr val="00B2BA"/>
    <a:srgbClr val="8D919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073A0DAA-6AF3-43AB-8588-CEC1D06C72B9}">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85BE263C-DBD7-4A20-BB59-AAB30ACAA65A}" styleName="Medium Style 3 - Accent 2">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2"/>
          </a:solidFill>
        </a:fill>
      </a:tcStyle>
    </a:lastCol>
    <a:firstCol>
      <a:tcTxStyle b="on">
        <a:fontRef idx="minor">
          <a:scrgbClr r="0" g="0" b="0"/>
        </a:fontRef>
        <a:schemeClr val="lt1"/>
      </a:tcTxStyle>
      <a:tcStyle>
        <a:tcBdr/>
        <a:fill>
          <a:solidFill>
            <a:schemeClr val="accent2"/>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2"/>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EB344D84-9AFB-497E-A393-DC336BA19D2E}" styleName="Medium Style 3 - Accent 3">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3"/>
          </a:solidFill>
        </a:fill>
      </a:tcStyle>
    </a:lastCol>
    <a:firstCol>
      <a:tcTxStyle b="on">
        <a:fontRef idx="minor">
          <a:scrgbClr r="0" g="0" b="0"/>
        </a:fontRef>
        <a:schemeClr val="lt1"/>
      </a:tcTxStyle>
      <a:tcStyle>
        <a:tcBdr/>
        <a:fill>
          <a:solidFill>
            <a:schemeClr val="accent3"/>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3"/>
          </a:solidFill>
        </a:fill>
      </a:tcStyle>
    </a:firstRow>
  </a:tblStyle>
  <a:tblStyle styleId="{EB9631B5-78F2-41C9-869B-9F39066F8104}" styleName="Medium Style 3 - Accent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 styleId="{74C1A8A3-306A-4EB7-A6B1-4F7E0EB9C5D6}" styleName="Medium Style 3 - Accent 5">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5"/>
          </a:solidFill>
        </a:fill>
      </a:tcStyle>
    </a:lastCol>
    <a:firstCol>
      <a:tcTxStyle b="on">
        <a:fontRef idx="minor">
          <a:scrgbClr r="0" g="0" b="0"/>
        </a:fontRef>
        <a:schemeClr val="lt1"/>
      </a:tcTxStyle>
      <a:tcStyle>
        <a:tcBdr/>
        <a:fill>
          <a:solidFill>
            <a:schemeClr val="accent5"/>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5"/>
          </a:solidFill>
        </a:fill>
      </a:tcStyle>
    </a:firstRow>
  </a:tblStyle>
  <a:tblStyle styleId="{2A488322-F2BA-4B5B-9748-0D474271808F}" styleName="Medium Style 3 - Accent 6">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6"/>
          </a:solidFill>
        </a:fill>
      </a:tcStyle>
    </a:lastCol>
    <a:firstCol>
      <a:tcTxStyle b="on">
        <a:fontRef idx="minor">
          <a:scrgbClr r="0" g="0" b="0"/>
        </a:fontRef>
        <a:schemeClr val="lt1"/>
      </a:tcTxStyle>
      <a:tcStyle>
        <a:tcBdr/>
        <a:fill>
          <a:solidFill>
            <a:schemeClr val="accent6"/>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8892" autoAdjust="0"/>
    <p:restoredTop sz="82597" autoAdjust="0"/>
  </p:normalViewPr>
  <p:slideViewPr>
    <p:cSldViewPr snapToGrid="0">
      <p:cViewPr varScale="1">
        <p:scale>
          <a:sx n="66" d="100"/>
          <a:sy n="66" d="100"/>
        </p:scale>
        <p:origin x="86" y="154"/>
      </p:cViewPr>
      <p:guideLst>
        <p:guide orient="horz" pos="2160"/>
        <p:guide pos="3840"/>
        <p:guide orient="horz" pos="1776"/>
      </p:guideLst>
    </p:cSldViewPr>
  </p:slideViewPr>
  <p:notesTextViewPr>
    <p:cViewPr>
      <p:scale>
        <a:sx n="1" d="1"/>
        <a:sy n="1" d="1"/>
      </p:scale>
      <p:origin x="0" y="0"/>
    </p:cViewPr>
  </p:notesText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slide" Target="slides/slide21.xml"/><Relationship Id="rId39" Type="http://schemas.openxmlformats.org/officeDocument/2006/relationships/slide" Target="slides/slide34.xml"/><Relationship Id="rId21" Type="http://schemas.openxmlformats.org/officeDocument/2006/relationships/slide" Target="slides/slide16.xml"/><Relationship Id="rId34" Type="http://schemas.openxmlformats.org/officeDocument/2006/relationships/slide" Target="slides/slide29.xml"/><Relationship Id="rId42" Type="http://schemas.openxmlformats.org/officeDocument/2006/relationships/slide" Target="slides/slide37.xml"/><Relationship Id="rId47" Type="http://schemas.openxmlformats.org/officeDocument/2006/relationships/slide" Target="slides/slide42.xml"/><Relationship Id="rId50" Type="http://schemas.openxmlformats.org/officeDocument/2006/relationships/slide" Target="slides/slide45.xml"/><Relationship Id="rId55" Type="http://schemas.openxmlformats.org/officeDocument/2006/relationships/slide" Target="slides/slide50.xml"/><Relationship Id="rId63" Type="http://schemas.openxmlformats.org/officeDocument/2006/relationships/notesMaster" Target="notesMasters/notesMaster1.xml"/><Relationship Id="rId68" Type="http://schemas.openxmlformats.org/officeDocument/2006/relationships/tableStyles" Target="tableStyles.xml"/><Relationship Id="rId7" Type="http://schemas.openxmlformats.org/officeDocument/2006/relationships/slide" Target="slides/slide2.xml"/><Relationship Id="rId2" Type="http://schemas.openxmlformats.org/officeDocument/2006/relationships/customXml" Target="../customXml/item2.xml"/><Relationship Id="rId16" Type="http://schemas.openxmlformats.org/officeDocument/2006/relationships/slide" Target="slides/slide11.xml"/><Relationship Id="rId29" Type="http://schemas.openxmlformats.org/officeDocument/2006/relationships/slide" Target="slides/slide24.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slide" Target="slides/slide6.xml"/><Relationship Id="rId24" Type="http://schemas.openxmlformats.org/officeDocument/2006/relationships/slide" Target="slides/slide19.xml"/><Relationship Id="rId32" Type="http://schemas.openxmlformats.org/officeDocument/2006/relationships/slide" Target="slides/slide27.xml"/><Relationship Id="rId37" Type="http://schemas.openxmlformats.org/officeDocument/2006/relationships/slide" Target="slides/slide32.xml"/><Relationship Id="rId40" Type="http://schemas.openxmlformats.org/officeDocument/2006/relationships/slide" Target="slides/slide35.xml"/><Relationship Id="rId45" Type="http://schemas.openxmlformats.org/officeDocument/2006/relationships/slide" Target="slides/slide40.xml"/><Relationship Id="rId53" Type="http://schemas.openxmlformats.org/officeDocument/2006/relationships/slide" Target="slides/slide48.xml"/><Relationship Id="rId58" Type="http://schemas.openxmlformats.org/officeDocument/2006/relationships/slide" Target="slides/slide53.xml"/><Relationship Id="rId66" Type="http://schemas.openxmlformats.org/officeDocument/2006/relationships/viewProps" Target="viewProps.xml"/><Relationship Id="rId5" Type="http://schemas.openxmlformats.org/officeDocument/2006/relationships/slideMaster" Target="slideMasters/slideMaster2.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slide" Target="slides/slide23.xml"/><Relationship Id="rId36" Type="http://schemas.openxmlformats.org/officeDocument/2006/relationships/slide" Target="slides/slide31.xml"/><Relationship Id="rId49" Type="http://schemas.openxmlformats.org/officeDocument/2006/relationships/slide" Target="slides/slide44.xml"/><Relationship Id="rId57" Type="http://schemas.openxmlformats.org/officeDocument/2006/relationships/slide" Target="slides/slide52.xml"/><Relationship Id="rId61" Type="http://schemas.openxmlformats.org/officeDocument/2006/relationships/slide" Target="slides/slide56.xml"/><Relationship Id="rId10" Type="http://schemas.openxmlformats.org/officeDocument/2006/relationships/slide" Target="slides/slide5.xml"/><Relationship Id="rId19" Type="http://schemas.openxmlformats.org/officeDocument/2006/relationships/slide" Target="slides/slide14.xml"/><Relationship Id="rId31" Type="http://schemas.openxmlformats.org/officeDocument/2006/relationships/slide" Target="slides/slide26.xml"/><Relationship Id="rId44" Type="http://schemas.openxmlformats.org/officeDocument/2006/relationships/slide" Target="slides/slide39.xml"/><Relationship Id="rId52" Type="http://schemas.openxmlformats.org/officeDocument/2006/relationships/slide" Target="slides/slide47.xml"/><Relationship Id="rId60" Type="http://schemas.openxmlformats.org/officeDocument/2006/relationships/slide" Target="slides/slide55.xml"/><Relationship Id="rId65"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slide" Target="slides/slide22.xml"/><Relationship Id="rId30" Type="http://schemas.openxmlformats.org/officeDocument/2006/relationships/slide" Target="slides/slide25.xml"/><Relationship Id="rId35" Type="http://schemas.openxmlformats.org/officeDocument/2006/relationships/slide" Target="slides/slide30.xml"/><Relationship Id="rId43" Type="http://schemas.openxmlformats.org/officeDocument/2006/relationships/slide" Target="slides/slide38.xml"/><Relationship Id="rId48" Type="http://schemas.openxmlformats.org/officeDocument/2006/relationships/slide" Target="slides/slide43.xml"/><Relationship Id="rId56" Type="http://schemas.openxmlformats.org/officeDocument/2006/relationships/slide" Target="slides/slide51.xml"/><Relationship Id="rId64" Type="http://schemas.openxmlformats.org/officeDocument/2006/relationships/handoutMaster" Target="handoutMasters/handoutMaster1.xml"/><Relationship Id="rId8" Type="http://schemas.openxmlformats.org/officeDocument/2006/relationships/slide" Target="slides/slide3.xml"/><Relationship Id="rId51" Type="http://schemas.openxmlformats.org/officeDocument/2006/relationships/slide" Target="slides/slide46.xml"/><Relationship Id="rId3" Type="http://schemas.openxmlformats.org/officeDocument/2006/relationships/customXml" Target="../customXml/item3.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slide" Target="slides/slide28.xml"/><Relationship Id="rId38" Type="http://schemas.openxmlformats.org/officeDocument/2006/relationships/slide" Target="slides/slide33.xml"/><Relationship Id="rId46" Type="http://schemas.openxmlformats.org/officeDocument/2006/relationships/slide" Target="slides/slide41.xml"/><Relationship Id="rId59" Type="http://schemas.openxmlformats.org/officeDocument/2006/relationships/slide" Target="slides/slide54.xml"/><Relationship Id="rId67" Type="http://schemas.openxmlformats.org/officeDocument/2006/relationships/theme" Target="theme/theme1.xml"/><Relationship Id="rId20" Type="http://schemas.openxmlformats.org/officeDocument/2006/relationships/slide" Target="slides/slide15.xml"/><Relationship Id="rId41" Type="http://schemas.openxmlformats.org/officeDocument/2006/relationships/slide" Target="slides/slide36.xml"/><Relationship Id="rId54" Type="http://schemas.openxmlformats.org/officeDocument/2006/relationships/slide" Target="slides/slide49.xml"/><Relationship Id="rId62" Type="http://schemas.openxmlformats.org/officeDocument/2006/relationships/slide" Target="slides/slide57.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279EEC3C-A001-4107-B54E-3DA93EFF18E7}" type="datetimeFigureOut">
              <a:rPr lang="en-US" smtClean="0"/>
              <a:t>4/14/2022</a:t>
            </a:fld>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16F9C473-A00E-481E-A6E8-16CFC626F81B}"/>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AF16447F-F8B4-4CE6-9C1A-CBB4604770CA}" type="slidenum">
              <a:rPr lang="en-US" smtClean="0"/>
              <a:t>‹#›</a:t>
            </a:fld>
            <a:endParaRPr lang="en-US"/>
          </a:p>
        </p:txBody>
      </p:sp>
    </p:spTree>
    <p:extLst>
      <p:ext uri="{BB962C8B-B14F-4D97-AF65-F5344CB8AC3E}">
        <p14:creationId xmlns:p14="http://schemas.microsoft.com/office/powerpoint/2010/main" val="19296778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atin typeface="Arial" panose="020B0604020202020204" pitchFamily="34" charset="0"/>
                <a:cs typeface="Arial" panose="020B0604020202020204" pitchFamily="34" charset="0"/>
              </a:defRPr>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atin typeface="Arial" panose="020B0604020202020204" pitchFamily="34" charset="0"/>
                <a:cs typeface="Arial" panose="020B0604020202020204" pitchFamily="34" charset="0"/>
              </a:defRPr>
            </a:lvl1pPr>
          </a:lstStyle>
          <a:p>
            <a:fld id="{396E16B4-3FB2-4CDC-BEBF-CD70C72EF480}" type="datetimeFigureOut">
              <a:rPr lang="en-US" smtClean="0"/>
              <a:pPr/>
              <a:t>4/14/2022</a:t>
            </a:fld>
            <a:endParaRPr lang="en-US"/>
          </a:p>
        </p:txBody>
      </p:sp>
      <p:sp>
        <p:nvSpPr>
          <p:cNvPr id="4" name="Slide Image Placeholder 3"/>
          <p:cNvSpPr>
            <a:spLocks noGrp="1" noRot="1" noChangeAspect="1"/>
          </p:cNvSpPr>
          <p:nvPr>
            <p:ph type="sldImg" idx="2"/>
          </p:nvPr>
        </p:nvSpPr>
        <p:spPr>
          <a:xfrm>
            <a:off x="381000" y="838200"/>
            <a:ext cx="6096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atin typeface="Arial" panose="020B0604020202020204" pitchFamily="34" charset="0"/>
                <a:cs typeface="Arial" panose="020B0604020202020204" pitchFamily="34" charset="0"/>
              </a:defRPr>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atin typeface="Arial" panose="020B0604020202020204" pitchFamily="34" charset="0"/>
                <a:cs typeface="Arial" panose="020B0604020202020204" pitchFamily="34" charset="0"/>
              </a:defRPr>
            </a:lvl1pPr>
          </a:lstStyle>
          <a:p>
            <a:fld id="{A9D42829-8409-4711-B36D-25AE5703B863}" type="slidenum">
              <a:rPr lang="en-US" smtClean="0"/>
              <a:pPr/>
              <a:t>‹#›</a:t>
            </a:fld>
            <a:endParaRPr lang="en-US"/>
          </a:p>
        </p:txBody>
      </p:sp>
    </p:spTree>
    <p:extLst>
      <p:ext uri="{BB962C8B-B14F-4D97-AF65-F5344CB8AC3E}">
        <p14:creationId xmlns:p14="http://schemas.microsoft.com/office/powerpoint/2010/main" val="3364622551"/>
      </p:ext>
    </p:extLst>
  </p:cSld>
  <p:clrMap bg1="lt1" tx1="dk1" bg2="lt2" tx2="dk2" accent1="accent1" accent2="accent2" accent3="accent3" accent4="accent4" accent5="accent5" accent6="accent6" hlink="hlink" folHlink="folHlink"/>
  <p:notesStyle>
    <a:lvl1pPr marL="0" algn="l" defTabSz="914240" rtl="0" eaLnBrk="1" latinLnBrk="0" hangingPunct="1">
      <a:defRPr sz="1600" kern="1200">
        <a:solidFill>
          <a:schemeClr val="tx1"/>
        </a:solidFill>
        <a:latin typeface="Arial" panose="020B0604020202020204" pitchFamily="34" charset="0"/>
        <a:ea typeface="+mn-ea"/>
        <a:cs typeface="Arial" panose="020B0604020202020204" pitchFamily="34" charset="0"/>
      </a:defRPr>
    </a:lvl1pPr>
    <a:lvl2pPr marL="457120" algn="l" defTabSz="914240" rtl="0" eaLnBrk="1" latinLnBrk="0" hangingPunct="1">
      <a:defRPr sz="1600" kern="1200">
        <a:solidFill>
          <a:schemeClr val="tx1"/>
        </a:solidFill>
        <a:latin typeface="Arial" panose="020B0604020202020204" pitchFamily="34" charset="0"/>
        <a:ea typeface="+mn-ea"/>
        <a:cs typeface="Arial" panose="020B0604020202020204" pitchFamily="34" charset="0"/>
      </a:defRPr>
    </a:lvl2pPr>
    <a:lvl3pPr marL="914240" algn="l" defTabSz="914240" rtl="0" eaLnBrk="1" latinLnBrk="0" hangingPunct="1">
      <a:defRPr sz="1600" kern="1200">
        <a:solidFill>
          <a:schemeClr val="tx1"/>
        </a:solidFill>
        <a:latin typeface="Arial" panose="020B0604020202020204" pitchFamily="34" charset="0"/>
        <a:ea typeface="+mn-ea"/>
        <a:cs typeface="Arial" panose="020B0604020202020204" pitchFamily="34" charset="0"/>
      </a:defRPr>
    </a:lvl3pPr>
    <a:lvl4pPr marL="1371360" algn="l" defTabSz="914240" rtl="0" eaLnBrk="1" latinLnBrk="0" hangingPunct="1">
      <a:defRPr sz="1600" kern="1200">
        <a:solidFill>
          <a:schemeClr val="tx1"/>
        </a:solidFill>
        <a:latin typeface="Arial" panose="020B0604020202020204" pitchFamily="34" charset="0"/>
        <a:ea typeface="+mn-ea"/>
        <a:cs typeface="Arial" panose="020B0604020202020204" pitchFamily="34" charset="0"/>
      </a:defRPr>
    </a:lvl4pPr>
    <a:lvl5pPr marL="1828480" algn="l" defTabSz="914240" rtl="0" eaLnBrk="1" latinLnBrk="0" hangingPunct="1">
      <a:defRPr sz="1600" kern="1200">
        <a:solidFill>
          <a:schemeClr val="tx1"/>
        </a:solidFill>
        <a:latin typeface="Arial" panose="020B0604020202020204" pitchFamily="34" charset="0"/>
        <a:ea typeface="+mn-ea"/>
        <a:cs typeface="Arial" panose="020B0604020202020204" pitchFamily="34" charset="0"/>
      </a:defRPr>
    </a:lvl5pPr>
    <a:lvl6pPr marL="2285600" algn="l" defTabSz="914240" rtl="0" eaLnBrk="1" latinLnBrk="0" hangingPunct="1">
      <a:defRPr sz="1200" kern="1200">
        <a:solidFill>
          <a:schemeClr val="tx1"/>
        </a:solidFill>
        <a:latin typeface="+mn-lt"/>
        <a:ea typeface="+mn-ea"/>
        <a:cs typeface="+mn-cs"/>
      </a:defRPr>
    </a:lvl6pPr>
    <a:lvl7pPr marL="2742720" algn="l" defTabSz="914240" rtl="0" eaLnBrk="1" latinLnBrk="0" hangingPunct="1">
      <a:defRPr sz="1200" kern="1200">
        <a:solidFill>
          <a:schemeClr val="tx1"/>
        </a:solidFill>
        <a:latin typeface="+mn-lt"/>
        <a:ea typeface="+mn-ea"/>
        <a:cs typeface="+mn-cs"/>
      </a:defRPr>
    </a:lvl7pPr>
    <a:lvl8pPr marL="3199840" algn="l" defTabSz="914240" rtl="0" eaLnBrk="1" latinLnBrk="0" hangingPunct="1">
      <a:defRPr sz="1200" kern="1200">
        <a:solidFill>
          <a:schemeClr val="tx1"/>
        </a:solidFill>
        <a:latin typeface="+mn-lt"/>
        <a:ea typeface="+mn-ea"/>
        <a:cs typeface="+mn-cs"/>
      </a:defRPr>
    </a:lvl8pPr>
    <a:lvl9pPr marL="3656960" algn="l" defTabSz="91424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9D42829-8409-4711-B36D-25AE5703B863}" type="slidenum">
              <a:rPr lang="en-US" smtClean="0"/>
              <a:pPr/>
              <a:t>3</a:t>
            </a:fld>
            <a:endParaRPr lang="en-US"/>
          </a:p>
        </p:txBody>
      </p:sp>
    </p:spTree>
    <p:extLst>
      <p:ext uri="{BB962C8B-B14F-4D97-AF65-F5344CB8AC3E}">
        <p14:creationId xmlns:p14="http://schemas.microsoft.com/office/powerpoint/2010/main" val="202407638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C++ Only</a:t>
            </a:r>
          </a:p>
        </p:txBody>
      </p:sp>
    </p:spTree>
    <p:extLst>
      <p:ext uri="{BB962C8B-B14F-4D97-AF65-F5344CB8AC3E}">
        <p14:creationId xmlns:p14="http://schemas.microsoft.com/office/powerpoint/2010/main" val="272262337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C++ Only</a:t>
            </a:r>
          </a:p>
        </p:txBody>
      </p:sp>
    </p:spTree>
    <p:extLst>
      <p:ext uri="{BB962C8B-B14F-4D97-AF65-F5344CB8AC3E}">
        <p14:creationId xmlns:p14="http://schemas.microsoft.com/office/powerpoint/2010/main" val="272262337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Full precision can be simulated/validated with C simulation and hardware will behave the same</a:t>
            </a:r>
          </a:p>
        </p:txBody>
      </p:sp>
    </p:spTree>
    <p:extLst>
      <p:ext uri="{BB962C8B-B14F-4D97-AF65-F5344CB8AC3E}">
        <p14:creationId xmlns:p14="http://schemas.microsoft.com/office/powerpoint/2010/main" val="219269277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Full precision can be simulated/validated with C simulation and hardware will behave the same</a:t>
            </a:r>
          </a:p>
        </p:txBody>
      </p:sp>
    </p:spTree>
    <p:extLst>
      <p:ext uri="{BB962C8B-B14F-4D97-AF65-F5344CB8AC3E}">
        <p14:creationId xmlns:p14="http://schemas.microsoft.com/office/powerpoint/2010/main" val="219269277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Arial" charset="0"/>
                <a:ea typeface="+mn-ea"/>
                <a:cs typeface="+mn-cs"/>
              </a:rPr>
              <a:t>system-C files are not supported by </a:t>
            </a:r>
            <a:r>
              <a:rPr lang="en-US" sz="1200" b="0" i="0" kern="1200" dirty="0" err="1">
                <a:solidFill>
                  <a:schemeClr val="tx1"/>
                </a:solidFill>
                <a:effectLst/>
                <a:latin typeface="Arial" charset="0"/>
                <a:ea typeface="+mn-ea"/>
                <a:cs typeface="+mn-cs"/>
              </a:rPr>
              <a:t>Vitis</a:t>
            </a:r>
            <a:r>
              <a:rPr lang="en-US" sz="1200" b="0" i="0" kern="1200" dirty="0">
                <a:solidFill>
                  <a:schemeClr val="tx1"/>
                </a:solidFill>
                <a:effectLst/>
                <a:latin typeface="Arial" charset="0"/>
                <a:ea typeface="+mn-ea"/>
                <a:cs typeface="+mn-cs"/>
              </a:rPr>
              <a:t> HLS.</a:t>
            </a:r>
          </a:p>
          <a:p>
            <a:r>
              <a:rPr lang="en-US" sz="1200" b="0" i="0" u="none" strike="noStrike" kern="1200" baseline="0" dirty="0" err="1">
                <a:solidFill>
                  <a:schemeClr val="tx1"/>
                </a:solidFill>
                <a:latin typeface="Arial" charset="0"/>
                <a:ea typeface="+mn-ea"/>
                <a:cs typeface="+mn-cs"/>
              </a:rPr>
              <a:t>Vitis</a:t>
            </a:r>
            <a:r>
              <a:rPr lang="en-US" sz="1200" b="0" i="0" u="none" strike="noStrike" kern="1200" baseline="0" dirty="0">
                <a:solidFill>
                  <a:schemeClr val="tx1"/>
                </a:solidFill>
                <a:latin typeface="Arial" charset="0"/>
                <a:ea typeface="+mn-ea"/>
                <a:cs typeface="+mn-cs"/>
              </a:rPr>
              <a:t> HLS does not support Arbitrary precision C-types, user is advised to use C++ types with</a:t>
            </a:r>
          </a:p>
          <a:p>
            <a:r>
              <a:rPr lang="en-US" sz="1200" b="0" i="0" u="none" strike="noStrike" kern="1200" baseline="0" dirty="0">
                <a:solidFill>
                  <a:schemeClr val="tx1"/>
                </a:solidFill>
                <a:latin typeface="Arial" charset="0"/>
                <a:ea typeface="+mn-ea"/>
                <a:cs typeface="+mn-cs"/>
              </a:rPr>
              <a:t>arbitrary precision.</a:t>
            </a:r>
            <a:endParaRPr lang="en-US" sz="1200" b="0" i="0" kern="1200" dirty="0">
              <a:solidFill>
                <a:schemeClr val="tx1"/>
              </a:solidFill>
              <a:effectLst/>
              <a:latin typeface="Arial" charset="0"/>
              <a:ea typeface="+mn-ea"/>
              <a:cs typeface="+mn-cs"/>
            </a:endParaRPr>
          </a:p>
          <a:p>
            <a:endParaRPr lang="en-US" dirty="0"/>
          </a:p>
        </p:txBody>
      </p:sp>
    </p:spTree>
    <p:extLst>
      <p:ext uri="{BB962C8B-B14F-4D97-AF65-F5344CB8AC3E}">
        <p14:creationId xmlns:p14="http://schemas.microsoft.com/office/powerpoint/2010/main" val="61071369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Arial" charset="0"/>
                <a:ea typeface="+mn-ea"/>
                <a:cs typeface="+mn-cs"/>
              </a:rPr>
              <a:t>system-C files are not supported by </a:t>
            </a:r>
            <a:r>
              <a:rPr lang="en-US" sz="1200" b="0" i="0" kern="1200" dirty="0" err="1">
                <a:solidFill>
                  <a:schemeClr val="tx1"/>
                </a:solidFill>
                <a:effectLst/>
                <a:latin typeface="Arial" charset="0"/>
                <a:ea typeface="+mn-ea"/>
                <a:cs typeface="+mn-cs"/>
              </a:rPr>
              <a:t>Vitis</a:t>
            </a:r>
            <a:r>
              <a:rPr lang="en-US" sz="1200" b="0" i="0" kern="1200" dirty="0">
                <a:solidFill>
                  <a:schemeClr val="tx1"/>
                </a:solidFill>
                <a:effectLst/>
                <a:latin typeface="Arial" charset="0"/>
                <a:ea typeface="+mn-ea"/>
                <a:cs typeface="+mn-cs"/>
              </a:rPr>
              <a:t> HLS.</a:t>
            </a:r>
          </a:p>
          <a:p>
            <a:r>
              <a:rPr lang="en-US" sz="1200" b="0" i="0" u="none" strike="noStrike" kern="1200" baseline="0" dirty="0" err="1">
                <a:solidFill>
                  <a:schemeClr val="tx1"/>
                </a:solidFill>
                <a:latin typeface="Arial" charset="0"/>
                <a:ea typeface="+mn-ea"/>
                <a:cs typeface="+mn-cs"/>
              </a:rPr>
              <a:t>Vitis</a:t>
            </a:r>
            <a:r>
              <a:rPr lang="en-US" sz="1200" b="0" i="0" u="none" strike="noStrike" kern="1200" baseline="0" dirty="0">
                <a:solidFill>
                  <a:schemeClr val="tx1"/>
                </a:solidFill>
                <a:latin typeface="Arial" charset="0"/>
                <a:ea typeface="+mn-ea"/>
                <a:cs typeface="+mn-cs"/>
              </a:rPr>
              <a:t> HLS does not support Arbitrary precision C-types, user is advised to use C++ types with</a:t>
            </a:r>
          </a:p>
          <a:p>
            <a:r>
              <a:rPr lang="en-US" sz="1200" b="0" i="0" u="none" strike="noStrike" kern="1200" baseline="0" dirty="0">
                <a:solidFill>
                  <a:schemeClr val="tx1"/>
                </a:solidFill>
                <a:latin typeface="Arial" charset="0"/>
                <a:ea typeface="+mn-ea"/>
                <a:cs typeface="+mn-cs"/>
              </a:rPr>
              <a:t>arbitrary precision.</a:t>
            </a:r>
            <a:endParaRPr lang="en-US" sz="1200" b="0" i="0" kern="1200" dirty="0">
              <a:solidFill>
                <a:schemeClr val="tx1"/>
              </a:solidFill>
              <a:effectLst/>
              <a:latin typeface="Arial" charset="0"/>
              <a:ea typeface="+mn-ea"/>
              <a:cs typeface="+mn-cs"/>
            </a:endParaRPr>
          </a:p>
          <a:p>
            <a:endParaRPr lang="en-US" dirty="0"/>
          </a:p>
        </p:txBody>
      </p:sp>
    </p:spTree>
    <p:extLst>
      <p:ext uri="{BB962C8B-B14F-4D97-AF65-F5344CB8AC3E}">
        <p14:creationId xmlns:p14="http://schemas.microsoft.com/office/powerpoint/2010/main" val="61071369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Tree>
    <p:extLst>
      <p:ext uri="{BB962C8B-B14F-4D97-AF65-F5344CB8AC3E}">
        <p14:creationId xmlns:p14="http://schemas.microsoft.com/office/powerpoint/2010/main" val="225206663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406826926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406826926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A9D42829-8409-4711-B36D-25AE5703B863}" type="slidenum">
              <a:rPr lang="en-US" smtClean="0"/>
              <a:pPr/>
              <a:t>21</a:t>
            </a:fld>
            <a:endParaRPr lang="en-US"/>
          </a:p>
        </p:txBody>
      </p:sp>
    </p:spTree>
    <p:extLst>
      <p:ext uri="{BB962C8B-B14F-4D97-AF65-F5344CB8AC3E}">
        <p14:creationId xmlns:p14="http://schemas.microsoft.com/office/powerpoint/2010/main" val="301787031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a:xfrm>
            <a:off x="4143587" y="9119474"/>
            <a:ext cx="3169920" cy="480060"/>
          </a:xfrm>
          <a:prstGeom prst="rect">
            <a:avLst/>
          </a:prstGeom>
        </p:spPr>
        <p:txBody>
          <a:bodyPr/>
          <a:lstStyle/>
          <a:p>
            <a:pPr>
              <a:defRPr/>
            </a:pPr>
            <a:fld id="{0306E2F6-ADDE-49E1-9923-76418EAA3B24}" type="slidenum">
              <a:rPr lang="en-US" smtClean="0"/>
              <a:pPr>
                <a:defRPr/>
              </a:pPr>
              <a:t>23</a:t>
            </a:fld>
            <a:endParaRPr lang="en-US" dirty="0"/>
          </a:p>
        </p:txBody>
      </p:sp>
    </p:spTree>
    <p:extLst>
      <p:ext uri="{BB962C8B-B14F-4D97-AF65-F5344CB8AC3E}">
        <p14:creationId xmlns:p14="http://schemas.microsoft.com/office/powerpoint/2010/main" val="353238298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a:xfrm>
            <a:off x="4143587" y="9119474"/>
            <a:ext cx="3169920" cy="480060"/>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0306E2F6-ADDE-49E1-9923-76418EAA3B24}" type="slidenum">
              <a:rPr kumimoji="0" lang="en-US" sz="1800" b="0" i="0" u="none" strike="noStrike" kern="1200" cap="none" spc="0" normalizeH="0" baseline="0" noProof="0" smtClean="0">
                <a:ln>
                  <a:noFill/>
                </a:ln>
                <a:solidFill>
                  <a:srgbClr val="000000"/>
                </a:solidFill>
                <a:effectLst/>
                <a:uLnTx/>
                <a:uFillTx/>
                <a:latin typeface="Calibri"/>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24</a:t>
            </a:fld>
            <a:endParaRPr kumimoji="0" lang="en-US" sz="1800" b="0" i="0" u="none" strike="noStrike" kern="1200" cap="none" spc="0" normalizeH="0" baseline="0" noProof="0" dirty="0">
              <a:ln>
                <a:noFill/>
              </a:ln>
              <a:solidFill>
                <a:srgbClr val="000000"/>
              </a:solidFill>
              <a:effectLst/>
              <a:uLnTx/>
              <a:uFillTx/>
              <a:latin typeface="Calibri"/>
              <a:ea typeface="+mn-ea"/>
              <a:cs typeface="+mn-cs"/>
            </a:endParaRPr>
          </a:p>
        </p:txBody>
      </p:sp>
    </p:spTree>
    <p:extLst>
      <p:ext uri="{BB962C8B-B14F-4D97-AF65-F5344CB8AC3E}">
        <p14:creationId xmlns:p14="http://schemas.microsoft.com/office/powerpoint/2010/main" val="353238298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a:xfrm>
            <a:off x="4143587" y="9119474"/>
            <a:ext cx="3169920" cy="480060"/>
          </a:xfrm>
          <a:prstGeom prst="rect">
            <a:avLst/>
          </a:prstGeom>
        </p:spPr>
        <p:txBody>
          <a:bodyPr/>
          <a:lstStyle/>
          <a:p>
            <a:pPr>
              <a:defRPr/>
            </a:pPr>
            <a:fld id="{0306E2F6-ADDE-49E1-9923-76418EAA3B24}" type="slidenum">
              <a:rPr lang="en-US" smtClean="0"/>
              <a:pPr>
                <a:defRPr/>
              </a:pPr>
              <a:t>25</a:t>
            </a:fld>
            <a:endParaRPr lang="en-US" dirty="0"/>
          </a:p>
        </p:txBody>
      </p:sp>
    </p:spTree>
    <p:extLst>
      <p:ext uri="{BB962C8B-B14F-4D97-AF65-F5344CB8AC3E}">
        <p14:creationId xmlns:p14="http://schemas.microsoft.com/office/powerpoint/2010/main" val="82463043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a:xfrm>
            <a:off x="4143587" y="9119474"/>
            <a:ext cx="3169920" cy="480060"/>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0306E2F6-ADDE-49E1-9923-76418EAA3B24}" type="slidenum">
              <a:rPr kumimoji="0" lang="en-US" sz="1800" b="0" i="0" u="none" strike="noStrike" kern="1200" cap="none" spc="0" normalizeH="0" baseline="0" noProof="0" smtClean="0">
                <a:ln>
                  <a:noFill/>
                </a:ln>
                <a:solidFill>
                  <a:srgbClr val="000000"/>
                </a:solidFill>
                <a:effectLst/>
                <a:uLnTx/>
                <a:uFillTx/>
                <a:latin typeface="Calibri"/>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26</a:t>
            </a:fld>
            <a:endParaRPr kumimoji="0" lang="en-US" sz="1800" b="0" i="0" u="none" strike="noStrike" kern="1200" cap="none" spc="0" normalizeH="0" baseline="0" noProof="0" dirty="0">
              <a:ln>
                <a:noFill/>
              </a:ln>
              <a:solidFill>
                <a:srgbClr val="000000"/>
              </a:solidFill>
              <a:effectLst/>
              <a:uLnTx/>
              <a:uFillTx/>
              <a:latin typeface="Calibri"/>
              <a:ea typeface="+mn-ea"/>
              <a:cs typeface="+mn-cs"/>
            </a:endParaRPr>
          </a:p>
        </p:txBody>
      </p:sp>
    </p:spTree>
    <p:extLst>
      <p:ext uri="{BB962C8B-B14F-4D97-AF65-F5344CB8AC3E}">
        <p14:creationId xmlns:p14="http://schemas.microsoft.com/office/powerpoint/2010/main" val="82463043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Font typeface="Arial" panose="020B0604020202020204" pitchFamily="34" charset="0"/>
              <a:buNone/>
            </a:pPr>
            <a:r>
              <a:rPr lang="en-US" dirty="0"/>
              <a:t>AP_RND_MIN:</a:t>
            </a:r>
          </a:p>
          <a:p>
            <a:pPr marL="171450" indent="-171450">
              <a:buFont typeface="Arial" panose="020B0604020202020204" pitchFamily="34" charset="0"/>
              <a:buChar char="•"/>
            </a:pPr>
            <a:r>
              <a:rPr lang="en-US" dirty="0"/>
              <a:t>This mode is used for rounding to minus infinity</a:t>
            </a:r>
          </a:p>
          <a:p>
            <a:pPr marL="171450" indent="-171450">
              <a:buFont typeface="Arial" panose="020B0604020202020204" pitchFamily="34" charset="0"/>
              <a:buChar char="•"/>
            </a:pPr>
            <a:r>
              <a:rPr lang="en-US" dirty="0"/>
              <a:t>Always decrease the value of the number and removes the redundant bits (truncate)</a:t>
            </a:r>
          </a:p>
          <a:p>
            <a:pPr marL="171450" indent="-171450">
              <a:buFont typeface="Arial" panose="020B0604020202020204" pitchFamily="34" charset="0"/>
              <a:buChar char="•"/>
            </a:pPr>
            <a:r>
              <a:rPr lang="en-US" dirty="0"/>
              <a:t>For example:01.01(1.25 using 4 bits) rounds to 01.0(1)</a:t>
            </a:r>
          </a:p>
          <a:p>
            <a:pPr marL="171450" indent="-171450">
              <a:buFont typeface="Arial" panose="020B0604020202020204" pitchFamily="34" charset="0"/>
              <a:buChar char="•"/>
            </a:pPr>
            <a:r>
              <a:rPr lang="en-US" dirty="0"/>
              <a:t>10.11(-1.25 using 4 bits) rounds to 10.1(-1.5) </a:t>
            </a:r>
          </a:p>
          <a:p>
            <a:pPr marL="0" indent="0">
              <a:buFont typeface="Arial" panose="020B0604020202020204" pitchFamily="34" charset="0"/>
              <a:buNone/>
            </a:pPr>
            <a:r>
              <a:rPr lang="en-US" dirty="0"/>
              <a:t>AP_RND_IF:</a:t>
            </a:r>
          </a:p>
          <a:p>
            <a:pPr marL="171450" indent="-171450">
              <a:buFont typeface="Arial" panose="020B0604020202020204" pitchFamily="34" charset="0"/>
              <a:buChar char="•"/>
            </a:pPr>
            <a:r>
              <a:rPr lang="en-US" dirty="0"/>
              <a:t>This mode is used for rounding to infinity</a:t>
            </a:r>
          </a:p>
          <a:p>
            <a:pPr marL="171450" indent="-171450">
              <a:buFont typeface="Arial" panose="020B0604020202020204" pitchFamily="34" charset="0"/>
              <a:buChar char="•"/>
            </a:pPr>
            <a:r>
              <a:rPr lang="en-US" dirty="0"/>
              <a:t>Rounding depends on the least significant bit</a:t>
            </a:r>
          </a:p>
          <a:p>
            <a:pPr marL="171450" indent="-171450">
              <a:buFont typeface="Arial" panose="020B0604020202020204" pitchFamily="34" charset="0"/>
              <a:buChar char="•"/>
            </a:pPr>
            <a:r>
              <a:rPr lang="en-US" dirty="0"/>
              <a:t>Positive numbers are rounded to plus infinity, and the MSB of deleted bits is added to the remaining bits</a:t>
            </a:r>
          </a:p>
          <a:p>
            <a:pPr marL="171450" indent="-171450">
              <a:buFont typeface="Arial" panose="020B0604020202020204" pitchFamily="34" charset="0"/>
              <a:buChar char="•"/>
            </a:pPr>
            <a:r>
              <a:rPr lang="en-US" dirty="0"/>
              <a:t>Negative numbers are rounded to minus infinity, and the redundant bits are truncated</a:t>
            </a:r>
          </a:p>
          <a:p>
            <a:pPr marL="171450" indent="-171450">
              <a:buFont typeface="Arial" panose="020B0604020202020204" pitchFamily="34" charset="0"/>
              <a:buChar char="•"/>
            </a:pPr>
            <a:r>
              <a:rPr lang="en-US" dirty="0"/>
              <a:t>For example:01.01(1.25) -&gt; 01.1(1.5) round up for the positive number</a:t>
            </a:r>
          </a:p>
          <a:p>
            <a:pPr marL="171450" indent="-171450">
              <a:buFont typeface="Arial" panose="020B0604020202020204" pitchFamily="34" charset="0"/>
              <a:buChar char="•"/>
            </a:pPr>
            <a:r>
              <a:rPr lang="en-US" dirty="0"/>
              <a:t>10.11(-1.25) -&gt; 10.1(-1.5) truncation for the negative number </a:t>
            </a:r>
          </a:p>
          <a:p>
            <a:pPr marL="0" indent="0">
              <a:buFont typeface="Arial" panose="020B0604020202020204" pitchFamily="34" charset="0"/>
              <a:buNone/>
            </a:pPr>
            <a:endParaRPr lang="en-US" dirty="0"/>
          </a:p>
          <a:p>
            <a:pPr marL="0" indent="0">
              <a:buFont typeface="Arial" panose="020B0604020202020204" pitchFamily="34" charset="0"/>
              <a:buNone/>
            </a:pPr>
            <a:r>
              <a:rPr lang="en-US" dirty="0"/>
              <a:t>AP_RND:</a:t>
            </a:r>
          </a:p>
          <a:p>
            <a:pPr marL="171450" indent="-171450">
              <a:buFont typeface="Arial" panose="020B0604020202020204" pitchFamily="34" charset="0"/>
              <a:buChar char="•"/>
            </a:pPr>
            <a:r>
              <a:rPr lang="en-US" dirty="0"/>
              <a:t>This mode is used for rounding to plus infinity</a:t>
            </a:r>
          </a:p>
          <a:p>
            <a:pPr marL="171450" indent="-171450">
              <a:buFont typeface="Arial" panose="020B0604020202020204" pitchFamily="34" charset="0"/>
              <a:buChar char="•"/>
            </a:pPr>
            <a:r>
              <a:rPr lang="en-US" dirty="0"/>
              <a:t>Rounds the vale by add the MSB of the removed bits to the remaining bits</a:t>
            </a:r>
          </a:p>
          <a:p>
            <a:pPr marL="171450" indent="-171450">
              <a:buFont typeface="Arial" panose="020B0604020202020204" pitchFamily="34" charset="0"/>
              <a:buChar char="•"/>
            </a:pPr>
            <a:r>
              <a:rPr lang="en-US" dirty="0"/>
              <a:t>Effect is to round towards plus infinity(increase in value)</a:t>
            </a:r>
          </a:p>
          <a:p>
            <a:pPr marL="171450" indent="-171450">
              <a:buFont typeface="Arial" panose="020B0604020202020204" pitchFamily="34" charset="0"/>
              <a:buChar char="•"/>
            </a:pPr>
            <a:r>
              <a:rPr lang="en-US" dirty="0"/>
              <a:t>For example:01.01(1.25 using 4 bits) rounds to 01.1(1.5 using 3 bits)</a:t>
            </a:r>
          </a:p>
          <a:p>
            <a:pPr marL="0" indent="0">
              <a:buFont typeface="Arial" panose="020B0604020202020204" pitchFamily="34" charset="0"/>
              <a:buNone/>
            </a:pPr>
            <a:endParaRPr lang="en-US" dirty="0"/>
          </a:p>
          <a:p>
            <a:pPr marL="0" indent="0">
              <a:buFont typeface="Arial" panose="020B0604020202020204" pitchFamily="34" charset="0"/>
              <a:buNone/>
            </a:pPr>
            <a:r>
              <a:rPr lang="en-US" dirty="0"/>
              <a:t>10</a:t>
            </a:r>
            <a:r>
              <a:rPr lang="en-US" altLang="zh-CN" dirty="0"/>
              <a:t>.11</a:t>
            </a:r>
            <a:r>
              <a:rPr lang="zh-CN" altLang="en-US" dirty="0"/>
              <a:t>为补码形式，转换为源码为</a:t>
            </a:r>
            <a:r>
              <a:rPr lang="en-US" altLang="zh-CN" dirty="0"/>
              <a:t>11.01</a:t>
            </a:r>
            <a:r>
              <a:rPr lang="zh-CN" altLang="en-US" dirty="0"/>
              <a:t>，符号位不变其余位取反</a:t>
            </a:r>
            <a:r>
              <a:rPr lang="en-US" altLang="zh-CN" dirty="0"/>
              <a:t>+</a:t>
            </a:r>
            <a:r>
              <a:rPr lang="zh-CN" altLang="en-US" dirty="0"/>
              <a:t>最低位</a:t>
            </a:r>
            <a:endParaRPr lang="en-US" dirty="0"/>
          </a:p>
        </p:txBody>
      </p:sp>
    </p:spTree>
    <p:extLst>
      <p:ext uri="{BB962C8B-B14F-4D97-AF65-F5344CB8AC3E}">
        <p14:creationId xmlns:p14="http://schemas.microsoft.com/office/powerpoint/2010/main" val="422114314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Font typeface="Arial" panose="020B0604020202020204" pitchFamily="34" charset="0"/>
              <a:buNone/>
            </a:pPr>
            <a:r>
              <a:rPr lang="en-US" dirty="0"/>
              <a:t>AP_RND_MIN:</a:t>
            </a:r>
          </a:p>
          <a:p>
            <a:pPr marL="171450" indent="-171450">
              <a:buFont typeface="Arial" panose="020B0604020202020204" pitchFamily="34" charset="0"/>
              <a:buChar char="•"/>
            </a:pPr>
            <a:r>
              <a:rPr lang="en-US" dirty="0"/>
              <a:t>This mode is used for rounding to minus infinity</a:t>
            </a:r>
          </a:p>
          <a:p>
            <a:pPr marL="171450" indent="-171450">
              <a:buFont typeface="Arial" panose="020B0604020202020204" pitchFamily="34" charset="0"/>
              <a:buChar char="•"/>
            </a:pPr>
            <a:r>
              <a:rPr lang="en-US" dirty="0"/>
              <a:t>Always decrease the value of the number and removes the redundant bits (truncate)</a:t>
            </a:r>
          </a:p>
          <a:p>
            <a:pPr marL="171450" indent="-171450">
              <a:buFont typeface="Arial" panose="020B0604020202020204" pitchFamily="34" charset="0"/>
              <a:buChar char="•"/>
            </a:pPr>
            <a:r>
              <a:rPr lang="en-US" dirty="0"/>
              <a:t>For example:01.01(1.25 using 4 bits) rounds to 01.0(1)</a:t>
            </a:r>
          </a:p>
          <a:p>
            <a:pPr marL="171450" indent="-171450">
              <a:buFont typeface="Arial" panose="020B0604020202020204" pitchFamily="34" charset="0"/>
              <a:buChar char="•"/>
            </a:pPr>
            <a:r>
              <a:rPr lang="en-US" dirty="0"/>
              <a:t>10.11(-1.25 using 4 bits) rounds to 10.1(-1.5) </a:t>
            </a:r>
          </a:p>
          <a:p>
            <a:pPr marL="0" indent="0">
              <a:buFont typeface="Arial" panose="020B0604020202020204" pitchFamily="34" charset="0"/>
              <a:buNone/>
            </a:pPr>
            <a:r>
              <a:rPr lang="en-US" dirty="0"/>
              <a:t>AP_RND_IF:</a:t>
            </a:r>
          </a:p>
          <a:p>
            <a:pPr marL="171450" indent="-171450">
              <a:buFont typeface="Arial" panose="020B0604020202020204" pitchFamily="34" charset="0"/>
              <a:buChar char="•"/>
            </a:pPr>
            <a:r>
              <a:rPr lang="en-US" dirty="0"/>
              <a:t>This mode is used for rounding to infinity</a:t>
            </a:r>
          </a:p>
          <a:p>
            <a:pPr marL="171450" indent="-171450">
              <a:buFont typeface="Arial" panose="020B0604020202020204" pitchFamily="34" charset="0"/>
              <a:buChar char="•"/>
            </a:pPr>
            <a:r>
              <a:rPr lang="en-US" dirty="0"/>
              <a:t>Rounding depends on the least significant bit</a:t>
            </a:r>
          </a:p>
          <a:p>
            <a:pPr marL="171450" indent="-171450">
              <a:buFont typeface="Arial" panose="020B0604020202020204" pitchFamily="34" charset="0"/>
              <a:buChar char="•"/>
            </a:pPr>
            <a:r>
              <a:rPr lang="en-US" dirty="0"/>
              <a:t>Positive numbers are rounded to plus infinity, and the MSB of deleted bits is added to the remaining bits</a:t>
            </a:r>
          </a:p>
          <a:p>
            <a:pPr marL="171450" indent="-171450">
              <a:buFont typeface="Arial" panose="020B0604020202020204" pitchFamily="34" charset="0"/>
              <a:buChar char="•"/>
            </a:pPr>
            <a:r>
              <a:rPr lang="en-US" dirty="0"/>
              <a:t>Negative numbers are rounded to minus infinity, and the redundant bits are truncated</a:t>
            </a:r>
          </a:p>
          <a:p>
            <a:pPr marL="171450" indent="-171450">
              <a:buFont typeface="Arial" panose="020B0604020202020204" pitchFamily="34" charset="0"/>
              <a:buChar char="•"/>
            </a:pPr>
            <a:r>
              <a:rPr lang="en-US" dirty="0"/>
              <a:t>For example:01.01(1.25) -&gt; 01.1(1.5) round up for the positive number</a:t>
            </a:r>
          </a:p>
          <a:p>
            <a:pPr marL="171450" indent="-171450">
              <a:buFont typeface="Arial" panose="020B0604020202020204" pitchFamily="34" charset="0"/>
              <a:buChar char="•"/>
            </a:pPr>
            <a:r>
              <a:rPr lang="en-US" dirty="0"/>
              <a:t>10.11(-1.25) -&gt; 10.1(-1.5) truncation for the negative number </a:t>
            </a:r>
          </a:p>
          <a:p>
            <a:pPr marL="0" indent="0">
              <a:buFont typeface="Arial" panose="020B0604020202020204" pitchFamily="34" charset="0"/>
              <a:buNone/>
            </a:pPr>
            <a:endParaRPr lang="en-US" dirty="0"/>
          </a:p>
          <a:p>
            <a:pPr marL="0" indent="0">
              <a:buFont typeface="Arial" panose="020B0604020202020204" pitchFamily="34" charset="0"/>
              <a:buNone/>
            </a:pPr>
            <a:r>
              <a:rPr lang="en-US" dirty="0"/>
              <a:t>AP_RND:</a:t>
            </a:r>
          </a:p>
          <a:p>
            <a:pPr marL="171450" indent="-171450">
              <a:buFont typeface="Arial" panose="020B0604020202020204" pitchFamily="34" charset="0"/>
              <a:buChar char="•"/>
            </a:pPr>
            <a:r>
              <a:rPr lang="en-US" dirty="0"/>
              <a:t>This mode is used for rounding to plus infinity</a:t>
            </a:r>
          </a:p>
          <a:p>
            <a:pPr marL="171450" indent="-171450">
              <a:buFont typeface="Arial" panose="020B0604020202020204" pitchFamily="34" charset="0"/>
              <a:buChar char="•"/>
            </a:pPr>
            <a:r>
              <a:rPr lang="en-US" dirty="0"/>
              <a:t>Rounds the vale by add the MSB of the removed bits to the remaining bits</a:t>
            </a:r>
          </a:p>
          <a:p>
            <a:pPr marL="171450" indent="-171450">
              <a:buFont typeface="Arial" panose="020B0604020202020204" pitchFamily="34" charset="0"/>
              <a:buChar char="•"/>
            </a:pPr>
            <a:r>
              <a:rPr lang="en-US" dirty="0"/>
              <a:t>Effect is to round towards plus infinity(increase in value)</a:t>
            </a:r>
          </a:p>
          <a:p>
            <a:pPr marL="171450" indent="-171450">
              <a:buFont typeface="Arial" panose="020B0604020202020204" pitchFamily="34" charset="0"/>
              <a:buChar char="•"/>
            </a:pPr>
            <a:r>
              <a:rPr lang="en-US" dirty="0"/>
              <a:t>For example:01.01(1.25 using 4 bits) rounds to 01.1(1.5 using 3 bits)</a:t>
            </a:r>
          </a:p>
          <a:p>
            <a:pPr marL="0" indent="0">
              <a:buFont typeface="Arial" panose="020B0604020202020204" pitchFamily="34" charset="0"/>
              <a:buNone/>
            </a:pPr>
            <a:endParaRPr lang="en-US" dirty="0"/>
          </a:p>
          <a:p>
            <a:pPr marL="0" indent="0">
              <a:buFont typeface="Arial" panose="020B0604020202020204" pitchFamily="34" charset="0"/>
              <a:buNone/>
            </a:pPr>
            <a:r>
              <a:rPr lang="en-US" dirty="0"/>
              <a:t>10</a:t>
            </a:r>
            <a:r>
              <a:rPr lang="en-US" altLang="zh-CN" dirty="0"/>
              <a:t>.11</a:t>
            </a:r>
            <a:r>
              <a:rPr lang="zh-CN" altLang="en-US" dirty="0"/>
              <a:t>为补码形式，转换为源码为</a:t>
            </a:r>
            <a:r>
              <a:rPr lang="en-US" altLang="zh-CN" dirty="0"/>
              <a:t>11.01</a:t>
            </a:r>
            <a:r>
              <a:rPr lang="zh-CN" altLang="en-US" dirty="0"/>
              <a:t>，符号位不变其余位取反</a:t>
            </a:r>
            <a:r>
              <a:rPr lang="en-US" altLang="zh-CN" dirty="0"/>
              <a:t>+</a:t>
            </a:r>
            <a:r>
              <a:rPr lang="zh-CN" altLang="en-US" dirty="0"/>
              <a:t>最低位</a:t>
            </a:r>
            <a:endParaRPr lang="en-US" dirty="0"/>
          </a:p>
        </p:txBody>
      </p:sp>
    </p:spTree>
    <p:extLst>
      <p:ext uri="{BB962C8B-B14F-4D97-AF65-F5344CB8AC3E}">
        <p14:creationId xmlns:p14="http://schemas.microsoft.com/office/powerpoint/2010/main" val="422114314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AP_RND_ZERO: </a:t>
            </a:r>
          </a:p>
          <a:p>
            <a:pPr marL="171450" indent="-171450">
              <a:buFont typeface="Arial" panose="020B0604020202020204" pitchFamily="34" charset="0"/>
              <a:buChar char="•"/>
            </a:pPr>
            <a:r>
              <a:rPr lang="en-US" dirty="0"/>
              <a:t>This mode is used for rounding to zero.</a:t>
            </a:r>
          </a:p>
          <a:p>
            <a:pPr marL="171450" indent="-171450">
              <a:buFont typeface="Arial" panose="020B0604020202020204" pitchFamily="34" charset="0"/>
              <a:buChar char="•"/>
            </a:pPr>
            <a:r>
              <a:rPr lang="en-US" dirty="0"/>
              <a:t>For positive numbers, redundant bits are truncated.</a:t>
            </a:r>
          </a:p>
          <a:p>
            <a:pPr marL="171450" indent="-171450">
              <a:buFont typeface="Arial" panose="020B0604020202020204" pitchFamily="34" charset="0"/>
              <a:buChar char="•"/>
            </a:pPr>
            <a:r>
              <a:rPr lang="en-US" dirty="0"/>
              <a:t>For negative numbers, add MSB of removed bits to the remaining bits.</a:t>
            </a:r>
          </a:p>
          <a:p>
            <a:pPr marL="171450" indent="-171450">
              <a:buFont typeface="Arial" panose="020B0604020202020204" pitchFamily="34" charset="0"/>
              <a:buChar char="•"/>
            </a:pPr>
            <a:r>
              <a:rPr lang="en-US" dirty="0"/>
              <a:t>Effect is to round towards zero.</a:t>
            </a:r>
          </a:p>
          <a:p>
            <a:pPr marL="171450" indent="-171450">
              <a:buFont typeface="Arial" panose="020B0604020202020204" pitchFamily="34" charset="0"/>
              <a:buChar char="•"/>
            </a:pPr>
            <a:r>
              <a:rPr lang="en-US" dirty="0"/>
              <a:t>For example:01.01(1.25 using 4bits) rounds to 01.0(1 using 3bits)</a:t>
            </a:r>
          </a:p>
          <a:p>
            <a:pPr marL="171450" indent="-171450">
              <a:buFont typeface="Arial" panose="020B0604020202020204" pitchFamily="34" charset="0"/>
              <a:buChar char="•"/>
            </a:pPr>
            <a:r>
              <a:rPr lang="en-US" dirty="0"/>
              <a:t>10.11(-1.25—&gt;0.75?) rounds to 11.0(-1 using 3 bits)</a:t>
            </a:r>
          </a:p>
          <a:p>
            <a:endParaRPr lang="en-US" dirty="0"/>
          </a:p>
          <a:p>
            <a:pPr marL="0" indent="0">
              <a:buFont typeface="Arial" panose="020B0604020202020204" pitchFamily="34" charset="0"/>
              <a:buNone/>
            </a:pPr>
            <a:r>
              <a:rPr lang="en-US" dirty="0"/>
              <a:t>AP_RND_CONV:</a:t>
            </a:r>
          </a:p>
          <a:p>
            <a:pPr marL="171450" indent="-171450">
              <a:buFont typeface="Arial" panose="020B0604020202020204" pitchFamily="34" charset="0"/>
              <a:buChar char="•"/>
            </a:pPr>
            <a:r>
              <a:rPr lang="en-US" dirty="0"/>
              <a:t>This mode is used to round the value to the nearest representable value.</a:t>
            </a:r>
          </a:p>
          <a:p>
            <a:pPr marL="171450" indent="-171450">
              <a:buFont typeface="Arial" panose="020B0604020202020204" pitchFamily="34" charset="0"/>
              <a:buChar char="•"/>
            </a:pPr>
            <a:r>
              <a:rPr lang="en-US" dirty="0"/>
              <a:t>Rounding depends on the least significant bit.</a:t>
            </a:r>
          </a:p>
          <a:p>
            <a:pPr marL="171450" indent="-171450">
              <a:buFont typeface="Arial" panose="020B0604020202020204" pitchFamily="34" charset="0"/>
              <a:buChar char="•"/>
            </a:pPr>
            <a:r>
              <a:rPr lang="en-US" dirty="0"/>
              <a:t>If the least significant bit is set, it rounds towards plus infinity; otherwise, it rounds towards minus infinity</a:t>
            </a:r>
          </a:p>
          <a:p>
            <a:pPr marL="171450" indent="-171450">
              <a:buFont typeface="Arial" panose="020B0604020202020204" pitchFamily="34" charset="0"/>
              <a:buChar char="•"/>
            </a:pPr>
            <a:r>
              <a:rPr lang="en-US" dirty="0"/>
              <a:t>For example: 00.11(0.75 using 4 bits) rounds to 01.0(1.0 using 3 bits)</a:t>
            </a:r>
          </a:p>
          <a:p>
            <a:pPr marL="171450" indent="-171450">
              <a:buFont typeface="Arial" panose="020B0604020202020204" pitchFamily="34" charset="0"/>
              <a:buChar char="•"/>
            </a:pPr>
            <a:r>
              <a:rPr lang="en-US" dirty="0"/>
              <a:t>10.11(-1.25 using 4 bits) rounds to 11.0(-1.0 using 3 bits) </a:t>
            </a:r>
          </a:p>
          <a:p>
            <a:endParaRPr lang="en-US" dirty="0"/>
          </a:p>
        </p:txBody>
      </p:sp>
    </p:spTree>
    <p:extLst>
      <p:ext uri="{BB962C8B-B14F-4D97-AF65-F5344CB8AC3E}">
        <p14:creationId xmlns:p14="http://schemas.microsoft.com/office/powerpoint/2010/main" val="228362543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AP_RND_ZERO: </a:t>
            </a:r>
          </a:p>
          <a:p>
            <a:pPr marL="171450" indent="-171450">
              <a:buFont typeface="Arial" panose="020B0604020202020204" pitchFamily="34" charset="0"/>
              <a:buChar char="•"/>
            </a:pPr>
            <a:r>
              <a:rPr lang="en-US" dirty="0"/>
              <a:t>This mode is used for rounding to zero.</a:t>
            </a:r>
          </a:p>
          <a:p>
            <a:pPr marL="171450" indent="-171450">
              <a:buFont typeface="Arial" panose="020B0604020202020204" pitchFamily="34" charset="0"/>
              <a:buChar char="•"/>
            </a:pPr>
            <a:r>
              <a:rPr lang="en-US" dirty="0"/>
              <a:t>For positive numbers, redundant bits are truncated.</a:t>
            </a:r>
          </a:p>
          <a:p>
            <a:pPr marL="171450" indent="-171450">
              <a:buFont typeface="Arial" panose="020B0604020202020204" pitchFamily="34" charset="0"/>
              <a:buChar char="•"/>
            </a:pPr>
            <a:r>
              <a:rPr lang="en-US" dirty="0"/>
              <a:t>For negative numbers, add MSB of removed bits to the remaining bits.</a:t>
            </a:r>
          </a:p>
          <a:p>
            <a:pPr marL="171450" indent="-171450">
              <a:buFont typeface="Arial" panose="020B0604020202020204" pitchFamily="34" charset="0"/>
              <a:buChar char="•"/>
            </a:pPr>
            <a:r>
              <a:rPr lang="en-US" dirty="0"/>
              <a:t>Effect is to round towards zero.</a:t>
            </a:r>
          </a:p>
          <a:p>
            <a:pPr marL="171450" indent="-171450">
              <a:buFont typeface="Arial" panose="020B0604020202020204" pitchFamily="34" charset="0"/>
              <a:buChar char="•"/>
            </a:pPr>
            <a:r>
              <a:rPr lang="en-US" dirty="0"/>
              <a:t>For example:01.01(1.25 using 4bits) rounds to 01.0(1 using 3bits)</a:t>
            </a:r>
          </a:p>
          <a:p>
            <a:pPr marL="171450" indent="-171450">
              <a:buFont typeface="Arial" panose="020B0604020202020204" pitchFamily="34" charset="0"/>
              <a:buChar char="•"/>
            </a:pPr>
            <a:r>
              <a:rPr lang="en-US" dirty="0"/>
              <a:t>10.11(-1.25—&gt;0.75?) rounds to 11.0(-1 using 3 bits)</a:t>
            </a:r>
          </a:p>
          <a:p>
            <a:endParaRPr lang="en-US" dirty="0"/>
          </a:p>
          <a:p>
            <a:pPr marL="0" indent="0">
              <a:buFont typeface="Arial" panose="020B0604020202020204" pitchFamily="34" charset="0"/>
              <a:buNone/>
            </a:pPr>
            <a:r>
              <a:rPr lang="en-US" dirty="0"/>
              <a:t>AP_RND_CONV:</a:t>
            </a:r>
          </a:p>
          <a:p>
            <a:pPr marL="171450" indent="-171450">
              <a:buFont typeface="Arial" panose="020B0604020202020204" pitchFamily="34" charset="0"/>
              <a:buChar char="•"/>
            </a:pPr>
            <a:r>
              <a:rPr lang="en-US" dirty="0"/>
              <a:t>This mode is used to round the value to the nearest representable value.</a:t>
            </a:r>
          </a:p>
          <a:p>
            <a:pPr marL="171450" indent="-171450">
              <a:buFont typeface="Arial" panose="020B0604020202020204" pitchFamily="34" charset="0"/>
              <a:buChar char="•"/>
            </a:pPr>
            <a:r>
              <a:rPr lang="en-US" dirty="0"/>
              <a:t>Rounding depends on the least significant bit.</a:t>
            </a:r>
          </a:p>
          <a:p>
            <a:pPr marL="171450" indent="-171450">
              <a:buFont typeface="Arial" panose="020B0604020202020204" pitchFamily="34" charset="0"/>
              <a:buChar char="•"/>
            </a:pPr>
            <a:r>
              <a:rPr lang="en-US" dirty="0"/>
              <a:t>If the least significant bit is set, it rounds towards plus infinity; otherwise, it rounds towards minus infinity</a:t>
            </a:r>
          </a:p>
          <a:p>
            <a:pPr marL="171450" indent="-171450">
              <a:buFont typeface="Arial" panose="020B0604020202020204" pitchFamily="34" charset="0"/>
              <a:buChar char="•"/>
            </a:pPr>
            <a:r>
              <a:rPr lang="en-US" dirty="0"/>
              <a:t>For example: 00.11(0.75 using 4 bits) rounds to 01.0(1.0 using 3 bits)</a:t>
            </a:r>
          </a:p>
          <a:p>
            <a:pPr marL="171450" indent="-171450">
              <a:buFont typeface="Arial" panose="020B0604020202020204" pitchFamily="34" charset="0"/>
              <a:buChar char="•"/>
            </a:pPr>
            <a:r>
              <a:rPr lang="en-US" dirty="0"/>
              <a:t>10.11(-1.25 using 4 bits) rounds to 11.0(-1.0 using 3 bits) </a:t>
            </a:r>
          </a:p>
          <a:p>
            <a:endParaRPr lang="en-US" dirty="0"/>
          </a:p>
        </p:txBody>
      </p:sp>
    </p:spTree>
    <p:extLst>
      <p:ext uri="{BB962C8B-B14F-4D97-AF65-F5344CB8AC3E}">
        <p14:creationId xmlns:p14="http://schemas.microsoft.com/office/powerpoint/2010/main" val="228362543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a:p>
            <a:pPr marL="0" indent="0">
              <a:buFont typeface="Arial" panose="020B0604020202020204" pitchFamily="34" charset="0"/>
              <a:buNone/>
            </a:pPr>
            <a:r>
              <a:rPr lang="en-US" dirty="0"/>
              <a:t>AP_TRN:</a:t>
            </a:r>
          </a:p>
          <a:p>
            <a:pPr marL="171450" indent="-171450">
              <a:buFont typeface="Arial" panose="020B0604020202020204" pitchFamily="34" charset="0"/>
              <a:buChar char="•"/>
            </a:pPr>
            <a:r>
              <a:rPr lang="en-US" dirty="0"/>
              <a:t>This mode is used for truncating</a:t>
            </a:r>
          </a:p>
          <a:p>
            <a:pPr marL="171450" indent="-171450">
              <a:buFont typeface="Arial" panose="020B0604020202020204" pitchFamily="34" charset="0"/>
              <a:buChar char="•"/>
            </a:pPr>
            <a:r>
              <a:rPr lang="en-US" dirty="0"/>
              <a:t>Removes the redundant bits and always rounds to minus infinity</a:t>
            </a:r>
          </a:p>
          <a:p>
            <a:pPr marL="171450" indent="-171450">
              <a:buFont typeface="Arial" panose="020B0604020202020204" pitchFamily="34" charset="0"/>
              <a:buChar char="•"/>
            </a:pPr>
            <a:r>
              <a:rPr lang="en-US" dirty="0"/>
              <a:t>For example: 01.01(1.25) -&gt; 01.0(1)</a:t>
            </a:r>
          </a:p>
          <a:p>
            <a:pPr marL="0" indent="0">
              <a:buFont typeface="Arial" panose="020B0604020202020204" pitchFamily="34" charset="0"/>
              <a:buNone/>
            </a:pPr>
            <a:r>
              <a:rPr lang="en-US" dirty="0"/>
              <a:t>AP_TRN_ZERO:</a:t>
            </a:r>
          </a:p>
          <a:p>
            <a:pPr marL="0" indent="0">
              <a:buFont typeface="Arial" panose="020B0604020202020204" pitchFamily="34" charset="0"/>
              <a:buNone/>
            </a:pPr>
            <a:r>
              <a:rPr lang="en-US" dirty="0"/>
              <a:t>This mode is used to truncate to zero</a:t>
            </a:r>
          </a:p>
          <a:p>
            <a:pPr marL="0" indent="0">
              <a:buFont typeface="Arial" panose="020B0604020202020204" pitchFamily="34" charset="0"/>
              <a:buNone/>
            </a:pPr>
            <a:r>
              <a:rPr lang="en-US" dirty="0"/>
              <a:t>For positive numbers, works the same as AP_TRN</a:t>
            </a:r>
          </a:p>
          <a:p>
            <a:pPr marL="0" marR="0" lvl="0" indent="0" algn="l" defTabSz="914400" rtl="0" eaLnBrk="0" fontAlgn="base" latinLnBrk="0" hangingPunct="0">
              <a:lnSpc>
                <a:spcPct val="100000"/>
              </a:lnSpc>
              <a:spcBef>
                <a:spcPct val="30000"/>
              </a:spcBef>
              <a:spcAft>
                <a:spcPct val="0"/>
              </a:spcAft>
              <a:buClrTx/>
              <a:buSzTx/>
              <a:buFont typeface="Arial" panose="020B0604020202020204" pitchFamily="34" charset="0"/>
              <a:buNone/>
              <a:tabLst/>
              <a:defRPr/>
            </a:pPr>
            <a:r>
              <a:rPr lang="en-US" dirty="0"/>
              <a:t>For example: 01.01(1.25) -&gt; 01.0(1)</a:t>
            </a:r>
          </a:p>
          <a:p>
            <a:pPr marL="0" indent="0">
              <a:buFont typeface="Arial" panose="020B0604020202020204" pitchFamily="34" charset="0"/>
              <a:buNone/>
            </a:pPr>
            <a:r>
              <a:rPr lang="en-US" dirty="0"/>
              <a:t>For negative numbers, rounds to zero</a:t>
            </a:r>
          </a:p>
          <a:p>
            <a:pPr marL="0" indent="0">
              <a:buFont typeface="Arial" panose="020B0604020202020204" pitchFamily="34" charset="0"/>
              <a:buNone/>
            </a:pPr>
            <a:r>
              <a:rPr lang="en-US" dirty="0"/>
              <a:t>For example: 10.11(-1.25) -&gt; 11.0(-1)</a:t>
            </a:r>
          </a:p>
          <a:p>
            <a:endParaRPr lang="en-US" dirty="0"/>
          </a:p>
        </p:txBody>
      </p:sp>
    </p:spTree>
    <p:extLst>
      <p:ext uri="{BB962C8B-B14F-4D97-AF65-F5344CB8AC3E}">
        <p14:creationId xmlns:p14="http://schemas.microsoft.com/office/powerpoint/2010/main" val="19788370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a:p>
            <a:pPr marL="0" indent="0">
              <a:buFont typeface="Arial" panose="020B0604020202020204" pitchFamily="34" charset="0"/>
              <a:buNone/>
            </a:pPr>
            <a:r>
              <a:rPr lang="en-US" dirty="0"/>
              <a:t>AP_TRN:</a:t>
            </a:r>
          </a:p>
          <a:p>
            <a:pPr marL="171450" indent="-171450">
              <a:buFont typeface="Arial" panose="020B0604020202020204" pitchFamily="34" charset="0"/>
              <a:buChar char="•"/>
            </a:pPr>
            <a:r>
              <a:rPr lang="en-US" dirty="0"/>
              <a:t>This mode is used for truncating</a:t>
            </a:r>
          </a:p>
          <a:p>
            <a:pPr marL="171450" indent="-171450">
              <a:buFont typeface="Arial" panose="020B0604020202020204" pitchFamily="34" charset="0"/>
              <a:buChar char="•"/>
            </a:pPr>
            <a:r>
              <a:rPr lang="en-US" dirty="0"/>
              <a:t>Removes the redundant bits and always rounds to minus infinity</a:t>
            </a:r>
          </a:p>
          <a:p>
            <a:pPr marL="171450" indent="-171450">
              <a:buFont typeface="Arial" panose="020B0604020202020204" pitchFamily="34" charset="0"/>
              <a:buChar char="•"/>
            </a:pPr>
            <a:r>
              <a:rPr lang="en-US" dirty="0"/>
              <a:t>For example: 01.01(1.25) -&gt; 01.0(1)</a:t>
            </a:r>
          </a:p>
          <a:p>
            <a:pPr marL="0" indent="0">
              <a:buFont typeface="Arial" panose="020B0604020202020204" pitchFamily="34" charset="0"/>
              <a:buNone/>
            </a:pPr>
            <a:r>
              <a:rPr lang="en-US" dirty="0"/>
              <a:t>AP_TRN_ZERO:</a:t>
            </a:r>
          </a:p>
          <a:p>
            <a:pPr marL="0" indent="0">
              <a:buFont typeface="Arial" panose="020B0604020202020204" pitchFamily="34" charset="0"/>
              <a:buNone/>
            </a:pPr>
            <a:r>
              <a:rPr lang="en-US" dirty="0"/>
              <a:t>This mode is used to truncate to zero</a:t>
            </a:r>
          </a:p>
          <a:p>
            <a:pPr marL="0" indent="0">
              <a:buFont typeface="Arial" panose="020B0604020202020204" pitchFamily="34" charset="0"/>
              <a:buNone/>
            </a:pPr>
            <a:r>
              <a:rPr lang="en-US" dirty="0"/>
              <a:t>For positive numbers, works the same as AP_TRN</a:t>
            </a:r>
          </a:p>
          <a:p>
            <a:pPr marL="0" marR="0" lvl="0" indent="0" algn="l" defTabSz="914400" rtl="0" eaLnBrk="0" fontAlgn="base" latinLnBrk="0" hangingPunct="0">
              <a:lnSpc>
                <a:spcPct val="100000"/>
              </a:lnSpc>
              <a:spcBef>
                <a:spcPct val="30000"/>
              </a:spcBef>
              <a:spcAft>
                <a:spcPct val="0"/>
              </a:spcAft>
              <a:buClrTx/>
              <a:buSzTx/>
              <a:buFont typeface="Arial" panose="020B0604020202020204" pitchFamily="34" charset="0"/>
              <a:buNone/>
              <a:tabLst/>
              <a:defRPr/>
            </a:pPr>
            <a:r>
              <a:rPr lang="en-US" dirty="0"/>
              <a:t>For example: 01.01(1.25) -&gt; 01.0(1)</a:t>
            </a:r>
          </a:p>
          <a:p>
            <a:pPr marL="0" indent="0">
              <a:buFont typeface="Arial" panose="020B0604020202020204" pitchFamily="34" charset="0"/>
              <a:buNone/>
            </a:pPr>
            <a:r>
              <a:rPr lang="en-US" dirty="0"/>
              <a:t>For negative numbers, rounds to zero</a:t>
            </a:r>
          </a:p>
          <a:p>
            <a:pPr marL="0" indent="0">
              <a:buFont typeface="Arial" panose="020B0604020202020204" pitchFamily="34" charset="0"/>
              <a:buNone/>
            </a:pPr>
            <a:r>
              <a:rPr lang="en-US" dirty="0"/>
              <a:t>For example: 10.11(-1.25) -&gt; 11.0(-1)</a:t>
            </a:r>
          </a:p>
          <a:p>
            <a:endParaRPr lang="en-US" dirty="0"/>
          </a:p>
        </p:txBody>
      </p:sp>
    </p:spTree>
    <p:extLst>
      <p:ext uri="{BB962C8B-B14F-4D97-AF65-F5344CB8AC3E}">
        <p14:creationId xmlns:p14="http://schemas.microsoft.com/office/powerpoint/2010/main" val="19788370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zh-CN" dirty="0"/>
              <a:t>AP_WRAP: </a:t>
            </a:r>
          </a:p>
          <a:p>
            <a:r>
              <a:rPr lang="en-US" dirty="0"/>
              <a:t>AP_WRAP, N= 0</a:t>
            </a:r>
          </a:p>
          <a:p>
            <a:pPr marL="171450" indent="-171450">
              <a:buFont typeface="Arial" panose="020B0604020202020204" pitchFamily="34" charset="0"/>
              <a:buChar char="•"/>
            </a:pPr>
            <a:r>
              <a:rPr lang="en-US" dirty="0"/>
              <a:t>This mode is the default overflow mode</a:t>
            </a:r>
          </a:p>
          <a:p>
            <a:pPr marL="171450" indent="-171450">
              <a:buFont typeface="Arial" panose="020B0604020202020204" pitchFamily="34" charset="0"/>
              <a:buChar char="•"/>
            </a:pPr>
            <a:r>
              <a:rPr lang="en-US" dirty="0"/>
              <a:t>When N = 0, any MSB bits outside the range are deleted</a:t>
            </a:r>
          </a:p>
          <a:p>
            <a:pPr marL="171450" indent="-171450">
              <a:buFont typeface="Arial" panose="020B0604020202020204" pitchFamily="34" charset="0"/>
              <a:buChar char="•"/>
            </a:pPr>
            <a:r>
              <a:rPr lang="en-US" dirty="0"/>
              <a:t>For the unsigned numbers, it acts as a counter; after MAX wraps, around to zero</a:t>
            </a:r>
          </a:p>
          <a:p>
            <a:pPr marL="171450" indent="-171450">
              <a:buFont typeface="Arial" panose="020B0604020202020204" pitchFamily="34" charset="0"/>
              <a:buChar char="•"/>
            </a:pPr>
            <a:r>
              <a:rPr lang="en-US" dirty="0"/>
              <a:t>For the signed numbers, after MAX, the next value is MIN</a:t>
            </a:r>
          </a:p>
          <a:p>
            <a:pPr marL="628650" lvl="1" indent="-171450">
              <a:buFont typeface="Arial" panose="020B0604020202020204" pitchFamily="34" charset="0"/>
              <a:buChar char="•"/>
            </a:pPr>
            <a:r>
              <a:rPr lang="en-US" dirty="0"/>
              <a:t>For example:0100(4) -&gt; 100(-4)</a:t>
            </a:r>
          </a:p>
          <a:p>
            <a:pPr marL="628650" lvl="1" indent="-171450">
              <a:buFont typeface="Arial" panose="020B0604020202020204" pitchFamily="34" charset="0"/>
              <a:buChar char="•"/>
            </a:pPr>
            <a:r>
              <a:rPr lang="en-US" dirty="0"/>
              <a:t>1011(-5) -&gt; 011(3)</a:t>
            </a:r>
          </a:p>
          <a:p>
            <a:pPr marL="0" lvl="0" indent="0">
              <a:buFont typeface="Arial" panose="020B0604020202020204" pitchFamily="34" charset="0"/>
              <a:buNone/>
            </a:pPr>
            <a:endParaRPr lang="en-US" dirty="0"/>
          </a:p>
          <a:p>
            <a:pPr marL="0" lvl="0" indent="0">
              <a:buFont typeface="Arial" panose="020B0604020202020204" pitchFamily="34" charset="0"/>
              <a:buNone/>
            </a:pPr>
            <a:r>
              <a:rPr lang="en-US" altLang="zh-CN" dirty="0"/>
              <a:t>AP_WRAP, N&gt;0</a:t>
            </a:r>
          </a:p>
          <a:p>
            <a:pPr marL="0" lvl="0" indent="0">
              <a:buFont typeface="Arial" panose="020B0604020202020204" pitchFamily="34" charset="0"/>
              <a:buNone/>
            </a:pPr>
            <a:r>
              <a:rPr lang="en-US" dirty="0"/>
              <a:t>When N&gt;0, then N MSB bits are to be saturated or set to 1</a:t>
            </a:r>
          </a:p>
          <a:p>
            <a:pPr marL="0" lvl="0" indent="0">
              <a:buFont typeface="Arial" panose="020B0604020202020204" pitchFamily="34" charset="0"/>
              <a:buNone/>
            </a:pPr>
            <a:r>
              <a:rPr lang="en-US" dirty="0"/>
              <a:t>Sign bit is retained, so the positive numbers remain positive, and the negative numbers remain negative</a:t>
            </a:r>
          </a:p>
          <a:p>
            <a:pPr marL="0" lvl="0" indent="0">
              <a:buFont typeface="Arial" panose="020B0604020202020204" pitchFamily="34" charset="0"/>
              <a:buNone/>
            </a:pPr>
            <a:r>
              <a:rPr lang="en-US" dirty="0"/>
              <a:t>Bits that are not saturated are copied from the LSB side</a:t>
            </a:r>
          </a:p>
        </p:txBody>
      </p:sp>
    </p:spTree>
    <p:extLst>
      <p:ext uri="{BB962C8B-B14F-4D97-AF65-F5344CB8AC3E}">
        <p14:creationId xmlns:p14="http://schemas.microsoft.com/office/powerpoint/2010/main" val="4248731947"/>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zh-CN" dirty="0"/>
              <a:t>AP_WRAP: </a:t>
            </a:r>
          </a:p>
          <a:p>
            <a:r>
              <a:rPr lang="en-US" dirty="0"/>
              <a:t>AP_WRAP, N= 0</a:t>
            </a:r>
          </a:p>
          <a:p>
            <a:pPr marL="171450" indent="-171450">
              <a:buFont typeface="Arial" panose="020B0604020202020204" pitchFamily="34" charset="0"/>
              <a:buChar char="•"/>
            </a:pPr>
            <a:r>
              <a:rPr lang="en-US" dirty="0"/>
              <a:t>This mode is the default overflow mode</a:t>
            </a:r>
          </a:p>
          <a:p>
            <a:pPr marL="171450" indent="-171450">
              <a:buFont typeface="Arial" panose="020B0604020202020204" pitchFamily="34" charset="0"/>
              <a:buChar char="•"/>
            </a:pPr>
            <a:r>
              <a:rPr lang="en-US" dirty="0"/>
              <a:t>When N = 0, any MSB bits outside the range are deleted</a:t>
            </a:r>
          </a:p>
          <a:p>
            <a:pPr marL="171450" indent="-171450">
              <a:buFont typeface="Arial" panose="020B0604020202020204" pitchFamily="34" charset="0"/>
              <a:buChar char="•"/>
            </a:pPr>
            <a:r>
              <a:rPr lang="en-US" dirty="0"/>
              <a:t>For the unsigned numbers, it acts as a counter; after MAX wraps, around to zero</a:t>
            </a:r>
          </a:p>
          <a:p>
            <a:pPr marL="171450" indent="-171450">
              <a:buFont typeface="Arial" panose="020B0604020202020204" pitchFamily="34" charset="0"/>
              <a:buChar char="•"/>
            </a:pPr>
            <a:r>
              <a:rPr lang="en-US" dirty="0"/>
              <a:t>For the signed numbers, after MAX, the next value is MIN</a:t>
            </a:r>
          </a:p>
          <a:p>
            <a:pPr marL="628650" lvl="1" indent="-171450">
              <a:buFont typeface="Arial" panose="020B0604020202020204" pitchFamily="34" charset="0"/>
              <a:buChar char="•"/>
            </a:pPr>
            <a:r>
              <a:rPr lang="en-US" dirty="0"/>
              <a:t>For example:0100(4) -&gt; 100(-4)</a:t>
            </a:r>
          </a:p>
          <a:p>
            <a:pPr marL="628650" lvl="1" indent="-171450">
              <a:buFont typeface="Arial" panose="020B0604020202020204" pitchFamily="34" charset="0"/>
              <a:buChar char="•"/>
            </a:pPr>
            <a:r>
              <a:rPr lang="en-US" dirty="0"/>
              <a:t>1011(-5) -&gt; 011(3)</a:t>
            </a:r>
          </a:p>
          <a:p>
            <a:pPr marL="0" lvl="0" indent="0">
              <a:buFont typeface="Arial" panose="020B0604020202020204" pitchFamily="34" charset="0"/>
              <a:buNone/>
            </a:pPr>
            <a:endParaRPr lang="en-US" dirty="0"/>
          </a:p>
          <a:p>
            <a:pPr marL="0" lvl="0" indent="0">
              <a:buFont typeface="Arial" panose="020B0604020202020204" pitchFamily="34" charset="0"/>
              <a:buNone/>
            </a:pPr>
            <a:r>
              <a:rPr lang="en-US" altLang="zh-CN" dirty="0"/>
              <a:t>AP_WRAP, N&gt;0</a:t>
            </a:r>
          </a:p>
          <a:p>
            <a:pPr marL="0" lvl="0" indent="0">
              <a:buFont typeface="Arial" panose="020B0604020202020204" pitchFamily="34" charset="0"/>
              <a:buNone/>
            </a:pPr>
            <a:r>
              <a:rPr lang="en-US" dirty="0"/>
              <a:t>When N&gt;0, then N MSB bits are to be saturated or set to 1</a:t>
            </a:r>
          </a:p>
          <a:p>
            <a:pPr marL="0" lvl="0" indent="0">
              <a:buFont typeface="Arial" panose="020B0604020202020204" pitchFamily="34" charset="0"/>
              <a:buNone/>
            </a:pPr>
            <a:r>
              <a:rPr lang="en-US" dirty="0"/>
              <a:t>Sign bit is retained, so the positive numbers remain positive, and the negative numbers remain negative</a:t>
            </a:r>
          </a:p>
          <a:p>
            <a:pPr marL="0" lvl="0" indent="0">
              <a:buFont typeface="Arial" panose="020B0604020202020204" pitchFamily="34" charset="0"/>
              <a:buNone/>
            </a:pPr>
            <a:r>
              <a:rPr lang="en-US" dirty="0"/>
              <a:t>Bits that are not saturated are copied from the LSB side</a:t>
            </a:r>
          </a:p>
        </p:txBody>
      </p:sp>
    </p:spTree>
    <p:extLst>
      <p:ext uri="{BB962C8B-B14F-4D97-AF65-F5344CB8AC3E}">
        <p14:creationId xmlns:p14="http://schemas.microsoft.com/office/powerpoint/2010/main" val="4248731947"/>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3262514576"/>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3262514576"/>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Tree>
    <p:extLst>
      <p:ext uri="{BB962C8B-B14F-4D97-AF65-F5344CB8AC3E}">
        <p14:creationId xmlns:p14="http://schemas.microsoft.com/office/powerpoint/2010/main" val="4156349094"/>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Tree>
    <p:extLst>
      <p:ext uri="{BB962C8B-B14F-4D97-AF65-F5344CB8AC3E}">
        <p14:creationId xmlns:p14="http://schemas.microsoft.com/office/powerpoint/2010/main" val="4156349094"/>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1" name="Rectangle 2"/>
          <p:cNvSpPr>
            <a:spLocks noGrp="1" noRot="1" noChangeAspect="1" noTextEdit="1"/>
          </p:cNvSpPr>
          <p:nvPr>
            <p:ph type="sldImg"/>
          </p:nvPr>
        </p:nvSpPr>
        <p:spPr bwMode="auto">
          <a:xfrm>
            <a:off x="471488" y="711200"/>
            <a:ext cx="6375400" cy="3586163"/>
          </a:xfrm>
          <a:noFill/>
          <a:ln>
            <a:solidFill>
              <a:srgbClr val="000000"/>
            </a:solidFill>
            <a:miter lim="800000"/>
            <a:headEnd/>
            <a:tailEnd/>
          </a:ln>
        </p:spPr>
      </p:sp>
      <p:sp>
        <p:nvSpPr>
          <p:cNvPr id="25602" name="Rectangle 3"/>
          <p:cNvSpPr>
            <a:spLocks noGrp="1"/>
          </p:cNvSpPr>
          <p:nvPr>
            <p:ph type="body" idx="1"/>
          </p:nvPr>
        </p:nvSpPr>
        <p:spPr bwMode="auto">
          <a:xfrm>
            <a:off x="1005369" y="4559544"/>
            <a:ext cx="5304465" cy="4350971"/>
          </a:xfrm>
          <a:noFill/>
        </p:spPr>
        <p:txBody>
          <a:bodyPr/>
          <a:lstStyle/>
          <a:p>
            <a:r>
              <a:rPr lang="en-US" altLang="zh-CN" dirty="0">
                <a:ea typeface="宋体" charset="-122"/>
              </a:rPr>
              <a:t>https://www.xilinx.com/support/documentation/ip_documentation/floating_point/v7_1/pg060-floating-point.pdf </a:t>
            </a:r>
          </a:p>
          <a:p>
            <a:r>
              <a:rPr lang="en-US" altLang="zh-CN" dirty="0">
                <a:ea typeface="宋体" charset="-122"/>
              </a:rPr>
              <a:t>page 4</a:t>
            </a:r>
          </a:p>
          <a:p>
            <a:endParaRPr lang="zh-CN" altLang="en-US" dirty="0">
              <a:ea typeface="宋体" charset="-122"/>
            </a:endParaRPr>
          </a:p>
        </p:txBody>
      </p:sp>
    </p:spTree>
    <p:extLst>
      <p:ext uri="{BB962C8B-B14F-4D97-AF65-F5344CB8AC3E}">
        <p14:creationId xmlns:p14="http://schemas.microsoft.com/office/powerpoint/2010/main" val="53301228"/>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1" name="Rectangle 2"/>
          <p:cNvSpPr>
            <a:spLocks noGrp="1" noRot="1" noChangeAspect="1" noTextEdit="1"/>
          </p:cNvSpPr>
          <p:nvPr>
            <p:ph type="sldImg"/>
          </p:nvPr>
        </p:nvSpPr>
        <p:spPr bwMode="auto">
          <a:xfrm>
            <a:off x="471488" y="711200"/>
            <a:ext cx="6375400" cy="3586163"/>
          </a:xfrm>
          <a:noFill/>
          <a:ln>
            <a:solidFill>
              <a:srgbClr val="000000"/>
            </a:solidFill>
            <a:miter lim="800000"/>
            <a:headEnd/>
            <a:tailEnd/>
          </a:ln>
        </p:spPr>
      </p:sp>
      <p:sp>
        <p:nvSpPr>
          <p:cNvPr id="25602" name="Rectangle 3"/>
          <p:cNvSpPr>
            <a:spLocks noGrp="1"/>
          </p:cNvSpPr>
          <p:nvPr>
            <p:ph type="body" idx="1"/>
          </p:nvPr>
        </p:nvSpPr>
        <p:spPr bwMode="auto">
          <a:xfrm>
            <a:off x="1005369" y="4559544"/>
            <a:ext cx="5304465" cy="4350971"/>
          </a:xfrm>
          <a:noFill/>
        </p:spPr>
        <p:txBody>
          <a:bodyPr/>
          <a:lstStyle/>
          <a:p>
            <a:r>
              <a:rPr lang="en-US" altLang="zh-CN" dirty="0">
                <a:ea typeface="宋体" charset="-122"/>
              </a:rPr>
              <a:t>https://www.xilinx.com/support/documentation/ip_documentation/floating_point/v7_1/pg060-floating-point.pdf </a:t>
            </a:r>
          </a:p>
          <a:p>
            <a:r>
              <a:rPr lang="en-US" altLang="zh-CN" dirty="0">
                <a:ea typeface="宋体" charset="-122"/>
              </a:rPr>
              <a:t>page 4</a:t>
            </a:r>
          </a:p>
          <a:p>
            <a:endParaRPr lang="zh-CN" altLang="en-US" dirty="0">
              <a:ea typeface="宋体" charset="-122"/>
            </a:endParaRPr>
          </a:p>
        </p:txBody>
      </p:sp>
    </p:spTree>
    <p:extLst>
      <p:ext uri="{BB962C8B-B14F-4D97-AF65-F5344CB8AC3E}">
        <p14:creationId xmlns:p14="http://schemas.microsoft.com/office/powerpoint/2010/main" val="53301228"/>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https://www.xilinx.com/support/documentation/sw_manuals/xilinx2017_4/ug902-vivado-high-level-synthesis.pdf</a:t>
            </a:r>
          </a:p>
        </p:txBody>
      </p:sp>
    </p:spTree>
    <p:extLst>
      <p:ext uri="{BB962C8B-B14F-4D97-AF65-F5344CB8AC3E}">
        <p14:creationId xmlns:p14="http://schemas.microsoft.com/office/powerpoint/2010/main" val="1343363346"/>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US" dirty="0"/>
              <a:t>https://www.xilinx.com/support/documentation/sw_manuals/xilinx2017_4/ug902-vivado-high-level-synthesis.pdf</a:t>
            </a:r>
          </a:p>
          <a:p>
            <a:endParaRPr lang="en-US" dirty="0"/>
          </a:p>
        </p:txBody>
      </p:sp>
    </p:spTree>
    <p:extLst>
      <p:ext uri="{BB962C8B-B14F-4D97-AF65-F5344CB8AC3E}">
        <p14:creationId xmlns:p14="http://schemas.microsoft.com/office/powerpoint/2010/main" val="3252911446"/>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Recommendation: Replace </a:t>
            </a:r>
            <a:r>
              <a:rPr lang="en-US" dirty="0" err="1"/>
              <a:t>math.h</a:t>
            </a:r>
            <a:r>
              <a:rPr lang="en-US" dirty="0"/>
              <a:t> or </a:t>
            </a:r>
            <a:r>
              <a:rPr lang="en-US" dirty="0" err="1"/>
              <a:t>cmath.h</a:t>
            </a:r>
            <a:r>
              <a:rPr lang="en-US" dirty="0"/>
              <a:t> with </a:t>
            </a:r>
            <a:r>
              <a:rPr lang="en-US" dirty="0" err="1"/>
              <a:t>hls_math.h</a:t>
            </a:r>
            <a:r>
              <a:rPr lang="en-US" dirty="0"/>
              <a:t> or to add the files </a:t>
            </a:r>
            <a:r>
              <a:rPr lang="en-US" dirty="0" err="1"/>
              <a:t>hls_lib.c</a:t>
            </a:r>
            <a:r>
              <a:rPr lang="en-US" dirty="0"/>
              <a:t> and keep math/</a:t>
            </a:r>
            <a:r>
              <a:rPr lang="en-US" dirty="0" err="1"/>
              <a:t>cmath.h</a:t>
            </a:r>
            <a:endParaRPr lang="en-US" dirty="0"/>
          </a:p>
        </p:txBody>
      </p:sp>
    </p:spTree>
    <p:extLst>
      <p:ext uri="{BB962C8B-B14F-4D97-AF65-F5344CB8AC3E}">
        <p14:creationId xmlns:p14="http://schemas.microsoft.com/office/powerpoint/2010/main" val="4059754599"/>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 Id="rId4" Type="http://schemas.openxmlformats.org/officeDocument/2006/relationships/image" Target="../media/image5.png"/></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2.xml"/><Relationship Id="rId4" Type="http://schemas.openxmlformats.org/officeDocument/2006/relationships/image" Target="../media/image5.png"/></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0.png"/><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13.emf"/><Relationship Id="rId2" Type="http://schemas.openxmlformats.org/officeDocument/2006/relationships/image" Target="../media/image12.emf"/><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0.png"/><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bg>
      <p:bgPr>
        <a:solidFill>
          <a:schemeClr val="bg2"/>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FD36CB97-8324-8440-AF83-FDCF5C83423C}"/>
              </a:ext>
            </a:extLst>
          </p:cNvPr>
          <p:cNvSpPr/>
          <p:nvPr userDrawn="1"/>
        </p:nvSpPr>
        <p:spPr>
          <a:xfrm>
            <a:off x="10210800" y="6119691"/>
            <a:ext cx="1752600" cy="662109"/>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itle 11">
            <a:extLst>
              <a:ext uri="{FF2B5EF4-FFF2-40B4-BE49-F238E27FC236}">
                <a16:creationId xmlns:a16="http://schemas.microsoft.com/office/drawing/2014/main" id="{92695751-8148-D44C-819F-19AC107A8E9D}"/>
              </a:ext>
            </a:extLst>
          </p:cNvPr>
          <p:cNvSpPr>
            <a:spLocks noGrp="1"/>
          </p:cNvSpPr>
          <p:nvPr>
            <p:ph type="title" hasCustomPrompt="1"/>
          </p:nvPr>
        </p:nvSpPr>
        <p:spPr>
          <a:xfrm>
            <a:off x="579121" y="2700534"/>
            <a:ext cx="8945879" cy="975360"/>
          </a:xfrm>
        </p:spPr>
        <p:txBody>
          <a:bodyPr/>
          <a:lstStyle>
            <a:lvl1pPr>
              <a:defRPr sz="4400"/>
            </a:lvl1pPr>
          </a:lstStyle>
          <a:p>
            <a:pPr>
              <a:lnSpc>
                <a:spcPct val="85000"/>
              </a:lnSpc>
            </a:pPr>
            <a:r>
              <a:rPr lang="en-US">
                <a:solidFill>
                  <a:schemeClr val="tx1"/>
                </a:solidFill>
              </a:rPr>
              <a:t>Presentation Title</a:t>
            </a:r>
          </a:p>
        </p:txBody>
      </p:sp>
      <p:sp>
        <p:nvSpPr>
          <p:cNvPr id="32" name="Name, Title, Date">
            <a:extLst>
              <a:ext uri="{FF2B5EF4-FFF2-40B4-BE49-F238E27FC236}">
                <a16:creationId xmlns:a16="http://schemas.microsoft.com/office/drawing/2014/main" id="{2396738D-B05F-FC45-B1A8-82AA1CB933D0}"/>
              </a:ext>
            </a:extLst>
          </p:cNvPr>
          <p:cNvSpPr>
            <a:spLocks noGrp="1"/>
          </p:cNvSpPr>
          <p:nvPr>
            <p:ph type="subTitle" idx="1" hasCustomPrompt="1"/>
          </p:nvPr>
        </p:nvSpPr>
        <p:spPr>
          <a:xfrm>
            <a:off x="579121" y="4490866"/>
            <a:ext cx="7417990" cy="1092607"/>
          </a:xfrm>
        </p:spPr>
        <p:txBody>
          <a:bodyPr wrap="square">
            <a:spAutoFit/>
          </a:bodyPr>
          <a:lstStyle>
            <a:lvl1pPr marL="0" indent="0" algn="l">
              <a:spcBef>
                <a:spcPts val="300"/>
              </a:spcBef>
              <a:buNone/>
              <a:defRPr lang="en-US" sz="2000" b="0" i="0" kern="1200" baseline="0" dirty="0">
                <a:solidFill>
                  <a:schemeClr val="tx1"/>
                </a:solidFill>
                <a:latin typeface="Arial" charset="0"/>
                <a:ea typeface="Arial" charset="0"/>
                <a:cs typeface="Arial"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Name</a:t>
            </a:r>
          </a:p>
          <a:p>
            <a:r>
              <a:rPr lang="en-US"/>
              <a:t>Title</a:t>
            </a:r>
          </a:p>
          <a:p>
            <a:r>
              <a:rPr lang="en-US"/>
              <a:t>Date</a:t>
            </a:r>
          </a:p>
        </p:txBody>
      </p:sp>
      <p:pic>
        <p:nvPicPr>
          <p:cNvPr id="3" name="Picture 2">
            <a:extLst>
              <a:ext uri="{FF2B5EF4-FFF2-40B4-BE49-F238E27FC236}">
                <a16:creationId xmlns:a16="http://schemas.microsoft.com/office/drawing/2014/main" id="{E2C59811-BED7-2645-B53F-2ABD7993559A}"/>
              </a:ext>
            </a:extLst>
          </p:cNvPr>
          <p:cNvPicPr>
            <a:picLocks noChangeAspect="1"/>
          </p:cNvPicPr>
          <p:nvPr userDrawn="1"/>
        </p:nvPicPr>
        <p:blipFill>
          <a:blip r:embed="rId2"/>
          <a:stretch>
            <a:fillRect/>
          </a:stretch>
        </p:blipFill>
        <p:spPr>
          <a:xfrm>
            <a:off x="693414" y="498870"/>
            <a:ext cx="1092729" cy="676787"/>
          </a:xfrm>
          <a:prstGeom prst="rect">
            <a:avLst/>
          </a:prstGeom>
        </p:spPr>
      </p:pic>
    </p:spTree>
    <p:extLst>
      <p:ext uri="{BB962C8B-B14F-4D97-AF65-F5344CB8AC3E}">
        <p14:creationId xmlns:p14="http://schemas.microsoft.com/office/powerpoint/2010/main" val="3273246597"/>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Agenda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EEAD77-0876-4647-97DC-D93085BB1334}"/>
              </a:ext>
            </a:extLst>
          </p:cNvPr>
          <p:cNvSpPr>
            <a:spLocks noGrp="1"/>
          </p:cNvSpPr>
          <p:nvPr>
            <p:ph type="title" hasCustomPrompt="1"/>
          </p:nvPr>
        </p:nvSpPr>
        <p:spPr>
          <a:xfrm>
            <a:off x="579121" y="304800"/>
            <a:ext cx="7421878" cy="975360"/>
          </a:xfrm>
        </p:spPr>
        <p:txBody>
          <a:bodyPr/>
          <a:lstStyle>
            <a:lvl1pPr>
              <a:defRPr>
                <a:solidFill>
                  <a:schemeClr val="tx1"/>
                </a:solidFill>
              </a:defRPr>
            </a:lvl1pPr>
          </a:lstStyle>
          <a:p>
            <a:r>
              <a:rPr lang="en-US"/>
              <a:t>Agenda</a:t>
            </a:r>
          </a:p>
        </p:txBody>
      </p:sp>
      <p:sp>
        <p:nvSpPr>
          <p:cNvPr id="6" name="Rectangle 5"/>
          <p:cNvSpPr/>
          <p:nvPr userDrawn="1"/>
        </p:nvSpPr>
        <p:spPr>
          <a:xfrm>
            <a:off x="1" y="0"/>
            <a:ext cx="12192000" cy="8534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5" name="Content Placeholder 2"/>
          <p:cNvSpPr>
            <a:spLocks noGrp="1"/>
          </p:cNvSpPr>
          <p:nvPr>
            <p:ph idx="1"/>
          </p:nvPr>
        </p:nvSpPr>
        <p:spPr>
          <a:xfrm>
            <a:off x="579120" y="1733296"/>
            <a:ext cx="7421879" cy="3753104"/>
          </a:xfrm>
        </p:spPr>
        <p:txBody>
          <a:bodyPr/>
          <a:lstStyle>
            <a:lvl1pPr>
              <a:defRPr>
                <a:solidFill>
                  <a:schemeClr val="tx1"/>
                </a:solidFill>
              </a:defRPr>
            </a:lvl1pPr>
          </a:lstStyle>
          <a:p>
            <a:r>
              <a:rPr lang="en-US"/>
              <a:t>Agenda Item 1</a:t>
            </a:r>
          </a:p>
          <a:p>
            <a:r>
              <a:rPr lang="en-US"/>
              <a:t>Agenda Item 2</a:t>
            </a:r>
          </a:p>
          <a:p>
            <a:r>
              <a:rPr lang="en-US"/>
              <a:t>Agenda Item 3</a:t>
            </a:r>
          </a:p>
          <a:p>
            <a:r>
              <a:rPr lang="en-US"/>
              <a:t>Agenda Item 4</a:t>
            </a:r>
          </a:p>
          <a:p>
            <a:r>
              <a:rPr lang="en-US"/>
              <a:t>Agenda Item 5</a:t>
            </a:r>
          </a:p>
          <a:p>
            <a:r>
              <a:rPr lang="en-US"/>
              <a:t>Agenda Item 6</a:t>
            </a:r>
          </a:p>
        </p:txBody>
      </p:sp>
      <p:sp>
        <p:nvSpPr>
          <p:cNvPr id="7" name="Slide Number Placeholder 7">
            <a:extLst>
              <a:ext uri="{FF2B5EF4-FFF2-40B4-BE49-F238E27FC236}">
                <a16:creationId xmlns:a16="http://schemas.microsoft.com/office/drawing/2014/main" id="{0C606682-BA18-49D4-9945-E1F8796193AE}"/>
              </a:ext>
            </a:extLst>
          </p:cNvPr>
          <p:cNvSpPr>
            <a:spLocks noGrp="1"/>
          </p:cNvSpPr>
          <p:nvPr>
            <p:ph type="sldNum" sz="quarter" idx="4"/>
          </p:nvPr>
        </p:nvSpPr>
        <p:spPr>
          <a:xfrm>
            <a:off x="579120" y="6325606"/>
            <a:ext cx="2206217" cy="365125"/>
          </a:xfrm>
          <a:prstGeom prst="rect">
            <a:avLst/>
          </a:prstGeom>
        </p:spPr>
        <p:txBody>
          <a:bodyPr/>
          <a:lstStyle>
            <a:lvl1pPr>
              <a:defRPr sz="1200"/>
            </a:lvl1pPr>
          </a:lstStyle>
          <a:p>
            <a:pPr>
              <a:defRPr/>
            </a:pPr>
            <a:r>
              <a:rPr lang="en-US" dirty="0"/>
              <a:t>Intro to HLS 11- </a:t>
            </a:r>
            <a:fld id="{060BD193-E118-4B16-863C-C8C12C675E3E}" type="slidenum">
              <a:rPr lang="en-US" smtClean="0"/>
              <a:pPr>
                <a:defRPr/>
              </a:pPr>
              <a:t>‹#›</a:t>
            </a:fld>
            <a:endParaRPr lang="en-US" dirty="0"/>
          </a:p>
        </p:txBody>
      </p:sp>
    </p:spTree>
    <p:extLst>
      <p:ext uri="{BB962C8B-B14F-4D97-AF65-F5344CB8AC3E}">
        <p14:creationId xmlns:p14="http://schemas.microsoft.com/office/powerpoint/2010/main" val="151832016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EEAD77-0876-4647-97DC-D93085BB1334}"/>
              </a:ext>
            </a:extLst>
          </p:cNvPr>
          <p:cNvSpPr>
            <a:spLocks noGrp="1"/>
          </p:cNvSpPr>
          <p:nvPr>
            <p:ph type="title"/>
          </p:nvPr>
        </p:nvSpPr>
        <p:spPr>
          <a:xfrm>
            <a:off x="579121" y="304800"/>
            <a:ext cx="11033760" cy="975360"/>
          </a:xfrm>
        </p:spPr>
        <p:txBody>
          <a:bodyPr/>
          <a:lstStyle/>
          <a:p>
            <a:r>
              <a:rPr lang="en-US"/>
              <a:t>Click to edit Master title style</a:t>
            </a:r>
          </a:p>
        </p:txBody>
      </p:sp>
      <p:sp>
        <p:nvSpPr>
          <p:cNvPr id="6" name="Rectangle 5"/>
          <p:cNvSpPr/>
          <p:nvPr userDrawn="1"/>
        </p:nvSpPr>
        <p:spPr>
          <a:xfrm>
            <a:off x="1" y="0"/>
            <a:ext cx="12192000" cy="8534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5" name="Slide Number Placeholder 7">
            <a:extLst>
              <a:ext uri="{FF2B5EF4-FFF2-40B4-BE49-F238E27FC236}">
                <a16:creationId xmlns:a16="http://schemas.microsoft.com/office/drawing/2014/main" id="{CAB9659C-4001-44E6-8092-65A8F2644B61}"/>
              </a:ext>
            </a:extLst>
          </p:cNvPr>
          <p:cNvSpPr>
            <a:spLocks noGrp="1"/>
          </p:cNvSpPr>
          <p:nvPr>
            <p:ph type="sldNum" sz="quarter" idx="4"/>
          </p:nvPr>
        </p:nvSpPr>
        <p:spPr>
          <a:xfrm>
            <a:off x="579120" y="6325606"/>
            <a:ext cx="2206217" cy="365125"/>
          </a:xfrm>
          <a:prstGeom prst="rect">
            <a:avLst/>
          </a:prstGeom>
        </p:spPr>
        <p:txBody>
          <a:bodyPr/>
          <a:lstStyle>
            <a:lvl1pPr>
              <a:defRPr sz="1200"/>
            </a:lvl1pPr>
          </a:lstStyle>
          <a:p>
            <a:pPr>
              <a:defRPr/>
            </a:pPr>
            <a:r>
              <a:rPr lang="en-US" dirty="0"/>
              <a:t>Intro to HLS 11- </a:t>
            </a:r>
            <a:fld id="{060BD193-E118-4B16-863C-C8C12C675E3E}" type="slidenum">
              <a:rPr lang="en-US" smtClean="0"/>
              <a:pPr>
                <a:defRPr/>
              </a:pPr>
              <a:t>‹#›</a:t>
            </a:fld>
            <a:endParaRPr lang="en-US" dirty="0"/>
          </a:p>
        </p:txBody>
      </p:sp>
    </p:spTree>
    <p:extLst>
      <p:ext uri="{BB962C8B-B14F-4D97-AF65-F5344CB8AC3E}">
        <p14:creationId xmlns:p14="http://schemas.microsoft.com/office/powerpoint/2010/main" val="34004979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EEAD77-0876-4647-97DC-D93085BB1334}"/>
              </a:ext>
            </a:extLst>
          </p:cNvPr>
          <p:cNvSpPr>
            <a:spLocks noGrp="1"/>
          </p:cNvSpPr>
          <p:nvPr>
            <p:ph type="title"/>
          </p:nvPr>
        </p:nvSpPr>
        <p:spPr>
          <a:xfrm>
            <a:off x="579121" y="304800"/>
            <a:ext cx="11033760" cy="975360"/>
          </a:xfrm>
        </p:spPr>
        <p:txBody>
          <a:bodyPr/>
          <a:lstStyle/>
          <a:p>
            <a:r>
              <a:rPr lang="en-US"/>
              <a:t>Click to edit Master title style</a:t>
            </a:r>
          </a:p>
        </p:txBody>
      </p:sp>
      <p:sp>
        <p:nvSpPr>
          <p:cNvPr id="4" name="Text Placeholder 2">
            <a:extLst>
              <a:ext uri="{FF2B5EF4-FFF2-40B4-BE49-F238E27FC236}">
                <a16:creationId xmlns:a16="http://schemas.microsoft.com/office/drawing/2014/main" id="{3A824BE7-9859-7240-83D5-846AECA2353C}"/>
              </a:ext>
            </a:extLst>
          </p:cNvPr>
          <p:cNvSpPr>
            <a:spLocks noGrp="1"/>
          </p:cNvSpPr>
          <p:nvPr>
            <p:ph idx="1"/>
          </p:nvPr>
        </p:nvSpPr>
        <p:spPr>
          <a:xfrm>
            <a:off x="579121" y="1470401"/>
            <a:ext cx="11033760" cy="4632960"/>
          </a:xfrm>
          <a:prstGeom prst="rect">
            <a:avLst/>
          </a:prstGeom>
        </p:spPr>
        <p:txBody>
          <a:bodyPr vert="horz" lIns="91440" tIns="45720" rIns="91440" bIns="45720" rtlCol="0">
            <a:noAutofit/>
          </a:bodyPr>
          <a:lstStyle>
            <a:lvl1pPr marL="234962" indent="-234962">
              <a:buSzPct val="80000"/>
              <a:buFont typeface="Webdings" panose="05030102010509060703" pitchFamily="18" charset="2"/>
              <a:buChar char=""/>
              <a:defRPr lang="en-US" dirty="0" smtClean="0"/>
            </a:lvl1pPr>
            <a:lvl2pPr marL="452989" indent="-220144">
              <a:buSzPct val="80000"/>
              <a:buFont typeface="Wingdings 3" panose="05040102010807070707" pitchFamily="18" charset="2"/>
              <a:buChar char=""/>
              <a:defRPr sz="2000"/>
            </a:lvl2pPr>
            <a:lvl3pPr marL="685835" indent="-232845">
              <a:buSzPct val="80000"/>
              <a:buFont typeface="Wingdings 3" panose="05040102010807070707" pitchFamily="18" charset="2"/>
              <a:buChar char="¬"/>
              <a:defRPr sz="1600"/>
            </a:lvl3pPr>
            <a:lvl4pPr marL="916563" indent="-230729">
              <a:buSzPct val="80000"/>
              <a:buFont typeface="Wingdings 3" panose="05040102010807070707" pitchFamily="18" charset="2"/>
              <a:buChar char="¬"/>
              <a:defRPr/>
            </a:lvl4pPr>
            <a:lvl5pPr marL="1138824" indent="-222262">
              <a:buSzPct val="80000"/>
              <a:buFont typeface="Wingdings 3" panose="05040102010807070707" pitchFamily="18" charset="2"/>
              <a:buChar char="¬"/>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Rectangle 5"/>
          <p:cNvSpPr/>
          <p:nvPr userDrawn="1"/>
        </p:nvSpPr>
        <p:spPr>
          <a:xfrm>
            <a:off x="1" y="0"/>
            <a:ext cx="12192000" cy="8534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7" name="Slide Number Placeholder 7">
            <a:extLst>
              <a:ext uri="{FF2B5EF4-FFF2-40B4-BE49-F238E27FC236}">
                <a16:creationId xmlns:a16="http://schemas.microsoft.com/office/drawing/2014/main" id="{45FDFA0C-2FF6-4AB6-A435-82E162861DC0}"/>
              </a:ext>
            </a:extLst>
          </p:cNvPr>
          <p:cNvSpPr>
            <a:spLocks noGrp="1"/>
          </p:cNvSpPr>
          <p:nvPr>
            <p:ph type="sldNum" sz="quarter" idx="4"/>
          </p:nvPr>
        </p:nvSpPr>
        <p:spPr>
          <a:xfrm>
            <a:off x="579120" y="6325606"/>
            <a:ext cx="2206217" cy="365125"/>
          </a:xfrm>
          <a:prstGeom prst="rect">
            <a:avLst/>
          </a:prstGeom>
        </p:spPr>
        <p:txBody>
          <a:bodyPr/>
          <a:lstStyle>
            <a:lvl1pPr>
              <a:defRPr sz="1200"/>
            </a:lvl1pPr>
          </a:lstStyle>
          <a:p>
            <a:pPr>
              <a:defRPr/>
            </a:pPr>
            <a:r>
              <a:rPr lang="en-US" dirty="0"/>
              <a:t>Intro to HLS 11- </a:t>
            </a:r>
            <a:fld id="{060BD193-E118-4B16-863C-C8C12C675E3E}" type="slidenum">
              <a:rPr lang="en-US" smtClean="0"/>
              <a:pPr>
                <a:defRPr/>
              </a:pPr>
              <a:t>‹#›</a:t>
            </a:fld>
            <a:endParaRPr lang="en-US" dirty="0"/>
          </a:p>
        </p:txBody>
      </p:sp>
    </p:spTree>
    <p:extLst>
      <p:ext uri="{BB962C8B-B14F-4D97-AF65-F5344CB8AC3E}">
        <p14:creationId xmlns:p14="http://schemas.microsoft.com/office/powerpoint/2010/main" val="83918707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579121" y="304800"/>
            <a:ext cx="11033760" cy="975360"/>
          </a:xfrm>
        </p:spPr>
        <p:txBody>
          <a:bodyPr/>
          <a:lstStyle/>
          <a:p>
            <a:r>
              <a:rPr lang="en-US"/>
              <a:t>Click to edit Master title style</a:t>
            </a:r>
          </a:p>
        </p:txBody>
      </p:sp>
      <p:sp>
        <p:nvSpPr>
          <p:cNvPr id="3" name="Content Placeholder 2"/>
          <p:cNvSpPr>
            <a:spLocks noGrp="1"/>
          </p:cNvSpPr>
          <p:nvPr>
            <p:ph sz="half" idx="1"/>
          </p:nvPr>
        </p:nvSpPr>
        <p:spPr>
          <a:xfrm>
            <a:off x="579120" y="1463041"/>
            <a:ext cx="5364480" cy="4632960"/>
          </a:xfrm>
          <a:prstGeom prst="rect">
            <a:avLst/>
          </a:prstGeom>
        </p:spPr>
        <p:txBody>
          <a:bodyPr>
            <a:noAutofit/>
          </a:bodyPr>
          <a:lstStyle>
            <a:lvl1pPr>
              <a:defRPr sz="2400">
                <a:solidFill>
                  <a:schemeClr val="tx1"/>
                </a:solidFill>
              </a:defRPr>
            </a:lvl1pPr>
            <a:lvl2pPr>
              <a:defRPr sz="2000">
                <a:solidFill>
                  <a:schemeClr val="tx1"/>
                </a:solidFill>
              </a:defRPr>
            </a:lvl2pPr>
            <a:lvl3pPr>
              <a:defRPr sz="1600">
                <a:solidFill>
                  <a:schemeClr val="tx1"/>
                </a:solidFill>
              </a:defRPr>
            </a:lvl3pPr>
            <a:lvl4pPr>
              <a:defRPr sz="1600">
                <a:solidFill>
                  <a:schemeClr val="tx1"/>
                </a:solidFill>
              </a:defRPr>
            </a:lvl4pPr>
            <a:lvl5pPr>
              <a:defRPr sz="1600">
                <a:solidFill>
                  <a:schemeClr val="tx1"/>
                </a:solidFill>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248401" y="1463041"/>
            <a:ext cx="5364480" cy="4632960"/>
          </a:xfrm>
          <a:prstGeom prst="rect">
            <a:avLst/>
          </a:prstGeom>
        </p:spPr>
        <p:txBody>
          <a:bodyPr>
            <a:noAutofit/>
          </a:bodyPr>
          <a:lstStyle>
            <a:lvl1pPr>
              <a:defRPr sz="2400">
                <a:solidFill>
                  <a:schemeClr val="tx1"/>
                </a:solidFill>
              </a:defRPr>
            </a:lvl1pPr>
            <a:lvl2pPr>
              <a:defRPr sz="2000">
                <a:solidFill>
                  <a:schemeClr val="tx1"/>
                </a:solidFill>
              </a:defRPr>
            </a:lvl2pPr>
            <a:lvl3pPr>
              <a:defRPr sz="1600">
                <a:solidFill>
                  <a:schemeClr val="tx1"/>
                </a:solidFill>
              </a:defRPr>
            </a:lvl3pPr>
            <a:lvl4pPr>
              <a:defRPr sz="1600">
                <a:solidFill>
                  <a:schemeClr val="tx1"/>
                </a:solidFill>
              </a:defRPr>
            </a:lvl4pPr>
            <a:lvl5pPr>
              <a:defRPr sz="1600">
                <a:solidFill>
                  <a:schemeClr val="tx1"/>
                </a:solidFill>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Rectangle 8"/>
          <p:cNvSpPr/>
          <p:nvPr userDrawn="1"/>
        </p:nvSpPr>
        <p:spPr>
          <a:xfrm>
            <a:off x="1" y="0"/>
            <a:ext cx="12192000" cy="8534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8" name="Slide Number Placeholder 7">
            <a:extLst>
              <a:ext uri="{FF2B5EF4-FFF2-40B4-BE49-F238E27FC236}">
                <a16:creationId xmlns:a16="http://schemas.microsoft.com/office/drawing/2014/main" id="{747F5059-6544-4756-A195-E18A828C5DE4}"/>
              </a:ext>
            </a:extLst>
          </p:cNvPr>
          <p:cNvSpPr>
            <a:spLocks noGrp="1"/>
          </p:cNvSpPr>
          <p:nvPr>
            <p:ph type="sldNum" sz="quarter" idx="4"/>
          </p:nvPr>
        </p:nvSpPr>
        <p:spPr>
          <a:xfrm>
            <a:off x="579120" y="6325606"/>
            <a:ext cx="2206217" cy="365125"/>
          </a:xfrm>
          <a:prstGeom prst="rect">
            <a:avLst/>
          </a:prstGeom>
        </p:spPr>
        <p:txBody>
          <a:bodyPr/>
          <a:lstStyle>
            <a:lvl1pPr>
              <a:defRPr sz="1200"/>
            </a:lvl1pPr>
          </a:lstStyle>
          <a:p>
            <a:pPr>
              <a:defRPr/>
            </a:pPr>
            <a:r>
              <a:rPr lang="en-US" dirty="0"/>
              <a:t>Intro to HLS 11- </a:t>
            </a:r>
            <a:fld id="{060BD193-E118-4B16-863C-C8C12C675E3E}" type="slidenum">
              <a:rPr lang="en-US" smtClean="0"/>
              <a:pPr>
                <a:defRPr/>
              </a:pPr>
              <a:t>‹#›</a:t>
            </a:fld>
            <a:endParaRPr lang="en-US" dirty="0"/>
          </a:p>
        </p:txBody>
      </p:sp>
    </p:spTree>
    <p:extLst>
      <p:ext uri="{BB962C8B-B14F-4D97-AF65-F5344CB8AC3E}">
        <p14:creationId xmlns:p14="http://schemas.microsoft.com/office/powerpoint/2010/main" val="42230700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Section Header">
    <p:bg>
      <p:bgPr>
        <a:solidFill>
          <a:schemeClr val="tx2"/>
        </a:solidFill>
        <a:effectLst/>
      </p:bgPr>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25D42470-3AEB-A94C-96B8-18E2C7C25164}"/>
              </a:ext>
            </a:extLst>
          </p:cNvPr>
          <p:cNvSpPr/>
          <p:nvPr userDrawn="1"/>
        </p:nvSpPr>
        <p:spPr>
          <a:xfrm>
            <a:off x="10058400" y="6109945"/>
            <a:ext cx="1752600" cy="662109"/>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Picture 2">
            <a:extLst>
              <a:ext uri="{FF2B5EF4-FFF2-40B4-BE49-F238E27FC236}">
                <a16:creationId xmlns:a16="http://schemas.microsoft.com/office/drawing/2014/main" id="{BC665AB6-C348-1649-BCA3-AB4427CB838C}"/>
              </a:ext>
            </a:extLst>
          </p:cNvPr>
          <p:cNvPicPr>
            <a:picLocks noChangeAspect="1"/>
          </p:cNvPicPr>
          <p:nvPr userDrawn="1"/>
        </p:nvPicPr>
        <p:blipFill>
          <a:blip r:embed="rId2"/>
          <a:stretch>
            <a:fillRect/>
          </a:stretch>
        </p:blipFill>
        <p:spPr>
          <a:xfrm>
            <a:off x="11028822" y="6279369"/>
            <a:ext cx="576532" cy="357078"/>
          </a:xfrm>
          <a:prstGeom prst="rect">
            <a:avLst/>
          </a:prstGeom>
        </p:spPr>
      </p:pic>
      <p:sp>
        <p:nvSpPr>
          <p:cNvPr id="6" name="Title 1">
            <a:extLst>
              <a:ext uri="{FF2B5EF4-FFF2-40B4-BE49-F238E27FC236}">
                <a16:creationId xmlns:a16="http://schemas.microsoft.com/office/drawing/2014/main" id="{61320318-DA78-471F-8076-1A95C5254529}"/>
              </a:ext>
            </a:extLst>
          </p:cNvPr>
          <p:cNvSpPr>
            <a:spLocks noGrp="1"/>
          </p:cNvSpPr>
          <p:nvPr>
            <p:ph type="title" hasCustomPrompt="1"/>
          </p:nvPr>
        </p:nvSpPr>
        <p:spPr>
          <a:xfrm>
            <a:off x="428807" y="3124200"/>
            <a:ext cx="11093827" cy="701040"/>
          </a:xfrm>
        </p:spPr>
        <p:txBody>
          <a:bodyPr anchor="b">
            <a:noAutofit/>
          </a:bodyPr>
          <a:lstStyle>
            <a:lvl1pPr>
              <a:defRPr lang="en-US" sz="4201" b="1" i="0" kern="1200" dirty="0">
                <a:solidFill>
                  <a:schemeClr val="bg1"/>
                </a:solidFill>
                <a:latin typeface="Arial" charset="0"/>
                <a:ea typeface="+mj-ea"/>
                <a:cs typeface="Arial" charset="0"/>
              </a:defRPr>
            </a:lvl1pPr>
          </a:lstStyle>
          <a:p>
            <a:r>
              <a:rPr lang="en-US"/>
              <a:t>Simple Statement</a:t>
            </a:r>
          </a:p>
        </p:txBody>
      </p:sp>
    </p:spTree>
    <p:extLst>
      <p:ext uri="{BB962C8B-B14F-4D97-AF65-F5344CB8AC3E}">
        <p14:creationId xmlns:p14="http://schemas.microsoft.com/office/powerpoint/2010/main" val="344951917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Section Header (with Picture)">
    <p:bg>
      <p:bgPr>
        <a:solidFill>
          <a:schemeClr val="tx2"/>
        </a:solidFill>
        <a:effectLst/>
      </p:bgPr>
    </p:bg>
    <p:spTree>
      <p:nvGrpSpPr>
        <p:cNvPr id="1" name=""/>
        <p:cNvGrpSpPr/>
        <p:nvPr/>
      </p:nvGrpSpPr>
      <p:grpSpPr>
        <a:xfrm>
          <a:off x="0" y="0"/>
          <a:ext cx="0" cy="0"/>
          <a:chOff x="0" y="0"/>
          <a:chExt cx="0" cy="0"/>
        </a:xfrm>
      </p:grpSpPr>
      <p:sp>
        <p:nvSpPr>
          <p:cNvPr id="11" name="Title 1">
            <a:extLst>
              <a:ext uri="{FF2B5EF4-FFF2-40B4-BE49-F238E27FC236}">
                <a16:creationId xmlns:a16="http://schemas.microsoft.com/office/drawing/2014/main" id="{6512AD6E-7A81-4D46-A4DC-BC3429D8CFF8}"/>
              </a:ext>
            </a:extLst>
          </p:cNvPr>
          <p:cNvSpPr>
            <a:spLocks noGrp="1"/>
          </p:cNvSpPr>
          <p:nvPr>
            <p:ph type="title" hasCustomPrompt="1"/>
          </p:nvPr>
        </p:nvSpPr>
        <p:spPr>
          <a:xfrm>
            <a:off x="428807" y="3124200"/>
            <a:ext cx="5514793" cy="701040"/>
          </a:xfrm>
        </p:spPr>
        <p:txBody>
          <a:bodyPr anchor="b">
            <a:noAutofit/>
          </a:bodyPr>
          <a:lstStyle>
            <a:lvl1pPr>
              <a:defRPr lang="en-US" sz="4201" b="1" i="0" kern="1200" dirty="0">
                <a:solidFill>
                  <a:schemeClr val="bg1"/>
                </a:solidFill>
                <a:latin typeface="Arial" charset="0"/>
                <a:ea typeface="+mj-ea"/>
                <a:cs typeface="Arial" charset="0"/>
              </a:defRPr>
            </a:lvl1pPr>
          </a:lstStyle>
          <a:p>
            <a:r>
              <a:rPr lang="en-US"/>
              <a:t>Simple Statement</a:t>
            </a:r>
          </a:p>
        </p:txBody>
      </p:sp>
      <p:sp>
        <p:nvSpPr>
          <p:cNvPr id="6" name="Picture Placeholder 14">
            <a:extLst>
              <a:ext uri="{FF2B5EF4-FFF2-40B4-BE49-F238E27FC236}">
                <a16:creationId xmlns:a16="http://schemas.microsoft.com/office/drawing/2014/main" id="{89EAEFDD-B284-E94B-8F1D-D7E1627370F6}"/>
              </a:ext>
            </a:extLst>
          </p:cNvPr>
          <p:cNvSpPr>
            <a:spLocks noGrp="1"/>
          </p:cNvSpPr>
          <p:nvPr>
            <p:ph type="pic" sz="quarter" idx="13" hasCustomPrompt="1"/>
          </p:nvPr>
        </p:nvSpPr>
        <p:spPr>
          <a:xfrm>
            <a:off x="6581768" y="1558290"/>
            <a:ext cx="4457700" cy="3741422"/>
          </a:xfrm>
          <a:prstGeom prst="rect">
            <a:avLst/>
          </a:prstGeom>
          <a:noFill/>
        </p:spPr>
        <p:txBody>
          <a:bodyPr vert="horz" lIns="91440" tIns="1371600" rIns="91440" bIns="0" rtlCol="0" anchor="ctr" anchorCtr="0">
            <a:noAutofit/>
          </a:bodyPr>
          <a:lstStyle>
            <a:lvl1pPr marL="309026" indent="-309026" algn="ctr">
              <a:buNone/>
              <a:defRPr lang="en-US" sz="1867" dirty="0">
                <a:solidFill>
                  <a:schemeClr val="bg1"/>
                </a:solidFill>
              </a:defRPr>
            </a:lvl1pPr>
          </a:lstStyle>
          <a:p>
            <a:pPr marL="0" marR="0" lvl="0" indent="0" algn="ctr" defTabSz="1219170" rtl="0" eaLnBrk="1" fontAlgn="auto" latinLnBrk="0" hangingPunct="1">
              <a:lnSpc>
                <a:spcPct val="100000"/>
              </a:lnSpc>
              <a:spcBef>
                <a:spcPts val="1600"/>
              </a:spcBef>
              <a:spcAft>
                <a:spcPts val="0"/>
              </a:spcAft>
              <a:buClr>
                <a:schemeClr val="accent1"/>
              </a:buClr>
              <a:buSzPct val="100000"/>
              <a:tabLst/>
              <a:defRPr/>
            </a:pPr>
            <a:r>
              <a:rPr lang="en-US"/>
              <a:t>Click icon to add picture</a:t>
            </a:r>
          </a:p>
        </p:txBody>
      </p:sp>
      <p:sp>
        <p:nvSpPr>
          <p:cNvPr id="7" name="Rectangle 6">
            <a:extLst>
              <a:ext uri="{FF2B5EF4-FFF2-40B4-BE49-F238E27FC236}">
                <a16:creationId xmlns:a16="http://schemas.microsoft.com/office/drawing/2014/main" id="{645E7C71-1267-7F46-A82A-631E19E556BC}"/>
              </a:ext>
            </a:extLst>
          </p:cNvPr>
          <p:cNvSpPr/>
          <p:nvPr userDrawn="1"/>
        </p:nvSpPr>
        <p:spPr>
          <a:xfrm>
            <a:off x="10058400" y="6109945"/>
            <a:ext cx="1752600" cy="662109"/>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2" name="Picture 11">
            <a:extLst>
              <a:ext uri="{FF2B5EF4-FFF2-40B4-BE49-F238E27FC236}">
                <a16:creationId xmlns:a16="http://schemas.microsoft.com/office/drawing/2014/main" id="{E1AC8721-E11C-7940-A173-0F10C27BA8A2}"/>
              </a:ext>
            </a:extLst>
          </p:cNvPr>
          <p:cNvPicPr>
            <a:picLocks noChangeAspect="1"/>
          </p:cNvPicPr>
          <p:nvPr userDrawn="1"/>
        </p:nvPicPr>
        <p:blipFill>
          <a:blip r:embed="rId2"/>
          <a:stretch>
            <a:fillRect/>
          </a:stretch>
        </p:blipFill>
        <p:spPr>
          <a:xfrm>
            <a:off x="11028822" y="6279369"/>
            <a:ext cx="576532" cy="357078"/>
          </a:xfrm>
          <a:prstGeom prst="rect">
            <a:avLst/>
          </a:prstGeom>
        </p:spPr>
      </p:pic>
    </p:spTree>
    <p:extLst>
      <p:ext uri="{BB962C8B-B14F-4D97-AF65-F5344CB8AC3E}">
        <p14:creationId xmlns:p14="http://schemas.microsoft.com/office/powerpoint/2010/main" val="15784518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End Slide">
    <p:bg>
      <p:bgPr>
        <a:solidFill>
          <a:schemeClr val="tx2"/>
        </a:solidFill>
        <a:effectLst/>
      </p:bgPr>
    </p:bg>
    <p:spTree>
      <p:nvGrpSpPr>
        <p:cNvPr id="1" name=""/>
        <p:cNvGrpSpPr/>
        <p:nvPr/>
      </p:nvGrpSpPr>
      <p:grpSpPr>
        <a:xfrm>
          <a:off x="0" y="0"/>
          <a:ext cx="0" cy="0"/>
          <a:chOff x="0" y="0"/>
          <a:chExt cx="0" cy="0"/>
        </a:xfrm>
      </p:grpSpPr>
      <p:grpSp>
        <p:nvGrpSpPr>
          <p:cNvPr id="12" name="Group 11">
            <a:extLst>
              <a:ext uri="{FF2B5EF4-FFF2-40B4-BE49-F238E27FC236}">
                <a16:creationId xmlns:a16="http://schemas.microsoft.com/office/drawing/2014/main" id="{62F0434C-4CE7-42D1-965D-0265C29B04F3}"/>
              </a:ext>
            </a:extLst>
          </p:cNvPr>
          <p:cNvGrpSpPr/>
          <p:nvPr/>
        </p:nvGrpSpPr>
        <p:grpSpPr>
          <a:xfrm>
            <a:off x="640118" y="3628208"/>
            <a:ext cx="5608321" cy="1019992"/>
            <a:chOff x="480089" y="2568756"/>
            <a:chExt cx="4206240" cy="764994"/>
          </a:xfrm>
        </p:grpSpPr>
        <p:sp>
          <p:nvSpPr>
            <p:cNvPr id="13" name="Rectangle 12">
              <a:extLst>
                <a:ext uri="{FF2B5EF4-FFF2-40B4-BE49-F238E27FC236}">
                  <a16:creationId xmlns:a16="http://schemas.microsoft.com/office/drawing/2014/main" id="{5E88497C-C551-4465-9953-8BC43D9E0208}"/>
                </a:ext>
              </a:extLst>
            </p:cNvPr>
            <p:cNvSpPr/>
            <p:nvPr/>
          </p:nvSpPr>
          <p:spPr>
            <a:xfrm>
              <a:off x="480089" y="2841307"/>
              <a:ext cx="4206240" cy="492443"/>
            </a:xfrm>
            <a:prstGeom prst="rect">
              <a:avLst/>
            </a:prstGeom>
          </p:spPr>
          <p:txBody>
            <a:bodyPr vert="horz" lIns="91440" tIns="45720" rIns="91440" bIns="45720" rtlCol="0" anchor="ctr">
              <a:noAutofit/>
            </a:bodyPr>
            <a:lstStyle/>
            <a:p>
              <a:r>
                <a:rPr lang="en-US" sz="4800" b="1" spc="100">
                  <a:solidFill>
                    <a:schemeClr val="bg1"/>
                  </a:solidFill>
                </a:rPr>
                <a:t>Thank You</a:t>
              </a:r>
            </a:p>
          </p:txBody>
        </p:sp>
        <p:cxnSp>
          <p:nvCxnSpPr>
            <p:cNvPr id="15" name="Straight Connector 14">
              <a:extLst>
                <a:ext uri="{FF2B5EF4-FFF2-40B4-BE49-F238E27FC236}">
                  <a16:creationId xmlns:a16="http://schemas.microsoft.com/office/drawing/2014/main" id="{1AF6007A-E1A7-46F3-B830-C81E32C3CF47}"/>
                </a:ext>
              </a:extLst>
            </p:cNvPr>
            <p:cNvCxnSpPr>
              <a:cxnSpLocks/>
            </p:cNvCxnSpPr>
            <p:nvPr/>
          </p:nvCxnSpPr>
          <p:spPr>
            <a:xfrm>
              <a:off x="520059" y="2568756"/>
              <a:ext cx="825801" cy="0"/>
            </a:xfrm>
            <a:prstGeom prst="line">
              <a:avLst/>
            </a:prstGeom>
            <a:ln w="22225"/>
          </p:spPr>
          <p:style>
            <a:lnRef idx="1">
              <a:schemeClr val="accent1"/>
            </a:lnRef>
            <a:fillRef idx="0">
              <a:schemeClr val="accent1"/>
            </a:fillRef>
            <a:effectRef idx="0">
              <a:schemeClr val="accent1"/>
            </a:effectRef>
            <a:fontRef idx="minor">
              <a:schemeClr val="tx1"/>
            </a:fontRef>
          </p:style>
        </p:cxnSp>
      </p:grpSp>
      <p:sp>
        <p:nvSpPr>
          <p:cNvPr id="7" name="Rectangle 6">
            <a:extLst>
              <a:ext uri="{FF2B5EF4-FFF2-40B4-BE49-F238E27FC236}">
                <a16:creationId xmlns:a16="http://schemas.microsoft.com/office/drawing/2014/main" id="{592EA454-74F4-0847-8EA2-1E94A436814E}"/>
              </a:ext>
            </a:extLst>
          </p:cNvPr>
          <p:cNvSpPr/>
          <p:nvPr userDrawn="1"/>
        </p:nvSpPr>
        <p:spPr>
          <a:xfrm>
            <a:off x="10058400" y="6109945"/>
            <a:ext cx="1752600" cy="662109"/>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Picture 8">
            <a:extLst>
              <a:ext uri="{FF2B5EF4-FFF2-40B4-BE49-F238E27FC236}">
                <a16:creationId xmlns:a16="http://schemas.microsoft.com/office/drawing/2014/main" id="{D042C449-64BB-9849-8FF2-4E5299BD1AF1}"/>
              </a:ext>
            </a:extLst>
          </p:cNvPr>
          <p:cNvPicPr>
            <a:picLocks noChangeAspect="1"/>
          </p:cNvPicPr>
          <p:nvPr userDrawn="1"/>
        </p:nvPicPr>
        <p:blipFill>
          <a:blip r:embed="rId2"/>
          <a:stretch>
            <a:fillRect/>
          </a:stretch>
        </p:blipFill>
        <p:spPr>
          <a:xfrm>
            <a:off x="693411" y="2176340"/>
            <a:ext cx="1569578" cy="972126"/>
          </a:xfrm>
          <a:prstGeom prst="rect">
            <a:avLst/>
          </a:prstGeom>
        </p:spPr>
      </p:pic>
    </p:spTree>
    <p:extLst>
      <p:ext uri="{BB962C8B-B14F-4D97-AF65-F5344CB8AC3E}">
        <p14:creationId xmlns:p14="http://schemas.microsoft.com/office/powerpoint/2010/main" val="363464859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Disclaimer and Attribution">
    <p:bg>
      <p:bgPr>
        <a:solidFill>
          <a:schemeClr val="tx2"/>
        </a:solidFill>
        <a:effectLst/>
      </p:bgPr>
    </p:bg>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5E88497C-C551-4465-9953-8BC43D9E0208}"/>
              </a:ext>
            </a:extLst>
          </p:cNvPr>
          <p:cNvSpPr/>
          <p:nvPr/>
        </p:nvSpPr>
        <p:spPr>
          <a:xfrm>
            <a:off x="622291" y="2393810"/>
            <a:ext cx="5608321" cy="656591"/>
          </a:xfrm>
          <a:prstGeom prst="rect">
            <a:avLst/>
          </a:prstGeom>
        </p:spPr>
        <p:txBody>
          <a:bodyPr vert="horz" lIns="91440" tIns="45720" rIns="91440" bIns="45720" rtlCol="0" anchor="ctr">
            <a:noAutofit/>
          </a:bodyPr>
          <a:lstStyle/>
          <a:p>
            <a:r>
              <a:rPr lang="en-US" sz="2400" b="1" i="0" u="none" strike="noStrike" kern="1200" dirty="0">
                <a:solidFill>
                  <a:schemeClr val="bg1"/>
                </a:solidFill>
                <a:effectLst/>
                <a:latin typeface="+mn-lt"/>
                <a:ea typeface="+mn-ea"/>
                <a:cs typeface="+mn-cs"/>
              </a:rPr>
              <a:t>Disclaimer and Attribution</a:t>
            </a:r>
            <a:endParaRPr lang="en-US" sz="2400" b="0" i="0" u="none" strike="noStrike" kern="1200" dirty="0">
              <a:solidFill>
                <a:schemeClr val="bg1"/>
              </a:solidFill>
              <a:effectLst/>
              <a:latin typeface="+mn-lt"/>
              <a:ea typeface="+mn-ea"/>
              <a:cs typeface="+mn-cs"/>
            </a:endParaRPr>
          </a:p>
        </p:txBody>
      </p:sp>
      <p:sp>
        <p:nvSpPr>
          <p:cNvPr id="7" name="Rectangle 6">
            <a:extLst>
              <a:ext uri="{FF2B5EF4-FFF2-40B4-BE49-F238E27FC236}">
                <a16:creationId xmlns:a16="http://schemas.microsoft.com/office/drawing/2014/main" id="{592EA454-74F4-0847-8EA2-1E94A436814E}"/>
              </a:ext>
            </a:extLst>
          </p:cNvPr>
          <p:cNvSpPr/>
          <p:nvPr userDrawn="1"/>
        </p:nvSpPr>
        <p:spPr>
          <a:xfrm>
            <a:off x="10058400" y="6109945"/>
            <a:ext cx="1752600" cy="662109"/>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Picture 8">
            <a:extLst>
              <a:ext uri="{FF2B5EF4-FFF2-40B4-BE49-F238E27FC236}">
                <a16:creationId xmlns:a16="http://schemas.microsoft.com/office/drawing/2014/main" id="{D042C449-64BB-9849-8FF2-4E5299BD1AF1}"/>
              </a:ext>
            </a:extLst>
          </p:cNvPr>
          <p:cNvPicPr>
            <a:picLocks noChangeAspect="1"/>
          </p:cNvPicPr>
          <p:nvPr userDrawn="1"/>
        </p:nvPicPr>
        <p:blipFill>
          <a:blip r:embed="rId2"/>
          <a:stretch>
            <a:fillRect/>
          </a:stretch>
        </p:blipFill>
        <p:spPr>
          <a:xfrm>
            <a:off x="693411" y="5892800"/>
            <a:ext cx="885113" cy="548199"/>
          </a:xfrm>
          <a:prstGeom prst="rect">
            <a:avLst/>
          </a:prstGeom>
        </p:spPr>
      </p:pic>
      <p:sp>
        <p:nvSpPr>
          <p:cNvPr id="11" name="Rectangle 10">
            <a:extLst>
              <a:ext uri="{FF2B5EF4-FFF2-40B4-BE49-F238E27FC236}">
                <a16:creationId xmlns:a16="http://schemas.microsoft.com/office/drawing/2014/main" id="{1E782F75-D84E-E645-83B8-15BBE61BA1E7}"/>
              </a:ext>
            </a:extLst>
          </p:cNvPr>
          <p:cNvSpPr/>
          <p:nvPr userDrawn="1"/>
        </p:nvSpPr>
        <p:spPr>
          <a:xfrm>
            <a:off x="622291" y="3172950"/>
            <a:ext cx="11102349" cy="2238036"/>
          </a:xfrm>
          <a:prstGeom prst="rect">
            <a:avLst/>
          </a:prstGeom>
        </p:spPr>
        <p:txBody>
          <a:bodyPr vert="horz" lIns="91440" tIns="45720" rIns="91440" bIns="45720" rtlCol="0" anchor="ctr">
            <a:noAutofit/>
          </a:bodyPr>
          <a:lstStyle/>
          <a:p>
            <a:pPr marL="0" marR="0" lvl="0" indent="0" algn="l" defTabSz="1219261" rtl="0" eaLnBrk="1" fontAlgn="auto" latinLnBrk="0" hangingPunct="1">
              <a:lnSpc>
                <a:spcPct val="100000"/>
              </a:lnSpc>
              <a:spcBef>
                <a:spcPts val="300"/>
              </a:spcBef>
              <a:spcAft>
                <a:spcPts val="0"/>
              </a:spcAft>
              <a:buClr>
                <a:srgbClr val="E20000"/>
              </a:buClr>
              <a:buSzPct val="80000"/>
              <a:buFont typeface="Webdings" panose="05030102010509060703" pitchFamily="18" charset="2"/>
              <a:buNone/>
              <a:tabLst/>
              <a:defRPr/>
            </a:pPr>
            <a:r>
              <a:rPr kumimoji="0" lang="en-US" sz="1200" b="0" i="0" u="none" strike="noStrike" kern="1200" cap="none" spc="0" normalizeH="0" baseline="0" noProof="0" dirty="0">
                <a:ln>
                  <a:noFill/>
                </a:ln>
                <a:solidFill>
                  <a:srgbClr val="FFFFFF"/>
                </a:solidFill>
                <a:effectLst/>
                <a:uLnTx/>
                <a:uFillTx/>
                <a:latin typeface="Arial" charset="0"/>
                <a:cs typeface="Arial" charset="0"/>
              </a:rPr>
              <a:t>The information contained herein is for informational purposes only and is subject to change without notice. While every precaution has been taken in the preparation of this document, it may contain technical inaccuracies, omissions and typographical errors, and AMD is under no obligation to update or otherwise correct this information. Advanced Micro Devices, Inc. makes no representations or warranties with respect to the accuracy or completeness of the contents of this document, and assumes no liability of any kind, including the implied warranties of noninfringement, merchantability or fitness for particular purposes, with respect to the operation or use of AMD hardware, software or other products described herein. No license, including implied or arising by estoppel, to any intellectual property rights is granted by this document. Terms and limitations applicable to the purchase or use of AMD’s products are as set forth in a signed agreement between the parties or in AMD's Standard Terms and Conditions of Sale. GD-18</a:t>
            </a:r>
          </a:p>
          <a:p>
            <a:pPr marL="0" marR="0" lvl="0" indent="0" algn="l" defTabSz="1219261" rtl="0" eaLnBrk="1" fontAlgn="auto" latinLnBrk="0" hangingPunct="1">
              <a:lnSpc>
                <a:spcPct val="100000"/>
              </a:lnSpc>
              <a:spcBef>
                <a:spcPts val="1600"/>
              </a:spcBef>
              <a:spcAft>
                <a:spcPts val="0"/>
              </a:spcAft>
              <a:buClr>
                <a:srgbClr val="E20000"/>
              </a:buClr>
              <a:buSzPct val="80000"/>
              <a:buFont typeface="Webdings" panose="05030102010509060703" pitchFamily="18" charset="2"/>
              <a:buNone/>
              <a:tabLst/>
              <a:defRPr/>
            </a:pPr>
            <a:r>
              <a:rPr kumimoji="0" lang="en-US" sz="1200" b="0" i="0" u="none" strike="noStrike" kern="1200" cap="none" spc="0" normalizeH="0" baseline="0" noProof="0" dirty="0">
                <a:ln>
                  <a:noFill/>
                </a:ln>
                <a:solidFill>
                  <a:srgbClr val="FFFFFF"/>
                </a:solidFill>
                <a:effectLst/>
                <a:uLnTx/>
                <a:uFillTx/>
                <a:latin typeface="Arial" panose="020B0604020202020204" pitchFamily="34" charset="0"/>
                <a:ea typeface="+mn-ea"/>
                <a:cs typeface="Arial" panose="020B0604020202020204" pitchFamily="34" charset="0"/>
              </a:rPr>
              <a:t>© Copyright 2021 Advanced Micro Devices, Inc.  All rights reserved.  Xilinx, the Xilinx logo, AMD, the AMD Arrow logo, </a:t>
            </a:r>
            <a:r>
              <a:rPr kumimoji="0" lang="en-US" sz="1200" b="0" i="0" u="none" strike="noStrike" kern="1200" cap="none" spc="0" normalizeH="0" baseline="0" noProof="0" dirty="0" err="1">
                <a:ln>
                  <a:noFill/>
                </a:ln>
                <a:solidFill>
                  <a:srgbClr val="FFFFFF"/>
                </a:solidFill>
                <a:effectLst/>
                <a:uLnTx/>
                <a:uFillTx/>
                <a:latin typeface="Arial" panose="020B0604020202020204" pitchFamily="34" charset="0"/>
                <a:ea typeface="+mn-ea"/>
                <a:cs typeface="Arial" panose="020B0604020202020204" pitchFamily="34" charset="0"/>
              </a:rPr>
              <a:t>Alveo</a:t>
            </a:r>
            <a:r>
              <a:rPr kumimoji="0" lang="en-US" sz="1200" b="0" i="0" u="none" strike="noStrike" kern="1200" cap="none" spc="0" normalizeH="0" baseline="0" noProof="0" dirty="0">
                <a:ln>
                  <a:noFill/>
                </a:ln>
                <a:solidFill>
                  <a:srgbClr val="FFFFFF"/>
                </a:solidFill>
                <a:effectLst/>
                <a:uLnTx/>
                <a:uFillTx/>
                <a:latin typeface="Arial" panose="020B0604020202020204" pitchFamily="34" charset="0"/>
                <a:ea typeface="+mn-ea"/>
                <a:cs typeface="Arial" panose="020B0604020202020204" pitchFamily="34" charset="0"/>
              </a:rPr>
              <a:t>, </a:t>
            </a:r>
            <a:r>
              <a:rPr kumimoji="0" lang="en-US" sz="1200" b="0" i="0" u="none" strike="noStrike" kern="1200" cap="none" spc="0" normalizeH="0" baseline="0" noProof="0" dirty="0" err="1">
                <a:ln>
                  <a:noFill/>
                </a:ln>
                <a:solidFill>
                  <a:srgbClr val="FFFFFF"/>
                </a:solidFill>
                <a:effectLst/>
                <a:uLnTx/>
                <a:uFillTx/>
                <a:latin typeface="Arial" panose="020B0604020202020204" pitchFamily="34" charset="0"/>
                <a:ea typeface="+mn-ea"/>
                <a:cs typeface="Arial" panose="020B0604020202020204" pitchFamily="34" charset="0"/>
              </a:rPr>
              <a:t>Artix</a:t>
            </a:r>
            <a:r>
              <a:rPr kumimoji="0" lang="en-US" sz="1200" b="0" i="0" u="none" strike="noStrike" kern="1200" cap="none" spc="0" normalizeH="0" baseline="0" noProof="0" dirty="0">
                <a:ln>
                  <a:noFill/>
                </a:ln>
                <a:solidFill>
                  <a:srgbClr val="FFFFFF"/>
                </a:solidFill>
                <a:effectLst/>
                <a:uLnTx/>
                <a:uFillTx/>
                <a:latin typeface="Arial" panose="020B0604020202020204" pitchFamily="34" charset="0"/>
                <a:ea typeface="+mn-ea"/>
                <a:cs typeface="Arial" panose="020B0604020202020204" pitchFamily="34" charset="0"/>
              </a:rPr>
              <a:t>, </a:t>
            </a:r>
            <a:r>
              <a:rPr kumimoji="0" lang="en-US" sz="1200" b="0" i="0" u="none" strike="noStrike" kern="1200" cap="none" spc="0" normalizeH="0" baseline="0" noProof="0" dirty="0" err="1">
                <a:ln>
                  <a:noFill/>
                </a:ln>
                <a:solidFill>
                  <a:srgbClr val="FFFFFF"/>
                </a:solidFill>
                <a:effectLst/>
                <a:uLnTx/>
                <a:uFillTx/>
                <a:latin typeface="Arial" panose="020B0604020202020204" pitchFamily="34" charset="0"/>
                <a:ea typeface="+mn-ea"/>
                <a:cs typeface="Arial" panose="020B0604020202020204" pitchFamily="34" charset="0"/>
              </a:rPr>
              <a:t>Kintex</a:t>
            </a:r>
            <a:r>
              <a:rPr kumimoji="0" lang="en-US" sz="1200" b="0" i="0" u="none" strike="noStrike" kern="1200" cap="none" spc="0" normalizeH="0" baseline="0" noProof="0" dirty="0">
                <a:ln>
                  <a:noFill/>
                </a:ln>
                <a:solidFill>
                  <a:srgbClr val="FFFFFF"/>
                </a:solidFill>
                <a:effectLst/>
                <a:uLnTx/>
                <a:uFillTx/>
                <a:latin typeface="Arial" panose="020B0604020202020204" pitchFamily="34" charset="0"/>
                <a:ea typeface="+mn-ea"/>
                <a:cs typeface="Arial" panose="020B0604020202020204" pitchFamily="34" charset="0"/>
              </a:rPr>
              <a:t>, </a:t>
            </a:r>
            <a:r>
              <a:rPr kumimoji="0" lang="en-US" sz="1200" b="0" i="0" u="none" strike="noStrike" kern="1200" cap="none" spc="0" normalizeH="0" baseline="0" noProof="0" dirty="0" err="1">
                <a:ln>
                  <a:noFill/>
                </a:ln>
                <a:solidFill>
                  <a:srgbClr val="FFFFFF"/>
                </a:solidFill>
                <a:effectLst/>
                <a:uLnTx/>
                <a:uFillTx/>
                <a:latin typeface="Arial" panose="020B0604020202020204" pitchFamily="34" charset="0"/>
                <a:ea typeface="+mn-ea"/>
                <a:cs typeface="Arial" panose="020B0604020202020204" pitchFamily="34" charset="0"/>
              </a:rPr>
              <a:t>Kria</a:t>
            </a:r>
            <a:r>
              <a:rPr kumimoji="0" lang="en-US" sz="1200" b="0" i="0" u="none" strike="noStrike" kern="1200" cap="none" spc="0" normalizeH="0" baseline="0" noProof="0" dirty="0">
                <a:ln>
                  <a:noFill/>
                </a:ln>
                <a:solidFill>
                  <a:srgbClr val="FFFFFF"/>
                </a:solidFill>
                <a:effectLst/>
                <a:uLnTx/>
                <a:uFillTx/>
                <a:latin typeface="Arial" panose="020B0604020202020204" pitchFamily="34" charset="0"/>
                <a:ea typeface="+mn-ea"/>
                <a:cs typeface="Arial" panose="020B0604020202020204" pitchFamily="34" charset="0"/>
              </a:rPr>
              <a:t>, Spartan, Versal, Vitis, </a:t>
            </a:r>
            <a:r>
              <a:rPr kumimoji="0" lang="en-US" sz="1200" b="0" i="0" u="none" strike="noStrike" kern="1200" cap="none" spc="0" normalizeH="0" baseline="0" noProof="0" dirty="0" err="1">
                <a:ln>
                  <a:noFill/>
                </a:ln>
                <a:solidFill>
                  <a:srgbClr val="FFFFFF"/>
                </a:solidFill>
                <a:effectLst/>
                <a:uLnTx/>
                <a:uFillTx/>
                <a:latin typeface="Arial" panose="020B0604020202020204" pitchFamily="34" charset="0"/>
                <a:ea typeface="+mn-ea"/>
                <a:cs typeface="Arial" panose="020B0604020202020204" pitchFamily="34" charset="0"/>
              </a:rPr>
              <a:t>Virtex</a:t>
            </a:r>
            <a:r>
              <a:rPr kumimoji="0" lang="en-US" sz="1200" b="0" i="0" u="none" strike="noStrike" kern="1200" cap="none" spc="0" normalizeH="0" baseline="0" noProof="0" dirty="0">
                <a:ln>
                  <a:noFill/>
                </a:ln>
                <a:solidFill>
                  <a:srgbClr val="FFFFFF"/>
                </a:solidFill>
                <a:effectLst/>
                <a:uLnTx/>
                <a:uFillTx/>
                <a:latin typeface="Arial" panose="020B0604020202020204" pitchFamily="34" charset="0"/>
                <a:ea typeface="+mn-ea"/>
                <a:cs typeface="Arial" panose="020B0604020202020204" pitchFamily="34" charset="0"/>
              </a:rPr>
              <a:t>, </a:t>
            </a:r>
            <a:r>
              <a:rPr kumimoji="0" lang="en-US" sz="1200" b="0" i="0" u="none" strike="noStrike" kern="1200" cap="none" spc="0" normalizeH="0" baseline="0" noProof="0" dirty="0" err="1">
                <a:ln>
                  <a:noFill/>
                </a:ln>
                <a:solidFill>
                  <a:srgbClr val="FFFFFF"/>
                </a:solidFill>
                <a:effectLst/>
                <a:uLnTx/>
                <a:uFillTx/>
                <a:latin typeface="Arial" panose="020B0604020202020204" pitchFamily="34" charset="0"/>
                <a:ea typeface="+mn-ea"/>
                <a:cs typeface="Arial" panose="020B0604020202020204" pitchFamily="34" charset="0"/>
              </a:rPr>
              <a:t>Vivado</a:t>
            </a:r>
            <a:r>
              <a:rPr kumimoji="0" lang="en-US" sz="1200" b="0" i="0" u="none" strike="noStrike" kern="1200" cap="none" spc="0" normalizeH="0" baseline="0" noProof="0" dirty="0">
                <a:ln>
                  <a:noFill/>
                </a:ln>
                <a:solidFill>
                  <a:srgbClr val="FFFFFF"/>
                </a:solidFill>
                <a:effectLst/>
                <a:uLnTx/>
                <a:uFillTx/>
                <a:latin typeface="Arial" panose="020B0604020202020204" pitchFamily="34" charset="0"/>
                <a:ea typeface="+mn-ea"/>
                <a:cs typeface="Arial" panose="020B0604020202020204" pitchFamily="34" charset="0"/>
              </a:rPr>
              <a:t>, Zynq, and other designated brands included herein are trademarks of Advanced Micro Devices, Inc.  Other product names used in this publication are for identification purposes only and may be trademarks of their respective companies.  </a:t>
            </a:r>
            <a:endParaRPr kumimoji="0" lang="en-US" sz="1200" b="0" i="0" u="none" strike="noStrike" kern="1200" cap="none" spc="0" normalizeH="0" baseline="0" noProof="0" dirty="0">
              <a:ln>
                <a:noFill/>
              </a:ln>
              <a:solidFill>
                <a:srgbClr val="00B2BA"/>
              </a:solidFill>
              <a:effectLst/>
              <a:uLnTx/>
              <a:uFillTx/>
              <a:latin typeface="Arial" panose="020B0604020202020204" pitchFamily="34" charset="0"/>
              <a:ea typeface="+mn-ea"/>
              <a:cs typeface="Arial" panose="020B0604020202020204" pitchFamily="34" charset="0"/>
            </a:endParaRPr>
          </a:p>
          <a:p>
            <a:pPr marL="0" marR="0" lvl="0" indent="0" algn="l" defTabSz="1219261" rtl="0" eaLnBrk="1" fontAlgn="auto" latinLnBrk="0" hangingPunct="1">
              <a:lnSpc>
                <a:spcPct val="100000"/>
              </a:lnSpc>
              <a:spcBef>
                <a:spcPts val="300"/>
              </a:spcBef>
              <a:spcAft>
                <a:spcPts val="0"/>
              </a:spcAft>
              <a:buClr>
                <a:srgbClr val="E20000"/>
              </a:buClr>
              <a:buSzPct val="80000"/>
              <a:buFont typeface="Webdings" panose="05030102010509060703" pitchFamily="18" charset="2"/>
              <a:buNone/>
              <a:tabLst/>
              <a:defRPr/>
            </a:pPr>
            <a:endParaRPr kumimoji="0" lang="en-US" sz="1200" b="0" i="0" u="none" strike="noStrike" kern="1200" cap="none" spc="0" normalizeH="0" baseline="0" noProof="0" dirty="0">
              <a:ln>
                <a:noFill/>
              </a:ln>
              <a:solidFill>
                <a:srgbClr val="FFFFFF"/>
              </a:solidFill>
              <a:effectLst/>
              <a:uLnTx/>
              <a:uFillTx/>
              <a:latin typeface="Arial" charset="0"/>
              <a:cs typeface="Arial" charset="0"/>
            </a:endParaRPr>
          </a:p>
        </p:txBody>
      </p:sp>
    </p:spTree>
    <p:extLst>
      <p:ext uri="{BB962C8B-B14F-4D97-AF65-F5344CB8AC3E}">
        <p14:creationId xmlns:p14="http://schemas.microsoft.com/office/powerpoint/2010/main" val="332030899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p:cSld name="Title Only (WHIT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a:t>Click to edit Master title style</a:t>
            </a:r>
            <a:endParaRPr lang="en-US"/>
          </a:p>
        </p:txBody>
      </p:sp>
      <p:sp>
        <p:nvSpPr>
          <p:cNvPr id="8" name="Slide Number Placeholder 7"/>
          <p:cNvSpPr>
            <a:spLocks noGrp="1"/>
          </p:cNvSpPr>
          <p:nvPr>
            <p:ph type="sldNum" sz="quarter" idx="10"/>
          </p:nvPr>
        </p:nvSpPr>
        <p:spPr>
          <a:xfrm>
            <a:off x="579121" y="6325606"/>
            <a:ext cx="975360" cy="365125"/>
          </a:xfrm>
          <a:prstGeom prst="rect">
            <a:avLst/>
          </a:prstGeom>
        </p:spPr>
        <p:txBody>
          <a:bodyPr/>
          <a:lstStyle/>
          <a:p>
            <a:pPr>
              <a:defRPr/>
            </a:pPr>
            <a:r>
              <a:rPr lang="en-US"/>
              <a:t>Data Types 14- </a:t>
            </a:r>
            <a:fld id="{060BD193-E118-4B16-863C-C8C12C675E3E}" type="slidenum">
              <a:rPr lang="en-US" smtClean="0"/>
              <a:pPr>
                <a:defRPr/>
              </a:pPr>
              <a:t>‹#›</a:t>
            </a:fld>
            <a:endParaRPr lang="en-US" dirty="0"/>
          </a:p>
        </p:txBody>
      </p:sp>
    </p:spTree>
    <p:extLst>
      <p:ext uri="{BB962C8B-B14F-4D97-AF65-F5344CB8AC3E}">
        <p14:creationId xmlns:p14="http://schemas.microsoft.com/office/powerpoint/2010/main" val="2348735205"/>
      </p:ext>
    </p:extLst>
  </p:cSld>
  <p:clrMapOvr>
    <a:masterClrMapping/>
  </p:clrMapOvr>
  <p:hf hdr="0" dt="0"/>
</p:sldLayout>
</file>

<file path=ppt/slideLayouts/slideLayout11.xml><?xml version="1.0" encoding="utf-8"?>
<p:sldLayout xmlns:a="http://schemas.openxmlformats.org/drawingml/2006/main" xmlns:r="http://schemas.openxmlformats.org/officeDocument/2006/relationships" xmlns:p="http://schemas.openxmlformats.org/presentationml/2006/main">
  <p:cSld name="Title Slide Layout (Custom Graphic)">
    <p:bg>
      <p:bgPr>
        <a:solidFill>
          <a:schemeClr val="bg2"/>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CB1F99C1-A850-AA46-A3A6-13755C4E5C56}"/>
              </a:ext>
            </a:extLst>
          </p:cNvPr>
          <p:cNvPicPr>
            <a:picLocks noChangeAspect="1"/>
          </p:cNvPicPr>
          <p:nvPr/>
        </p:nvPicPr>
        <p:blipFill>
          <a:blip r:embed="rId2">
            <a:alphaModFix amt="10000"/>
            <a:extLst>
              <a:ext uri="{28A0092B-C50C-407E-A947-70E740481C1C}">
                <a14:useLocalDpi xmlns:a14="http://schemas.microsoft.com/office/drawing/2010/main" val="0"/>
              </a:ext>
            </a:extLst>
          </a:blip>
          <a:stretch>
            <a:fillRect/>
          </a:stretch>
        </p:blipFill>
        <p:spPr>
          <a:xfrm>
            <a:off x="1" y="-36231"/>
            <a:ext cx="8384875" cy="6894231"/>
          </a:xfrm>
          <a:prstGeom prst="rect">
            <a:avLst/>
          </a:prstGeom>
        </p:spPr>
      </p:pic>
      <p:sp>
        <p:nvSpPr>
          <p:cNvPr id="13" name="Title 1"/>
          <p:cNvSpPr>
            <a:spLocks noGrp="1"/>
          </p:cNvSpPr>
          <p:nvPr>
            <p:ph type="ctrTitle" hasCustomPrompt="1"/>
          </p:nvPr>
        </p:nvSpPr>
        <p:spPr>
          <a:xfrm>
            <a:off x="872570" y="2122996"/>
            <a:ext cx="6259750" cy="757130"/>
          </a:xfrm>
        </p:spPr>
        <p:txBody>
          <a:bodyPr anchor="t">
            <a:normAutofit/>
          </a:bodyPr>
          <a:lstStyle>
            <a:lvl1pPr marL="0" algn="l" defTabSz="914126" rtl="0" eaLnBrk="1" latinLnBrk="0" hangingPunct="1">
              <a:lnSpc>
                <a:spcPct val="100000"/>
              </a:lnSpc>
              <a:spcBef>
                <a:spcPct val="0"/>
              </a:spcBef>
              <a:buNone/>
              <a:defRPr lang="en-US" sz="3999" b="1" i="0" kern="1200" baseline="0" dirty="0">
                <a:solidFill>
                  <a:schemeClr val="tx1"/>
                </a:solidFill>
                <a:latin typeface="Arial" charset="0"/>
                <a:ea typeface="+mj-ea"/>
                <a:cs typeface="Arial" charset="0"/>
              </a:defRPr>
            </a:lvl1pPr>
          </a:lstStyle>
          <a:p>
            <a:r>
              <a:rPr lang="en-US" dirty="0"/>
              <a:t>Presentation Title</a:t>
            </a:r>
          </a:p>
        </p:txBody>
      </p:sp>
      <p:sp>
        <p:nvSpPr>
          <p:cNvPr id="12" name="Name, Title, Date"/>
          <p:cNvSpPr>
            <a:spLocks noGrp="1"/>
          </p:cNvSpPr>
          <p:nvPr>
            <p:ph type="subTitle" idx="1" hasCustomPrompt="1"/>
          </p:nvPr>
        </p:nvSpPr>
        <p:spPr>
          <a:xfrm>
            <a:off x="872570" y="4513635"/>
            <a:ext cx="4877066" cy="1092607"/>
          </a:xfrm>
        </p:spPr>
        <p:txBody>
          <a:bodyPr>
            <a:normAutofit/>
          </a:bodyPr>
          <a:lstStyle>
            <a:lvl1pPr marL="0" indent="0" algn="l">
              <a:spcBef>
                <a:spcPts val="300"/>
              </a:spcBef>
              <a:buNone/>
              <a:defRPr lang="en-US" sz="1999" b="0" i="0" kern="1200" baseline="0" dirty="0">
                <a:solidFill>
                  <a:schemeClr val="tx1"/>
                </a:solidFill>
                <a:latin typeface="Arial" charset="0"/>
                <a:ea typeface="Arial" charset="0"/>
                <a:cs typeface="Arial" charset="0"/>
              </a:defRPr>
            </a:lvl1pPr>
            <a:lvl2pPr marL="457063" indent="0" algn="ctr">
              <a:buNone/>
              <a:defRPr sz="1999"/>
            </a:lvl2pPr>
            <a:lvl3pPr marL="914126" indent="0" algn="ctr">
              <a:buNone/>
              <a:defRPr sz="1799"/>
            </a:lvl3pPr>
            <a:lvl4pPr marL="1371189" indent="0" algn="ctr">
              <a:buNone/>
              <a:defRPr sz="1600"/>
            </a:lvl4pPr>
            <a:lvl5pPr marL="1828251" indent="0" algn="ctr">
              <a:buNone/>
              <a:defRPr sz="1600"/>
            </a:lvl5pPr>
            <a:lvl6pPr marL="2285314" indent="0" algn="ctr">
              <a:buNone/>
              <a:defRPr sz="1600"/>
            </a:lvl6pPr>
            <a:lvl7pPr marL="2742377" indent="0" algn="ctr">
              <a:buNone/>
              <a:defRPr sz="1600"/>
            </a:lvl7pPr>
            <a:lvl8pPr marL="3199440" indent="0" algn="ctr">
              <a:buNone/>
              <a:defRPr sz="1600"/>
            </a:lvl8pPr>
            <a:lvl9pPr marL="3656503" indent="0" algn="ctr">
              <a:buNone/>
              <a:defRPr sz="1600"/>
            </a:lvl9pPr>
          </a:lstStyle>
          <a:p>
            <a:r>
              <a:rPr lang="en-US" dirty="0"/>
              <a:t>Name</a:t>
            </a:r>
          </a:p>
          <a:p>
            <a:r>
              <a:rPr lang="en-US" dirty="0"/>
              <a:t>Title</a:t>
            </a:r>
          </a:p>
          <a:p>
            <a:r>
              <a:rPr lang="en-US" dirty="0"/>
              <a:t>Date</a:t>
            </a:r>
          </a:p>
        </p:txBody>
      </p:sp>
      <p:sp>
        <p:nvSpPr>
          <p:cNvPr id="14" name="object 6"/>
          <p:cNvSpPr/>
          <p:nvPr/>
        </p:nvSpPr>
        <p:spPr>
          <a:xfrm>
            <a:off x="0" y="0"/>
            <a:ext cx="647700" cy="647700"/>
          </a:xfrm>
          <a:custGeom>
            <a:avLst/>
            <a:gdLst/>
            <a:ahLst/>
            <a:cxnLst/>
            <a:rect l="l" t="t" r="r" b="b"/>
            <a:pathLst>
              <a:path w="863600" h="863600">
                <a:moveTo>
                  <a:pt x="863600" y="0"/>
                </a:moveTo>
                <a:lnTo>
                  <a:pt x="0" y="0"/>
                </a:lnTo>
                <a:lnTo>
                  <a:pt x="0" y="863600"/>
                </a:lnTo>
                <a:lnTo>
                  <a:pt x="863600" y="0"/>
                </a:lnTo>
                <a:close/>
              </a:path>
            </a:pathLst>
          </a:custGeom>
          <a:solidFill>
            <a:srgbClr val="F11212"/>
          </a:solidFill>
        </p:spPr>
        <p:txBody>
          <a:bodyPr wrap="square" lIns="0" tIns="0" rIns="0" bIns="0" rtlCol="0"/>
          <a:lstStyle/>
          <a:p>
            <a:endParaRPr sz="1013"/>
          </a:p>
        </p:txBody>
      </p:sp>
      <p:sp>
        <p:nvSpPr>
          <p:cNvPr id="16" name="object 6">
            <a:extLst>
              <a:ext uri="{FF2B5EF4-FFF2-40B4-BE49-F238E27FC236}">
                <a16:creationId xmlns:a16="http://schemas.microsoft.com/office/drawing/2014/main" id="{79F46B48-C01A-1340-8C6B-DA07FABAAD3F}"/>
              </a:ext>
            </a:extLst>
          </p:cNvPr>
          <p:cNvSpPr/>
          <p:nvPr/>
        </p:nvSpPr>
        <p:spPr>
          <a:xfrm>
            <a:off x="0" y="0"/>
            <a:ext cx="647700" cy="647700"/>
          </a:xfrm>
          <a:custGeom>
            <a:avLst/>
            <a:gdLst/>
            <a:ahLst/>
            <a:cxnLst/>
            <a:rect l="l" t="t" r="r" b="b"/>
            <a:pathLst>
              <a:path w="863600" h="863600">
                <a:moveTo>
                  <a:pt x="863600" y="0"/>
                </a:moveTo>
                <a:lnTo>
                  <a:pt x="0" y="0"/>
                </a:lnTo>
                <a:lnTo>
                  <a:pt x="0" y="863600"/>
                </a:lnTo>
                <a:lnTo>
                  <a:pt x="863600" y="0"/>
                </a:lnTo>
                <a:close/>
              </a:path>
            </a:pathLst>
          </a:custGeom>
          <a:solidFill>
            <a:srgbClr val="F11212"/>
          </a:solidFill>
        </p:spPr>
        <p:txBody>
          <a:bodyPr wrap="square" lIns="0" tIns="0" rIns="0" bIns="0" rtlCol="0"/>
          <a:lstStyle/>
          <a:p>
            <a:endParaRPr sz="1013"/>
          </a:p>
        </p:txBody>
      </p:sp>
      <p:sp>
        <p:nvSpPr>
          <p:cNvPr id="20" name="object 6">
            <a:extLst>
              <a:ext uri="{FF2B5EF4-FFF2-40B4-BE49-F238E27FC236}">
                <a16:creationId xmlns:a16="http://schemas.microsoft.com/office/drawing/2014/main" id="{529EC48C-88EC-4F48-B6BB-B7BB27D37DBD}"/>
              </a:ext>
            </a:extLst>
          </p:cNvPr>
          <p:cNvSpPr/>
          <p:nvPr/>
        </p:nvSpPr>
        <p:spPr>
          <a:xfrm>
            <a:off x="0" y="0"/>
            <a:ext cx="647700" cy="647700"/>
          </a:xfrm>
          <a:custGeom>
            <a:avLst/>
            <a:gdLst/>
            <a:ahLst/>
            <a:cxnLst/>
            <a:rect l="l" t="t" r="r" b="b"/>
            <a:pathLst>
              <a:path w="863600" h="863600">
                <a:moveTo>
                  <a:pt x="863600" y="0"/>
                </a:moveTo>
                <a:lnTo>
                  <a:pt x="0" y="0"/>
                </a:lnTo>
                <a:lnTo>
                  <a:pt x="0" y="863600"/>
                </a:lnTo>
                <a:lnTo>
                  <a:pt x="863600" y="0"/>
                </a:lnTo>
                <a:close/>
              </a:path>
            </a:pathLst>
          </a:custGeom>
          <a:solidFill>
            <a:srgbClr val="F11212"/>
          </a:solidFill>
        </p:spPr>
        <p:txBody>
          <a:bodyPr wrap="square" lIns="0" tIns="0" rIns="0" bIns="0" rtlCol="0"/>
          <a:lstStyle/>
          <a:p>
            <a:endParaRPr sz="1013"/>
          </a:p>
        </p:txBody>
      </p:sp>
      <p:sp>
        <p:nvSpPr>
          <p:cNvPr id="24" name="object 6">
            <a:extLst>
              <a:ext uri="{FF2B5EF4-FFF2-40B4-BE49-F238E27FC236}">
                <a16:creationId xmlns:a16="http://schemas.microsoft.com/office/drawing/2014/main" id="{14E96798-EC8B-FA4C-AC7D-DE75AF3811AF}"/>
              </a:ext>
            </a:extLst>
          </p:cNvPr>
          <p:cNvSpPr/>
          <p:nvPr/>
        </p:nvSpPr>
        <p:spPr>
          <a:xfrm>
            <a:off x="0" y="0"/>
            <a:ext cx="647700" cy="647700"/>
          </a:xfrm>
          <a:custGeom>
            <a:avLst/>
            <a:gdLst/>
            <a:ahLst/>
            <a:cxnLst/>
            <a:rect l="l" t="t" r="r" b="b"/>
            <a:pathLst>
              <a:path w="863600" h="863600">
                <a:moveTo>
                  <a:pt x="863600" y="0"/>
                </a:moveTo>
                <a:lnTo>
                  <a:pt x="0" y="0"/>
                </a:lnTo>
                <a:lnTo>
                  <a:pt x="0" y="863600"/>
                </a:lnTo>
                <a:lnTo>
                  <a:pt x="863600" y="0"/>
                </a:lnTo>
                <a:close/>
              </a:path>
            </a:pathLst>
          </a:custGeom>
          <a:solidFill>
            <a:srgbClr val="F11212"/>
          </a:solidFill>
        </p:spPr>
        <p:txBody>
          <a:bodyPr wrap="square" lIns="0" tIns="0" rIns="0" bIns="0" rtlCol="0"/>
          <a:lstStyle/>
          <a:p>
            <a:endParaRPr sz="1013"/>
          </a:p>
        </p:txBody>
      </p:sp>
      <p:sp>
        <p:nvSpPr>
          <p:cNvPr id="23" name="Rectangle 22"/>
          <p:cNvSpPr/>
          <p:nvPr/>
        </p:nvSpPr>
        <p:spPr>
          <a:xfrm>
            <a:off x="10832950" y="6443472"/>
            <a:ext cx="1176170" cy="371856"/>
          </a:xfrm>
          <a:prstGeom prst="rect">
            <a:avLst/>
          </a:prstGeom>
          <a:solidFill>
            <a:srgbClr val="161C2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pic>
        <p:nvPicPr>
          <p:cNvPr id="25" name="Picture 24" descr="ww.png">
            <a:extLst>
              <a:ext uri="{FF2B5EF4-FFF2-40B4-BE49-F238E27FC236}">
                <a16:creationId xmlns:a16="http://schemas.microsoft.com/office/drawing/2014/main" id="{6CB568A7-486F-7E43-8841-829B657830D1}"/>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b="3185"/>
          <a:stretch/>
        </p:blipFill>
        <p:spPr>
          <a:xfrm>
            <a:off x="8912570" y="-1"/>
            <a:ext cx="3279430" cy="6858001"/>
          </a:xfrm>
          <a:prstGeom prst="rect">
            <a:avLst/>
          </a:prstGeom>
        </p:spPr>
      </p:pic>
      <p:sp>
        <p:nvSpPr>
          <p:cNvPr id="26" name="object 6">
            <a:extLst>
              <a:ext uri="{FF2B5EF4-FFF2-40B4-BE49-F238E27FC236}">
                <a16:creationId xmlns:a16="http://schemas.microsoft.com/office/drawing/2014/main" id="{55A0589D-3199-824F-BB2E-0165FD1B46B8}"/>
              </a:ext>
            </a:extLst>
          </p:cNvPr>
          <p:cNvSpPr/>
          <p:nvPr/>
        </p:nvSpPr>
        <p:spPr>
          <a:xfrm>
            <a:off x="0" y="0"/>
            <a:ext cx="647700" cy="647700"/>
          </a:xfrm>
          <a:custGeom>
            <a:avLst/>
            <a:gdLst/>
            <a:ahLst/>
            <a:cxnLst/>
            <a:rect l="l" t="t" r="r" b="b"/>
            <a:pathLst>
              <a:path w="863600" h="863600">
                <a:moveTo>
                  <a:pt x="863600" y="0"/>
                </a:moveTo>
                <a:lnTo>
                  <a:pt x="0" y="0"/>
                </a:lnTo>
                <a:lnTo>
                  <a:pt x="0" y="863600"/>
                </a:lnTo>
                <a:lnTo>
                  <a:pt x="863600" y="0"/>
                </a:lnTo>
                <a:close/>
              </a:path>
            </a:pathLst>
          </a:custGeom>
          <a:solidFill>
            <a:srgbClr val="F11212"/>
          </a:solidFill>
        </p:spPr>
        <p:txBody>
          <a:bodyPr wrap="square" lIns="0" tIns="0" rIns="0" bIns="0" rtlCol="0"/>
          <a:lstStyle/>
          <a:p>
            <a:endParaRPr sz="1013"/>
          </a:p>
        </p:txBody>
      </p:sp>
      <p:sp>
        <p:nvSpPr>
          <p:cNvPr id="30" name="object 6">
            <a:extLst>
              <a:ext uri="{FF2B5EF4-FFF2-40B4-BE49-F238E27FC236}">
                <a16:creationId xmlns:a16="http://schemas.microsoft.com/office/drawing/2014/main" id="{4AB8CBEA-6665-9A4C-BAFF-830C38095BF8}"/>
              </a:ext>
            </a:extLst>
          </p:cNvPr>
          <p:cNvSpPr/>
          <p:nvPr/>
        </p:nvSpPr>
        <p:spPr>
          <a:xfrm>
            <a:off x="0" y="0"/>
            <a:ext cx="647700" cy="647700"/>
          </a:xfrm>
          <a:custGeom>
            <a:avLst/>
            <a:gdLst/>
            <a:ahLst/>
            <a:cxnLst/>
            <a:rect l="l" t="t" r="r" b="b"/>
            <a:pathLst>
              <a:path w="863600" h="863600">
                <a:moveTo>
                  <a:pt x="863600" y="0"/>
                </a:moveTo>
                <a:lnTo>
                  <a:pt x="0" y="0"/>
                </a:lnTo>
                <a:lnTo>
                  <a:pt x="0" y="863600"/>
                </a:lnTo>
                <a:lnTo>
                  <a:pt x="863600" y="0"/>
                </a:lnTo>
                <a:close/>
              </a:path>
            </a:pathLst>
          </a:custGeom>
          <a:solidFill>
            <a:srgbClr val="F11212"/>
          </a:solidFill>
        </p:spPr>
        <p:txBody>
          <a:bodyPr wrap="square" lIns="0" tIns="0" rIns="0" bIns="0" rtlCol="0"/>
          <a:lstStyle/>
          <a:p>
            <a:endParaRPr sz="1013"/>
          </a:p>
        </p:txBody>
      </p:sp>
      <p:pic>
        <p:nvPicPr>
          <p:cNvPr id="32" name="Picture 31">
            <a:extLst>
              <a:ext uri="{FF2B5EF4-FFF2-40B4-BE49-F238E27FC236}">
                <a16:creationId xmlns:a16="http://schemas.microsoft.com/office/drawing/2014/main" id="{BBC7CEB1-422C-D04C-9AF5-6F9B7A7142B2}"/>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872571" y="6020571"/>
            <a:ext cx="1280160" cy="259781"/>
          </a:xfrm>
          <a:prstGeom prst="rect">
            <a:avLst/>
          </a:prstGeom>
        </p:spPr>
      </p:pic>
      <p:sp>
        <p:nvSpPr>
          <p:cNvPr id="15" name="object 6">
            <a:extLst>
              <a:ext uri="{FF2B5EF4-FFF2-40B4-BE49-F238E27FC236}">
                <a16:creationId xmlns:a16="http://schemas.microsoft.com/office/drawing/2014/main" id="{C6EFF017-BB71-2946-8429-D5C445CE839E}"/>
              </a:ext>
            </a:extLst>
          </p:cNvPr>
          <p:cNvSpPr/>
          <p:nvPr/>
        </p:nvSpPr>
        <p:spPr>
          <a:xfrm>
            <a:off x="0" y="0"/>
            <a:ext cx="647700" cy="647700"/>
          </a:xfrm>
          <a:custGeom>
            <a:avLst/>
            <a:gdLst/>
            <a:ahLst/>
            <a:cxnLst/>
            <a:rect l="l" t="t" r="r" b="b"/>
            <a:pathLst>
              <a:path w="863600" h="863600">
                <a:moveTo>
                  <a:pt x="863600" y="0"/>
                </a:moveTo>
                <a:lnTo>
                  <a:pt x="0" y="0"/>
                </a:lnTo>
                <a:lnTo>
                  <a:pt x="0" y="863600"/>
                </a:lnTo>
                <a:lnTo>
                  <a:pt x="863600" y="0"/>
                </a:lnTo>
                <a:close/>
              </a:path>
            </a:pathLst>
          </a:custGeom>
          <a:solidFill>
            <a:srgbClr val="F11212"/>
          </a:solidFill>
        </p:spPr>
        <p:txBody>
          <a:bodyPr wrap="square" lIns="0" tIns="0" rIns="0" bIns="0" rtlCol="0"/>
          <a:lstStyle/>
          <a:p>
            <a:endParaRPr sz="1013"/>
          </a:p>
        </p:txBody>
      </p:sp>
      <p:pic>
        <p:nvPicPr>
          <p:cNvPr id="17" name="Picture 16">
            <a:extLst>
              <a:ext uri="{FF2B5EF4-FFF2-40B4-BE49-F238E27FC236}">
                <a16:creationId xmlns:a16="http://schemas.microsoft.com/office/drawing/2014/main" id="{CD59F683-89D6-C24E-B6D3-272BC62A268A}"/>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872571" y="6020571"/>
            <a:ext cx="1280160" cy="259781"/>
          </a:xfrm>
          <a:prstGeom prst="rect">
            <a:avLst/>
          </a:prstGeom>
        </p:spPr>
      </p:pic>
      <p:sp>
        <p:nvSpPr>
          <p:cNvPr id="18" name="object 6">
            <a:extLst>
              <a:ext uri="{FF2B5EF4-FFF2-40B4-BE49-F238E27FC236}">
                <a16:creationId xmlns:a16="http://schemas.microsoft.com/office/drawing/2014/main" id="{BCF7B235-4328-1747-AC5E-57DC6D753214}"/>
              </a:ext>
            </a:extLst>
          </p:cNvPr>
          <p:cNvSpPr/>
          <p:nvPr/>
        </p:nvSpPr>
        <p:spPr>
          <a:xfrm>
            <a:off x="0" y="0"/>
            <a:ext cx="647700" cy="647700"/>
          </a:xfrm>
          <a:custGeom>
            <a:avLst/>
            <a:gdLst/>
            <a:ahLst/>
            <a:cxnLst/>
            <a:rect l="l" t="t" r="r" b="b"/>
            <a:pathLst>
              <a:path w="863600" h="863600">
                <a:moveTo>
                  <a:pt x="863600" y="0"/>
                </a:moveTo>
                <a:lnTo>
                  <a:pt x="0" y="0"/>
                </a:lnTo>
                <a:lnTo>
                  <a:pt x="0" y="863600"/>
                </a:lnTo>
                <a:lnTo>
                  <a:pt x="863600" y="0"/>
                </a:lnTo>
                <a:close/>
              </a:path>
            </a:pathLst>
          </a:custGeom>
          <a:solidFill>
            <a:srgbClr val="F11212"/>
          </a:solidFill>
        </p:spPr>
        <p:txBody>
          <a:bodyPr wrap="square" lIns="0" tIns="0" rIns="0" bIns="0" rtlCol="0"/>
          <a:lstStyle/>
          <a:p>
            <a:endParaRPr sz="1013"/>
          </a:p>
        </p:txBody>
      </p:sp>
      <p:pic>
        <p:nvPicPr>
          <p:cNvPr id="19" name="Picture 18">
            <a:extLst>
              <a:ext uri="{FF2B5EF4-FFF2-40B4-BE49-F238E27FC236}">
                <a16:creationId xmlns:a16="http://schemas.microsoft.com/office/drawing/2014/main" id="{6A880B90-D46C-0D44-8AFE-4A062DD38A79}"/>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872571" y="6020571"/>
            <a:ext cx="1280160" cy="259781"/>
          </a:xfrm>
          <a:prstGeom prst="rect">
            <a:avLst/>
          </a:prstGeom>
        </p:spPr>
      </p:pic>
      <p:sp>
        <p:nvSpPr>
          <p:cNvPr id="21" name="object 6">
            <a:extLst>
              <a:ext uri="{FF2B5EF4-FFF2-40B4-BE49-F238E27FC236}">
                <a16:creationId xmlns:a16="http://schemas.microsoft.com/office/drawing/2014/main" id="{EC8AB604-7AB0-AA4A-8D3F-975F013C2F51}"/>
              </a:ext>
            </a:extLst>
          </p:cNvPr>
          <p:cNvSpPr/>
          <p:nvPr/>
        </p:nvSpPr>
        <p:spPr>
          <a:xfrm>
            <a:off x="0" y="0"/>
            <a:ext cx="647700" cy="647700"/>
          </a:xfrm>
          <a:custGeom>
            <a:avLst/>
            <a:gdLst/>
            <a:ahLst/>
            <a:cxnLst/>
            <a:rect l="l" t="t" r="r" b="b"/>
            <a:pathLst>
              <a:path w="863600" h="863600">
                <a:moveTo>
                  <a:pt x="863600" y="0"/>
                </a:moveTo>
                <a:lnTo>
                  <a:pt x="0" y="0"/>
                </a:lnTo>
                <a:lnTo>
                  <a:pt x="0" y="863600"/>
                </a:lnTo>
                <a:lnTo>
                  <a:pt x="863600" y="0"/>
                </a:lnTo>
                <a:close/>
              </a:path>
            </a:pathLst>
          </a:custGeom>
          <a:solidFill>
            <a:srgbClr val="F11212"/>
          </a:solidFill>
        </p:spPr>
        <p:txBody>
          <a:bodyPr wrap="square" lIns="0" tIns="0" rIns="0" bIns="0" rtlCol="0"/>
          <a:lstStyle/>
          <a:p>
            <a:endParaRPr sz="1013"/>
          </a:p>
        </p:txBody>
      </p:sp>
      <p:pic>
        <p:nvPicPr>
          <p:cNvPr id="22" name="Picture 21">
            <a:extLst>
              <a:ext uri="{FF2B5EF4-FFF2-40B4-BE49-F238E27FC236}">
                <a16:creationId xmlns:a16="http://schemas.microsoft.com/office/drawing/2014/main" id="{4D0C4FA3-D3E2-BF43-880D-3DA206335E12}"/>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872571" y="6020571"/>
            <a:ext cx="1280160" cy="259781"/>
          </a:xfrm>
          <a:prstGeom prst="rect">
            <a:avLst/>
          </a:prstGeom>
        </p:spPr>
      </p:pic>
    </p:spTree>
    <p:extLst>
      <p:ext uri="{BB962C8B-B14F-4D97-AF65-F5344CB8AC3E}">
        <p14:creationId xmlns:p14="http://schemas.microsoft.com/office/powerpoint/2010/main" val="1904172281"/>
      </p:ext>
    </p:extLst>
  </p:cSld>
  <p:clrMapOvr>
    <a:overrideClrMapping bg1="dk1" tx1="lt1" bg2="dk2" tx2="lt2" accent1="accent1" accent2="accent2" accent3="accent3" accent4="accent4" accent5="accent5" accent6="accent6" hlink="hlink" folHlink="folHlink"/>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bg>
      <p:bgPr>
        <a:solidFill>
          <a:schemeClr val="bg2"/>
        </a:solidFill>
        <a:effectLst/>
      </p:bgPr>
    </p:bg>
    <p:spTree>
      <p:nvGrpSpPr>
        <p:cNvPr id="1" name=""/>
        <p:cNvGrpSpPr/>
        <p:nvPr/>
      </p:nvGrpSpPr>
      <p:grpSpPr>
        <a:xfrm>
          <a:off x="0" y="0"/>
          <a:ext cx="0" cy="0"/>
          <a:chOff x="0" y="0"/>
          <a:chExt cx="0" cy="0"/>
        </a:xfrm>
      </p:grpSpPr>
      <p:sp>
        <p:nvSpPr>
          <p:cNvPr id="3" name="Name, Title, Date"/>
          <p:cNvSpPr>
            <a:spLocks noGrp="1"/>
          </p:cNvSpPr>
          <p:nvPr>
            <p:ph type="subTitle" idx="1" hasCustomPrompt="1"/>
          </p:nvPr>
        </p:nvSpPr>
        <p:spPr>
          <a:xfrm>
            <a:off x="872570" y="4513635"/>
            <a:ext cx="7417990" cy="1092607"/>
          </a:xfrm>
        </p:spPr>
        <p:txBody>
          <a:bodyPr wrap="square">
            <a:spAutoFit/>
          </a:bodyPr>
          <a:lstStyle>
            <a:lvl1pPr marL="0" indent="0" algn="l">
              <a:spcBef>
                <a:spcPts val="300"/>
              </a:spcBef>
              <a:buNone/>
              <a:defRPr lang="en-US" sz="1999" b="0" i="0" kern="1200" baseline="0" dirty="0">
                <a:solidFill>
                  <a:schemeClr val="tx1"/>
                </a:solidFill>
                <a:latin typeface="Arial" charset="0"/>
                <a:ea typeface="Arial" charset="0"/>
                <a:cs typeface="Arial" charset="0"/>
              </a:defRPr>
            </a:lvl1pPr>
            <a:lvl2pPr marL="457063" indent="0" algn="ctr">
              <a:buNone/>
              <a:defRPr sz="1999"/>
            </a:lvl2pPr>
            <a:lvl3pPr marL="914126" indent="0" algn="ctr">
              <a:buNone/>
              <a:defRPr sz="1799"/>
            </a:lvl3pPr>
            <a:lvl4pPr marL="1371189" indent="0" algn="ctr">
              <a:buNone/>
              <a:defRPr sz="1600"/>
            </a:lvl4pPr>
            <a:lvl5pPr marL="1828251" indent="0" algn="ctr">
              <a:buNone/>
              <a:defRPr sz="1600"/>
            </a:lvl5pPr>
            <a:lvl6pPr marL="2285314" indent="0" algn="ctr">
              <a:buNone/>
              <a:defRPr sz="1600"/>
            </a:lvl6pPr>
            <a:lvl7pPr marL="2742377" indent="0" algn="ctr">
              <a:buNone/>
              <a:defRPr sz="1600"/>
            </a:lvl7pPr>
            <a:lvl8pPr marL="3199440" indent="0" algn="ctr">
              <a:buNone/>
              <a:defRPr sz="1600"/>
            </a:lvl8pPr>
            <a:lvl9pPr marL="3656503" indent="0" algn="ctr">
              <a:buNone/>
              <a:defRPr sz="1600"/>
            </a:lvl9pPr>
          </a:lstStyle>
          <a:p>
            <a:r>
              <a:rPr lang="en-US" dirty="0"/>
              <a:t>Name</a:t>
            </a:r>
          </a:p>
          <a:p>
            <a:r>
              <a:rPr lang="en-US" dirty="0"/>
              <a:t>Title</a:t>
            </a:r>
          </a:p>
          <a:p>
            <a:r>
              <a:rPr lang="en-US" dirty="0"/>
              <a:t>Date</a:t>
            </a:r>
          </a:p>
        </p:txBody>
      </p:sp>
      <p:sp>
        <p:nvSpPr>
          <p:cNvPr id="2" name="Title 1"/>
          <p:cNvSpPr>
            <a:spLocks noGrp="1"/>
          </p:cNvSpPr>
          <p:nvPr>
            <p:ph type="ctrTitle" hasCustomPrompt="1"/>
          </p:nvPr>
        </p:nvSpPr>
        <p:spPr>
          <a:xfrm>
            <a:off x="872570" y="2122996"/>
            <a:ext cx="7417990" cy="707886"/>
          </a:xfrm>
        </p:spPr>
        <p:txBody>
          <a:bodyPr wrap="square" anchor="t">
            <a:spAutoFit/>
          </a:bodyPr>
          <a:lstStyle>
            <a:lvl1pPr marL="0" algn="l" defTabSz="914126" rtl="0" eaLnBrk="1" latinLnBrk="0" hangingPunct="1">
              <a:lnSpc>
                <a:spcPct val="100000"/>
              </a:lnSpc>
              <a:spcBef>
                <a:spcPct val="0"/>
              </a:spcBef>
              <a:buNone/>
              <a:defRPr lang="en-US" sz="3999" b="1" i="0" kern="1200" baseline="0" dirty="0">
                <a:solidFill>
                  <a:schemeClr val="tx1"/>
                </a:solidFill>
                <a:latin typeface="Arial" charset="0"/>
                <a:ea typeface="+mj-ea"/>
                <a:cs typeface="Arial" charset="0"/>
              </a:defRPr>
            </a:lvl1pPr>
          </a:lstStyle>
          <a:p>
            <a:r>
              <a:rPr lang="en-US" dirty="0"/>
              <a:t>Presentation Title</a:t>
            </a:r>
          </a:p>
        </p:txBody>
      </p:sp>
      <p:sp>
        <p:nvSpPr>
          <p:cNvPr id="10" name="object 6"/>
          <p:cNvSpPr/>
          <p:nvPr/>
        </p:nvSpPr>
        <p:spPr>
          <a:xfrm>
            <a:off x="0" y="0"/>
            <a:ext cx="647700" cy="647700"/>
          </a:xfrm>
          <a:custGeom>
            <a:avLst/>
            <a:gdLst/>
            <a:ahLst/>
            <a:cxnLst/>
            <a:rect l="l" t="t" r="r" b="b"/>
            <a:pathLst>
              <a:path w="863600" h="863600">
                <a:moveTo>
                  <a:pt x="863600" y="0"/>
                </a:moveTo>
                <a:lnTo>
                  <a:pt x="0" y="0"/>
                </a:lnTo>
                <a:lnTo>
                  <a:pt x="0" y="863600"/>
                </a:lnTo>
                <a:lnTo>
                  <a:pt x="863600" y="0"/>
                </a:lnTo>
                <a:close/>
              </a:path>
            </a:pathLst>
          </a:custGeom>
          <a:solidFill>
            <a:srgbClr val="F11212"/>
          </a:solidFill>
        </p:spPr>
        <p:txBody>
          <a:bodyPr wrap="square" lIns="0" tIns="0" rIns="0" bIns="0" rtlCol="0"/>
          <a:lstStyle/>
          <a:p>
            <a:endParaRPr sz="1013"/>
          </a:p>
        </p:txBody>
      </p:sp>
      <p:sp>
        <p:nvSpPr>
          <p:cNvPr id="8" name="object 6">
            <a:extLst>
              <a:ext uri="{FF2B5EF4-FFF2-40B4-BE49-F238E27FC236}">
                <a16:creationId xmlns:a16="http://schemas.microsoft.com/office/drawing/2014/main" id="{F6833D8A-D81B-AA4D-BC0C-B9F9B99BDC1F}"/>
              </a:ext>
            </a:extLst>
          </p:cNvPr>
          <p:cNvSpPr/>
          <p:nvPr/>
        </p:nvSpPr>
        <p:spPr>
          <a:xfrm>
            <a:off x="0" y="0"/>
            <a:ext cx="647700" cy="647700"/>
          </a:xfrm>
          <a:custGeom>
            <a:avLst/>
            <a:gdLst/>
            <a:ahLst/>
            <a:cxnLst/>
            <a:rect l="l" t="t" r="r" b="b"/>
            <a:pathLst>
              <a:path w="863600" h="863600">
                <a:moveTo>
                  <a:pt x="863600" y="0"/>
                </a:moveTo>
                <a:lnTo>
                  <a:pt x="0" y="0"/>
                </a:lnTo>
                <a:lnTo>
                  <a:pt x="0" y="863600"/>
                </a:lnTo>
                <a:lnTo>
                  <a:pt x="863600" y="0"/>
                </a:lnTo>
                <a:close/>
              </a:path>
            </a:pathLst>
          </a:custGeom>
          <a:solidFill>
            <a:srgbClr val="F11212"/>
          </a:solidFill>
        </p:spPr>
        <p:txBody>
          <a:bodyPr wrap="square" lIns="0" tIns="0" rIns="0" bIns="0" rtlCol="0"/>
          <a:lstStyle/>
          <a:p>
            <a:endParaRPr sz="1013"/>
          </a:p>
        </p:txBody>
      </p:sp>
      <p:sp>
        <p:nvSpPr>
          <p:cNvPr id="13" name="object 6">
            <a:extLst>
              <a:ext uri="{FF2B5EF4-FFF2-40B4-BE49-F238E27FC236}">
                <a16:creationId xmlns:a16="http://schemas.microsoft.com/office/drawing/2014/main" id="{6DC90665-93DD-BA43-AEB2-9473ED9E14A5}"/>
              </a:ext>
            </a:extLst>
          </p:cNvPr>
          <p:cNvSpPr/>
          <p:nvPr/>
        </p:nvSpPr>
        <p:spPr>
          <a:xfrm>
            <a:off x="0" y="0"/>
            <a:ext cx="647700" cy="647700"/>
          </a:xfrm>
          <a:custGeom>
            <a:avLst/>
            <a:gdLst/>
            <a:ahLst/>
            <a:cxnLst/>
            <a:rect l="l" t="t" r="r" b="b"/>
            <a:pathLst>
              <a:path w="863600" h="863600">
                <a:moveTo>
                  <a:pt x="863600" y="0"/>
                </a:moveTo>
                <a:lnTo>
                  <a:pt x="0" y="0"/>
                </a:lnTo>
                <a:lnTo>
                  <a:pt x="0" y="863600"/>
                </a:lnTo>
                <a:lnTo>
                  <a:pt x="863600" y="0"/>
                </a:lnTo>
                <a:close/>
              </a:path>
            </a:pathLst>
          </a:custGeom>
          <a:solidFill>
            <a:srgbClr val="F11212"/>
          </a:solidFill>
        </p:spPr>
        <p:txBody>
          <a:bodyPr wrap="square" lIns="0" tIns="0" rIns="0" bIns="0" rtlCol="0"/>
          <a:lstStyle/>
          <a:p>
            <a:endParaRPr sz="1013"/>
          </a:p>
        </p:txBody>
      </p:sp>
      <p:sp>
        <p:nvSpPr>
          <p:cNvPr id="17" name="object 6">
            <a:extLst>
              <a:ext uri="{FF2B5EF4-FFF2-40B4-BE49-F238E27FC236}">
                <a16:creationId xmlns:a16="http://schemas.microsoft.com/office/drawing/2014/main" id="{B1B3D47F-2C53-4E4B-A632-F9836852D486}"/>
              </a:ext>
            </a:extLst>
          </p:cNvPr>
          <p:cNvSpPr/>
          <p:nvPr/>
        </p:nvSpPr>
        <p:spPr>
          <a:xfrm>
            <a:off x="0" y="0"/>
            <a:ext cx="647700" cy="647700"/>
          </a:xfrm>
          <a:custGeom>
            <a:avLst/>
            <a:gdLst/>
            <a:ahLst/>
            <a:cxnLst/>
            <a:rect l="l" t="t" r="r" b="b"/>
            <a:pathLst>
              <a:path w="863600" h="863600">
                <a:moveTo>
                  <a:pt x="863600" y="0"/>
                </a:moveTo>
                <a:lnTo>
                  <a:pt x="0" y="0"/>
                </a:lnTo>
                <a:lnTo>
                  <a:pt x="0" y="863600"/>
                </a:lnTo>
                <a:lnTo>
                  <a:pt x="863600" y="0"/>
                </a:lnTo>
                <a:close/>
              </a:path>
            </a:pathLst>
          </a:custGeom>
          <a:solidFill>
            <a:srgbClr val="F11212"/>
          </a:solidFill>
        </p:spPr>
        <p:txBody>
          <a:bodyPr wrap="square" lIns="0" tIns="0" rIns="0" bIns="0" rtlCol="0"/>
          <a:lstStyle/>
          <a:p>
            <a:endParaRPr sz="1013"/>
          </a:p>
        </p:txBody>
      </p:sp>
      <p:sp>
        <p:nvSpPr>
          <p:cNvPr id="6" name="Rectangle 5"/>
          <p:cNvSpPr/>
          <p:nvPr/>
        </p:nvSpPr>
        <p:spPr>
          <a:xfrm>
            <a:off x="10832950" y="6443472"/>
            <a:ext cx="1176170" cy="371856"/>
          </a:xfrm>
          <a:prstGeom prst="rect">
            <a:avLst/>
          </a:prstGeom>
          <a:solidFill>
            <a:srgbClr val="161C2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pic>
        <p:nvPicPr>
          <p:cNvPr id="20" name="Picture 19" descr="ww.png">
            <a:extLst>
              <a:ext uri="{FF2B5EF4-FFF2-40B4-BE49-F238E27FC236}">
                <a16:creationId xmlns:a16="http://schemas.microsoft.com/office/drawing/2014/main" id="{BD515A1B-E781-9542-B11E-020D7530B53B}"/>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b="3185"/>
          <a:stretch/>
        </p:blipFill>
        <p:spPr>
          <a:xfrm>
            <a:off x="8912570" y="-1"/>
            <a:ext cx="3279430" cy="6858001"/>
          </a:xfrm>
          <a:prstGeom prst="rect">
            <a:avLst/>
          </a:prstGeom>
        </p:spPr>
      </p:pic>
      <p:sp>
        <p:nvSpPr>
          <p:cNvPr id="18" name="object 6">
            <a:extLst>
              <a:ext uri="{FF2B5EF4-FFF2-40B4-BE49-F238E27FC236}">
                <a16:creationId xmlns:a16="http://schemas.microsoft.com/office/drawing/2014/main" id="{30CB90D7-B2ED-5F4B-9C4A-4C5F388B6601}"/>
              </a:ext>
            </a:extLst>
          </p:cNvPr>
          <p:cNvSpPr/>
          <p:nvPr/>
        </p:nvSpPr>
        <p:spPr>
          <a:xfrm>
            <a:off x="0" y="0"/>
            <a:ext cx="647700" cy="647700"/>
          </a:xfrm>
          <a:custGeom>
            <a:avLst/>
            <a:gdLst/>
            <a:ahLst/>
            <a:cxnLst/>
            <a:rect l="l" t="t" r="r" b="b"/>
            <a:pathLst>
              <a:path w="863600" h="863600">
                <a:moveTo>
                  <a:pt x="863600" y="0"/>
                </a:moveTo>
                <a:lnTo>
                  <a:pt x="0" y="0"/>
                </a:lnTo>
                <a:lnTo>
                  <a:pt x="0" y="863600"/>
                </a:lnTo>
                <a:lnTo>
                  <a:pt x="863600" y="0"/>
                </a:lnTo>
                <a:close/>
              </a:path>
            </a:pathLst>
          </a:custGeom>
          <a:solidFill>
            <a:srgbClr val="F11212"/>
          </a:solidFill>
        </p:spPr>
        <p:txBody>
          <a:bodyPr wrap="square" lIns="0" tIns="0" rIns="0" bIns="0" rtlCol="0"/>
          <a:lstStyle/>
          <a:p>
            <a:endParaRPr sz="1013"/>
          </a:p>
        </p:txBody>
      </p:sp>
      <p:sp>
        <p:nvSpPr>
          <p:cNvPr id="22" name="object 6">
            <a:extLst>
              <a:ext uri="{FF2B5EF4-FFF2-40B4-BE49-F238E27FC236}">
                <a16:creationId xmlns:a16="http://schemas.microsoft.com/office/drawing/2014/main" id="{B3322536-4D68-4C45-93CB-EBED08E3CB52}"/>
              </a:ext>
            </a:extLst>
          </p:cNvPr>
          <p:cNvSpPr/>
          <p:nvPr/>
        </p:nvSpPr>
        <p:spPr>
          <a:xfrm>
            <a:off x="0" y="0"/>
            <a:ext cx="647700" cy="647700"/>
          </a:xfrm>
          <a:custGeom>
            <a:avLst/>
            <a:gdLst/>
            <a:ahLst/>
            <a:cxnLst/>
            <a:rect l="l" t="t" r="r" b="b"/>
            <a:pathLst>
              <a:path w="863600" h="863600">
                <a:moveTo>
                  <a:pt x="863600" y="0"/>
                </a:moveTo>
                <a:lnTo>
                  <a:pt x="0" y="0"/>
                </a:lnTo>
                <a:lnTo>
                  <a:pt x="0" y="863600"/>
                </a:lnTo>
                <a:lnTo>
                  <a:pt x="863600" y="0"/>
                </a:lnTo>
                <a:close/>
              </a:path>
            </a:pathLst>
          </a:custGeom>
          <a:solidFill>
            <a:srgbClr val="F11212"/>
          </a:solidFill>
        </p:spPr>
        <p:txBody>
          <a:bodyPr wrap="square" lIns="0" tIns="0" rIns="0" bIns="0" rtlCol="0"/>
          <a:lstStyle/>
          <a:p>
            <a:endParaRPr sz="1013"/>
          </a:p>
        </p:txBody>
      </p:sp>
      <p:pic>
        <p:nvPicPr>
          <p:cNvPr id="5" name="Picture 4">
            <a:extLst>
              <a:ext uri="{FF2B5EF4-FFF2-40B4-BE49-F238E27FC236}">
                <a16:creationId xmlns:a16="http://schemas.microsoft.com/office/drawing/2014/main" id="{A2289EF4-0CD0-CE40-B328-01966A945EE7}"/>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72571" y="6020571"/>
            <a:ext cx="1280160" cy="259781"/>
          </a:xfrm>
          <a:prstGeom prst="rect">
            <a:avLst/>
          </a:prstGeom>
        </p:spPr>
      </p:pic>
      <p:sp>
        <p:nvSpPr>
          <p:cNvPr id="14" name="object 6">
            <a:extLst>
              <a:ext uri="{FF2B5EF4-FFF2-40B4-BE49-F238E27FC236}">
                <a16:creationId xmlns:a16="http://schemas.microsoft.com/office/drawing/2014/main" id="{8C16838A-F495-2546-9F44-BF6397F12E0C}"/>
              </a:ext>
            </a:extLst>
          </p:cNvPr>
          <p:cNvSpPr/>
          <p:nvPr/>
        </p:nvSpPr>
        <p:spPr>
          <a:xfrm>
            <a:off x="0" y="0"/>
            <a:ext cx="647700" cy="647700"/>
          </a:xfrm>
          <a:custGeom>
            <a:avLst/>
            <a:gdLst/>
            <a:ahLst/>
            <a:cxnLst/>
            <a:rect l="l" t="t" r="r" b="b"/>
            <a:pathLst>
              <a:path w="863600" h="863600">
                <a:moveTo>
                  <a:pt x="863600" y="0"/>
                </a:moveTo>
                <a:lnTo>
                  <a:pt x="0" y="0"/>
                </a:lnTo>
                <a:lnTo>
                  <a:pt x="0" y="863600"/>
                </a:lnTo>
                <a:lnTo>
                  <a:pt x="863600" y="0"/>
                </a:lnTo>
                <a:close/>
              </a:path>
            </a:pathLst>
          </a:custGeom>
          <a:solidFill>
            <a:srgbClr val="F11212"/>
          </a:solidFill>
        </p:spPr>
        <p:txBody>
          <a:bodyPr wrap="square" lIns="0" tIns="0" rIns="0" bIns="0" rtlCol="0"/>
          <a:lstStyle/>
          <a:p>
            <a:endParaRPr sz="1013"/>
          </a:p>
        </p:txBody>
      </p:sp>
      <p:pic>
        <p:nvPicPr>
          <p:cNvPr id="15" name="Picture 14">
            <a:extLst>
              <a:ext uri="{FF2B5EF4-FFF2-40B4-BE49-F238E27FC236}">
                <a16:creationId xmlns:a16="http://schemas.microsoft.com/office/drawing/2014/main" id="{3D4E9A42-40D8-6146-BC40-79DAE6208D29}"/>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72571" y="6020571"/>
            <a:ext cx="1280160" cy="259781"/>
          </a:xfrm>
          <a:prstGeom prst="rect">
            <a:avLst/>
          </a:prstGeom>
        </p:spPr>
      </p:pic>
      <p:sp>
        <p:nvSpPr>
          <p:cNvPr id="19" name="object 6">
            <a:extLst>
              <a:ext uri="{FF2B5EF4-FFF2-40B4-BE49-F238E27FC236}">
                <a16:creationId xmlns:a16="http://schemas.microsoft.com/office/drawing/2014/main" id="{2EF15590-5F1E-D542-BD85-EFD08C30A698}"/>
              </a:ext>
            </a:extLst>
          </p:cNvPr>
          <p:cNvSpPr/>
          <p:nvPr/>
        </p:nvSpPr>
        <p:spPr>
          <a:xfrm>
            <a:off x="0" y="0"/>
            <a:ext cx="647700" cy="647700"/>
          </a:xfrm>
          <a:custGeom>
            <a:avLst/>
            <a:gdLst/>
            <a:ahLst/>
            <a:cxnLst/>
            <a:rect l="l" t="t" r="r" b="b"/>
            <a:pathLst>
              <a:path w="863600" h="863600">
                <a:moveTo>
                  <a:pt x="863600" y="0"/>
                </a:moveTo>
                <a:lnTo>
                  <a:pt x="0" y="0"/>
                </a:lnTo>
                <a:lnTo>
                  <a:pt x="0" y="863600"/>
                </a:lnTo>
                <a:lnTo>
                  <a:pt x="863600" y="0"/>
                </a:lnTo>
                <a:close/>
              </a:path>
            </a:pathLst>
          </a:custGeom>
          <a:solidFill>
            <a:srgbClr val="F11212"/>
          </a:solidFill>
        </p:spPr>
        <p:txBody>
          <a:bodyPr wrap="square" lIns="0" tIns="0" rIns="0" bIns="0" rtlCol="0"/>
          <a:lstStyle/>
          <a:p>
            <a:endParaRPr sz="1013"/>
          </a:p>
        </p:txBody>
      </p:sp>
      <p:pic>
        <p:nvPicPr>
          <p:cNvPr id="21" name="Picture 20">
            <a:extLst>
              <a:ext uri="{FF2B5EF4-FFF2-40B4-BE49-F238E27FC236}">
                <a16:creationId xmlns:a16="http://schemas.microsoft.com/office/drawing/2014/main" id="{67CB4086-1311-4B49-818E-1966244940CA}"/>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72571" y="6020571"/>
            <a:ext cx="1280160" cy="259781"/>
          </a:xfrm>
          <a:prstGeom prst="rect">
            <a:avLst/>
          </a:prstGeom>
        </p:spPr>
      </p:pic>
      <p:sp>
        <p:nvSpPr>
          <p:cNvPr id="24" name="object 6">
            <a:extLst>
              <a:ext uri="{FF2B5EF4-FFF2-40B4-BE49-F238E27FC236}">
                <a16:creationId xmlns:a16="http://schemas.microsoft.com/office/drawing/2014/main" id="{F0122A65-85C0-6541-8107-BF11595575F3}"/>
              </a:ext>
            </a:extLst>
          </p:cNvPr>
          <p:cNvSpPr/>
          <p:nvPr/>
        </p:nvSpPr>
        <p:spPr>
          <a:xfrm>
            <a:off x="0" y="0"/>
            <a:ext cx="647700" cy="647700"/>
          </a:xfrm>
          <a:custGeom>
            <a:avLst/>
            <a:gdLst/>
            <a:ahLst/>
            <a:cxnLst/>
            <a:rect l="l" t="t" r="r" b="b"/>
            <a:pathLst>
              <a:path w="863600" h="863600">
                <a:moveTo>
                  <a:pt x="863600" y="0"/>
                </a:moveTo>
                <a:lnTo>
                  <a:pt x="0" y="0"/>
                </a:lnTo>
                <a:lnTo>
                  <a:pt x="0" y="863600"/>
                </a:lnTo>
                <a:lnTo>
                  <a:pt x="863600" y="0"/>
                </a:lnTo>
                <a:close/>
              </a:path>
            </a:pathLst>
          </a:custGeom>
          <a:solidFill>
            <a:srgbClr val="F11212"/>
          </a:solidFill>
        </p:spPr>
        <p:txBody>
          <a:bodyPr wrap="square" lIns="0" tIns="0" rIns="0" bIns="0" rtlCol="0"/>
          <a:lstStyle/>
          <a:p>
            <a:endParaRPr sz="1013"/>
          </a:p>
        </p:txBody>
      </p:sp>
      <p:pic>
        <p:nvPicPr>
          <p:cNvPr id="25" name="Picture 24">
            <a:extLst>
              <a:ext uri="{FF2B5EF4-FFF2-40B4-BE49-F238E27FC236}">
                <a16:creationId xmlns:a16="http://schemas.microsoft.com/office/drawing/2014/main" id="{46713B90-AF64-CD41-A82E-7B206B39F34E}"/>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72571" y="6020571"/>
            <a:ext cx="1280160" cy="259781"/>
          </a:xfrm>
          <a:prstGeom prst="rect">
            <a:avLst/>
          </a:prstGeom>
        </p:spPr>
      </p:pic>
    </p:spTree>
    <p:extLst>
      <p:ext uri="{BB962C8B-B14F-4D97-AF65-F5344CB8AC3E}">
        <p14:creationId xmlns:p14="http://schemas.microsoft.com/office/powerpoint/2010/main" val="3233678794"/>
      </p:ext>
    </p:extLst>
  </p:cSld>
  <p:clrMapOvr>
    <a:overrideClrMapping bg1="dk1" tx1="lt1" bg2="dk2" tx2="lt2" accent1="accent1" accent2="accent2" accent3="accent3" accent4="accent4" accent5="accent5" accent6="accent6" hlink="hlink" folHlink="folHlink"/>
  </p:clrMapOvr>
  <p:hf hd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Title Slide Layout (Custom Graphic)">
    <p:bg>
      <p:bgPr>
        <a:solidFill>
          <a:schemeClr val="bg2"/>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CB1F99C1-A850-AA46-A3A6-13755C4E5C56}"/>
              </a:ext>
            </a:extLst>
          </p:cNvPr>
          <p:cNvPicPr>
            <a:picLocks noChangeAspect="1"/>
          </p:cNvPicPr>
          <p:nvPr/>
        </p:nvPicPr>
        <p:blipFill>
          <a:blip r:embed="rId2">
            <a:alphaModFix amt="10000"/>
            <a:extLst>
              <a:ext uri="{28A0092B-C50C-407E-A947-70E740481C1C}">
                <a14:useLocalDpi xmlns:a14="http://schemas.microsoft.com/office/drawing/2010/main" val="0"/>
              </a:ext>
            </a:extLst>
          </a:blip>
          <a:stretch>
            <a:fillRect/>
          </a:stretch>
        </p:blipFill>
        <p:spPr>
          <a:xfrm>
            <a:off x="1" y="-36231"/>
            <a:ext cx="8384875" cy="6894231"/>
          </a:xfrm>
          <a:prstGeom prst="rect">
            <a:avLst/>
          </a:prstGeom>
        </p:spPr>
      </p:pic>
      <p:sp>
        <p:nvSpPr>
          <p:cNvPr id="13" name="Title 1"/>
          <p:cNvSpPr>
            <a:spLocks noGrp="1"/>
          </p:cNvSpPr>
          <p:nvPr>
            <p:ph type="ctrTitle" hasCustomPrompt="1"/>
          </p:nvPr>
        </p:nvSpPr>
        <p:spPr>
          <a:xfrm>
            <a:off x="872570" y="2122996"/>
            <a:ext cx="6259750" cy="757130"/>
          </a:xfrm>
        </p:spPr>
        <p:txBody>
          <a:bodyPr anchor="t">
            <a:normAutofit/>
          </a:bodyPr>
          <a:lstStyle>
            <a:lvl1pPr marL="0" algn="l" defTabSz="914126" rtl="0" eaLnBrk="1" latinLnBrk="0" hangingPunct="1">
              <a:lnSpc>
                <a:spcPct val="100000"/>
              </a:lnSpc>
              <a:spcBef>
                <a:spcPct val="0"/>
              </a:spcBef>
              <a:buNone/>
              <a:defRPr lang="en-US" sz="3999" b="1" i="0" kern="1200" baseline="0" dirty="0">
                <a:solidFill>
                  <a:schemeClr val="tx1"/>
                </a:solidFill>
                <a:latin typeface="Arial" charset="0"/>
                <a:ea typeface="+mj-ea"/>
                <a:cs typeface="Arial" charset="0"/>
              </a:defRPr>
            </a:lvl1pPr>
          </a:lstStyle>
          <a:p>
            <a:r>
              <a:rPr lang="en-US" dirty="0"/>
              <a:t>Presentation Title</a:t>
            </a:r>
          </a:p>
        </p:txBody>
      </p:sp>
      <p:sp>
        <p:nvSpPr>
          <p:cNvPr id="12" name="Name, Title, Date"/>
          <p:cNvSpPr>
            <a:spLocks noGrp="1"/>
          </p:cNvSpPr>
          <p:nvPr>
            <p:ph type="subTitle" idx="1" hasCustomPrompt="1"/>
          </p:nvPr>
        </p:nvSpPr>
        <p:spPr>
          <a:xfrm>
            <a:off x="872570" y="4513635"/>
            <a:ext cx="4877066" cy="1092607"/>
          </a:xfrm>
        </p:spPr>
        <p:txBody>
          <a:bodyPr>
            <a:normAutofit/>
          </a:bodyPr>
          <a:lstStyle>
            <a:lvl1pPr marL="0" indent="0" algn="l">
              <a:spcBef>
                <a:spcPts val="300"/>
              </a:spcBef>
              <a:buNone/>
              <a:defRPr lang="en-US" sz="1999" b="0" i="0" kern="1200" baseline="0" dirty="0">
                <a:solidFill>
                  <a:schemeClr val="tx1"/>
                </a:solidFill>
                <a:latin typeface="Arial" charset="0"/>
                <a:ea typeface="Arial" charset="0"/>
                <a:cs typeface="Arial" charset="0"/>
              </a:defRPr>
            </a:lvl1pPr>
            <a:lvl2pPr marL="457063" indent="0" algn="ctr">
              <a:buNone/>
              <a:defRPr sz="1999"/>
            </a:lvl2pPr>
            <a:lvl3pPr marL="914126" indent="0" algn="ctr">
              <a:buNone/>
              <a:defRPr sz="1799"/>
            </a:lvl3pPr>
            <a:lvl4pPr marL="1371189" indent="0" algn="ctr">
              <a:buNone/>
              <a:defRPr sz="1600"/>
            </a:lvl4pPr>
            <a:lvl5pPr marL="1828251" indent="0" algn="ctr">
              <a:buNone/>
              <a:defRPr sz="1600"/>
            </a:lvl5pPr>
            <a:lvl6pPr marL="2285314" indent="0" algn="ctr">
              <a:buNone/>
              <a:defRPr sz="1600"/>
            </a:lvl6pPr>
            <a:lvl7pPr marL="2742377" indent="0" algn="ctr">
              <a:buNone/>
              <a:defRPr sz="1600"/>
            </a:lvl7pPr>
            <a:lvl8pPr marL="3199440" indent="0" algn="ctr">
              <a:buNone/>
              <a:defRPr sz="1600"/>
            </a:lvl8pPr>
            <a:lvl9pPr marL="3656503" indent="0" algn="ctr">
              <a:buNone/>
              <a:defRPr sz="1600"/>
            </a:lvl9pPr>
          </a:lstStyle>
          <a:p>
            <a:r>
              <a:rPr lang="en-US" dirty="0"/>
              <a:t>Name</a:t>
            </a:r>
          </a:p>
          <a:p>
            <a:r>
              <a:rPr lang="en-US" dirty="0"/>
              <a:t>Title</a:t>
            </a:r>
          </a:p>
          <a:p>
            <a:r>
              <a:rPr lang="en-US" dirty="0"/>
              <a:t>Date</a:t>
            </a:r>
          </a:p>
        </p:txBody>
      </p:sp>
      <p:sp>
        <p:nvSpPr>
          <p:cNvPr id="14" name="object 6"/>
          <p:cNvSpPr/>
          <p:nvPr/>
        </p:nvSpPr>
        <p:spPr>
          <a:xfrm>
            <a:off x="0" y="0"/>
            <a:ext cx="647700" cy="647700"/>
          </a:xfrm>
          <a:custGeom>
            <a:avLst/>
            <a:gdLst/>
            <a:ahLst/>
            <a:cxnLst/>
            <a:rect l="l" t="t" r="r" b="b"/>
            <a:pathLst>
              <a:path w="863600" h="863600">
                <a:moveTo>
                  <a:pt x="863600" y="0"/>
                </a:moveTo>
                <a:lnTo>
                  <a:pt x="0" y="0"/>
                </a:lnTo>
                <a:lnTo>
                  <a:pt x="0" y="863600"/>
                </a:lnTo>
                <a:lnTo>
                  <a:pt x="863600" y="0"/>
                </a:lnTo>
                <a:close/>
              </a:path>
            </a:pathLst>
          </a:custGeom>
          <a:solidFill>
            <a:srgbClr val="F11212"/>
          </a:solidFill>
        </p:spPr>
        <p:txBody>
          <a:bodyPr wrap="square" lIns="0" tIns="0" rIns="0" bIns="0" rtlCol="0"/>
          <a:lstStyle/>
          <a:p>
            <a:endParaRPr sz="1013"/>
          </a:p>
        </p:txBody>
      </p:sp>
      <p:sp>
        <p:nvSpPr>
          <p:cNvPr id="16" name="object 6">
            <a:extLst>
              <a:ext uri="{FF2B5EF4-FFF2-40B4-BE49-F238E27FC236}">
                <a16:creationId xmlns:a16="http://schemas.microsoft.com/office/drawing/2014/main" id="{79F46B48-C01A-1340-8C6B-DA07FABAAD3F}"/>
              </a:ext>
            </a:extLst>
          </p:cNvPr>
          <p:cNvSpPr/>
          <p:nvPr/>
        </p:nvSpPr>
        <p:spPr>
          <a:xfrm>
            <a:off x="0" y="0"/>
            <a:ext cx="647700" cy="647700"/>
          </a:xfrm>
          <a:custGeom>
            <a:avLst/>
            <a:gdLst/>
            <a:ahLst/>
            <a:cxnLst/>
            <a:rect l="l" t="t" r="r" b="b"/>
            <a:pathLst>
              <a:path w="863600" h="863600">
                <a:moveTo>
                  <a:pt x="863600" y="0"/>
                </a:moveTo>
                <a:lnTo>
                  <a:pt x="0" y="0"/>
                </a:lnTo>
                <a:lnTo>
                  <a:pt x="0" y="863600"/>
                </a:lnTo>
                <a:lnTo>
                  <a:pt x="863600" y="0"/>
                </a:lnTo>
                <a:close/>
              </a:path>
            </a:pathLst>
          </a:custGeom>
          <a:solidFill>
            <a:srgbClr val="F11212"/>
          </a:solidFill>
        </p:spPr>
        <p:txBody>
          <a:bodyPr wrap="square" lIns="0" tIns="0" rIns="0" bIns="0" rtlCol="0"/>
          <a:lstStyle/>
          <a:p>
            <a:endParaRPr sz="1013"/>
          </a:p>
        </p:txBody>
      </p:sp>
      <p:sp>
        <p:nvSpPr>
          <p:cNvPr id="20" name="object 6">
            <a:extLst>
              <a:ext uri="{FF2B5EF4-FFF2-40B4-BE49-F238E27FC236}">
                <a16:creationId xmlns:a16="http://schemas.microsoft.com/office/drawing/2014/main" id="{529EC48C-88EC-4F48-B6BB-B7BB27D37DBD}"/>
              </a:ext>
            </a:extLst>
          </p:cNvPr>
          <p:cNvSpPr/>
          <p:nvPr/>
        </p:nvSpPr>
        <p:spPr>
          <a:xfrm>
            <a:off x="0" y="0"/>
            <a:ext cx="647700" cy="647700"/>
          </a:xfrm>
          <a:custGeom>
            <a:avLst/>
            <a:gdLst/>
            <a:ahLst/>
            <a:cxnLst/>
            <a:rect l="l" t="t" r="r" b="b"/>
            <a:pathLst>
              <a:path w="863600" h="863600">
                <a:moveTo>
                  <a:pt x="863600" y="0"/>
                </a:moveTo>
                <a:lnTo>
                  <a:pt x="0" y="0"/>
                </a:lnTo>
                <a:lnTo>
                  <a:pt x="0" y="863600"/>
                </a:lnTo>
                <a:lnTo>
                  <a:pt x="863600" y="0"/>
                </a:lnTo>
                <a:close/>
              </a:path>
            </a:pathLst>
          </a:custGeom>
          <a:solidFill>
            <a:srgbClr val="F11212"/>
          </a:solidFill>
        </p:spPr>
        <p:txBody>
          <a:bodyPr wrap="square" lIns="0" tIns="0" rIns="0" bIns="0" rtlCol="0"/>
          <a:lstStyle/>
          <a:p>
            <a:endParaRPr sz="1013"/>
          </a:p>
        </p:txBody>
      </p:sp>
      <p:sp>
        <p:nvSpPr>
          <p:cNvPr id="24" name="object 6">
            <a:extLst>
              <a:ext uri="{FF2B5EF4-FFF2-40B4-BE49-F238E27FC236}">
                <a16:creationId xmlns:a16="http://schemas.microsoft.com/office/drawing/2014/main" id="{14E96798-EC8B-FA4C-AC7D-DE75AF3811AF}"/>
              </a:ext>
            </a:extLst>
          </p:cNvPr>
          <p:cNvSpPr/>
          <p:nvPr/>
        </p:nvSpPr>
        <p:spPr>
          <a:xfrm>
            <a:off x="0" y="0"/>
            <a:ext cx="647700" cy="647700"/>
          </a:xfrm>
          <a:custGeom>
            <a:avLst/>
            <a:gdLst/>
            <a:ahLst/>
            <a:cxnLst/>
            <a:rect l="l" t="t" r="r" b="b"/>
            <a:pathLst>
              <a:path w="863600" h="863600">
                <a:moveTo>
                  <a:pt x="863600" y="0"/>
                </a:moveTo>
                <a:lnTo>
                  <a:pt x="0" y="0"/>
                </a:lnTo>
                <a:lnTo>
                  <a:pt x="0" y="863600"/>
                </a:lnTo>
                <a:lnTo>
                  <a:pt x="863600" y="0"/>
                </a:lnTo>
                <a:close/>
              </a:path>
            </a:pathLst>
          </a:custGeom>
          <a:solidFill>
            <a:srgbClr val="F11212"/>
          </a:solidFill>
        </p:spPr>
        <p:txBody>
          <a:bodyPr wrap="square" lIns="0" tIns="0" rIns="0" bIns="0" rtlCol="0"/>
          <a:lstStyle/>
          <a:p>
            <a:endParaRPr sz="1013"/>
          </a:p>
        </p:txBody>
      </p:sp>
      <p:sp>
        <p:nvSpPr>
          <p:cNvPr id="23" name="Rectangle 22"/>
          <p:cNvSpPr/>
          <p:nvPr/>
        </p:nvSpPr>
        <p:spPr>
          <a:xfrm>
            <a:off x="10832950" y="6443472"/>
            <a:ext cx="1176170" cy="371856"/>
          </a:xfrm>
          <a:prstGeom prst="rect">
            <a:avLst/>
          </a:prstGeom>
          <a:solidFill>
            <a:srgbClr val="161C2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pic>
        <p:nvPicPr>
          <p:cNvPr id="25" name="Picture 24" descr="ww.png">
            <a:extLst>
              <a:ext uri="{FF2B5EF4-FFF2-40B4-BE49-F238E27FC236}">
                <a16:creationId xmlns:a16="http://schemas.microsoft.com/office/drawing/2014/main" id="{6CB568A7-486F-7E43-8841-829B657830D1}"/>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b="3185"/>
          <a:stretch/>
        </p:blipFill>
        <p:spPr>
          <a:xfrm>
            <a:off x="8912570" y="-1"/>
            <a:ext cx="3279430" cy="6858001"/>
          </a:xfrm>
          <a:prstGeom prst="rect">
            <a:avLst/>
          </a:prstGeom>
        </p:spPr>
      </p:pic>
      <p:sp>
        <p:nvSpPr>
          <p:cNvPr id="26" name="object 6">
            <a:extLst>
              <a:ext uri="{FF2B5EF4-FFF2-40B4-BE49-F238E27FC236}">
                <a16:creationId xmlns:a16="http://schemas.microsoft.com/office/drawing/2014/main" id="{55A0589D-3199-824F-BB2E-0165FD1B46B8}"/>
              </a:ext>
            </a:extLst>
          </p:cNvPr>
          <p:cNvSpPr/>
          <p:nvPr/>
        </p:nvSpPr>
        <p:spPr>
          <a:xfrm>
            <a:off x="0" y="0"/>
            <a:ext cx="647700" cy="647700"/>
          </a:xfrm>
          <a:custGeom>
            <a:avLst/>
            <a:gdLst/>
            <a:ahLst/>
            <a:cxnLst/>
            <a:rect l="l" t="t" r="r" b="b"/>
            <a:pathLst>
              <a:path w="863600" h="863600">
                <a:moveTo>
                  <a:pt x="863600" y="0"/>
                </a:moveTo>
                <a:lnTo>
                  <a:pt x="0" y="0"/>
                </a:lnTo>
                <a:lnTo>
                  <a:pt x="0" y="863600"/>
                </a:lnTo>
                <a:lnTo>
                  <a:pt x="863600" y="0"/>
                </a:lnTo>
                <a:close/>
              </a:path>
            </a:pathLst>
          </a:custGeom>
          <a:solidFill>
            <a:srgbClr val="F11212"/>
          </a:solidFill>
        </p:spPr>
        <p:txBody>
          <a:bodyPr wrap="square" lIns="0" tIns="0" rIns="0" bIns="0" rtlCol="0"/>
          <a:lstStyle/>
          <a:p>
            <a:endParaRPr sz="1013"/>
          </a:p>
        </p:txBody>
      </p:sp>
      <p:sp>
        <p:nvSpPr>
          <p:cNvPr id="30" name="object 6">
            <a:extLst>
              <a:ext uri="{FF2B5EF4-FFF2-40B4-BE49-F238E27FC236}">
                <a16:creationId xmlns:a16="http://schemas.microsoft.com/office/drawing/2014/main" id="{4AB8CBEA-6665-9A4C-BAFF-830C38095BF8}"/>
              </a:ext>
            </a:extLst>
          </p:cNvPr>
          <p:cNvSpPr/>
          <p:nvPr/>
        </p:nvSpPr>
        <p:spPr>
          <a:xfrm>
            <a:off x="0" y="0"/>
            <a:ext cx="647700" cy="647700"/>
          </a:xfrm>
          <a:custGeom>
            <a:avLst/>
            <a:gdLst/>
            <a:ahLst/>
            <a:cxnLst/>
            <a:rect l="l" t="t" r="r" b="b"/>
            <a:pathLst>
              <a:path w="863600" h="863600">
                <a:moveTo>
                  <a:pt x="863600" y="0"/>
                </a:moveTo>
                <a:lnTo>
                  <a:pt x="0" y="0"/>
                </a:lnTo>
                <a:lnTo>
                  <a:pt x="0" y="863600"/>
                </a:lnTo>
                <a:lnTo>
                  <a:pt x="863600" y="0"/>
                </a:lnTo>
                <a:close/>
              </a:path>
            </a:pathLst>
          </a:custGeom>
          <a:solidFill>
            <a:srgbClr val="F11212"/>
          </a:solidFill>
        </p:spPr>
        <p:txBody>
          <a:bodyPr wrap="square" lIns="0" tIns="0" rIns="0" bIns="0" rtlCol="0"/>
          <a:lstStyle/>
          <a:p>
            <a:endParaRPr sz="1013"/>
          </a:p>
        </p:txBody>
      </p:sp>
      <p:pic>
        <p:nvPicPr>
          <p:cNvPr id="32" name="Picture 31">
            <a:extLst>
              <a:ext uri="{FF2B5EF4-FFF2-40B4-BE49-F238E27FC236}">
                <a16:creationId xmlns:a16="http://schemas.microsoft.com/office/drawing/2014/main" id="{BBC7CEB1-422C-D04C-9AF5-6F9B7A7142B2}"/>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872571" y="6020571"/>
            <a:ext cx="1280160" cy="259781"/>
          </a:xfrm>
          <a:prstGeom prst="rect">
            <a:avLst/>
          </a:prstGeom>
        </p:spPr>
      </p:pic>
      <p:sp>
        <p:nvSpPr>
          <p:cNvPr id="15" name="object 6">
            <a:extLst>
              <a:ext uri="{FF2B5EF4-FFF2-40B4-BE49-F238E27FC236}">
                <a16:creationId xmlns:a16="http://schemas.microsoft.com/office/drawing/2014/main" id="{C6EFF017-BB71-2946-8429-D5C445CE839E}"/>
              </a:ext>
            </a:extLst>
          </p:cNvPr>
          <p:cNvSpPr/>
          <p:nvPr/>
        </p:nvSpPr>
        <p:spPr>
          <a:xfrm>
            <a:off x="0" y="0"/>
            <a:ext cx="647700" cy="647700"/>
          </a:xfrm>
          <a:custGeom>
            <a:avLst/>
            <a:gdLst/>
            <a:ahLst/>
            <a:cxnLst/>
            <a:rect l="l" t="t" r="r" b="b"/>
            <a:pathLst>
              <a:path w="863600" h="863600">
                <a:moveTo>
                  <a:pt x="863600" y="0"/>
                </a:moveTo>
                <a:lnTo>
                  <a:pt x="0" y="0"/>
                </a:lnTo>
                <a:lnTo>
                  <a:pt x="0" y="863600"/>
                </a:lnTo>
                <a:lnTo>
                  <a:pt x="863600" y="0"/>
                </a:lnTo>
                <a:close/>
              </a:path>
            </a:pathLst>
          </a:custGeom>
          <a:solidFill>
            <a:srgbClr val="F11212"/>
          </a:solidFill>
        </p:spPr>
        <p:txBody>
          <a:bodyPr wrap="square" lIns="0" tIns="0" rIns="0" bIns="0" rtlCol="0"/>
          <a:lstStyle/>
          <a:p>
            <a:endParaRPr sz="1013"/>
          </a:p>
        </p:txBody>
      </p:sp>
      <p:pic>
        <p:nvPicPr>
          <p:cNvPr id="17" name="Picture 16">
            <a:extLst>
              <a:ext uri="{FF2B5EF4-FFF2-40B4-BE49-F238E27FC236}">
                <a16:creationId xmlns:a16="http://schemas.microsoft.com/office/drawing/2014/main" id="{CD59F683-89D6-C24E-B6D3-272BC62A268A}"/>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872571" y="6020571"/>
            <a:ext cx="1280160" cy="259781"/>
          </a:xfrm>
          <a:prstGeom prst="rect">
            <a:avLst/>
          </a:prstGeom>
        </p:spPr>
      </p:pic>
      <p:sp>
        <p:nvSpPr>
          <p:cNvPr id="18" name="object 6">
            <a:extLst>
              <a:ext uri="{FF2B5EF4-FFF2-40B4-BE49-F238E27FC236}">
                <a16:creationId xmlns:a16="http://schemas.microsoft.com/office/drawing/2014/main" id="{BCF7B235-4328-1747-AC5E-57DC6D753214}"/>
              </a:ext>
            </a:extLst>
          </p:cNvPr>
          <p:cNvSpPr/>
          <p:nvPr/>
        </p:nvSpPr>
        <p:spPr>
          <a:xfrm>
            <a:off x="0" y="0"/>
            <a:ext cx="647700" cy="647700"/>
          </a:xfrm>
          <a:custGeom>
            <a:avLst/>
            <a:gdLst/>
            <a:ahLst/>
            <a:cxnLst/>
            <a:rect l="l" t="t" r="r" b="b"/>
            <a:pathLst>
              <a:path w="863600" h="863600">
                <a:moveTo>
                  <a:pt x="863600" y="0"/>
                </a:moveTo>
                <a:lnTo>
                  <a:pt x="0" y="0"/>
                </a:lnTo>
                <a:lnTo>
                  <a:pt x="0" y="863600"/>
                </a:lnTo>
                <a:lnTo>
                  <a:pt x="863600" y="0"/>
                </a:lnTo>
                <a:close/>
              </a:path>
            </a:pathLst>
          </a:custGeom>
          <a:solidFill>
            <a:srgbClr val="F11212"/>
          </a:solidFill>
        </p:spPr>
        <p:txBody>
          <a:bodyPr wrap="square" lIns="0" tIns="0" rIns="0" bIns="0" rtlCol="0"/>
          <a:lstStyle/>
          <a:p>
            <a:endParaRPr sz="1013"/>
          </a:p>
        </p:txBody>
      </p:sp>
      <p:pic>
        <p:nvPicPr>
          <p:cNvPr id="19" name="Picture 18">
            <a:extLst>
              <a:ext uri="{FF2B5EF4-FFF2-40B4-BE49-F238E27FC236}">
                <a16:creationId xmlns:a16="http://schemas.microsoft.com/office/drawing/2014/main" id="{6A880B90-D46C-0D44-8AFE-4A062DD38A79}"/>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872571" y="6020571"/>
            <a:ext cx="1280160" cy="259781"/>
          </a:xfrm>
          <a:prstGeom prst="rect">
            <a:avLst/>
          </a:prstGeom>
        </p:spPr>
      </p:pic>
      <p:sp>
        <p:nvSpPr>
          <p:cNvPr id="21" name="object 6">
            <a:extLst>
              <a:ext uri="{FF2B5EF4-FFF2-40B4-BE49-F238E27FC236}">
                <a16:creationId xmlns:a16="http://schemas.microsoft.com/office/drawing/2014/main" id="{EC8AB604-7AB0-AA4A-8D3F-975F013C2F51}"/>
              </a:ext>
            </a:extLst>
          </p:cNvPr>
          <p:cNvSpPr/>
          <p:nvPr/>
        </p:nvSpPr>
        <p:spPr>
          <a:xfrm>
            <a:off x="0" y="0"/>
            <a:ext cx="647700" cy="647700"/>
          </a:xfrm>
          <a:custGeom>
            <a:avLst/>
            <a:gdLst/>
            <a:ahLst/>
            <a:cxnLst/>
            <a:rect l="l" t="t" r="r" b="b"/>
            <a:pathLst>
              <a:path w="863600" h="863600">
                <a:moveTo>
                  <a:pt x="863600" y="0"/>
                </a:moveTo>
                <a:lnTo>
                  <a:pt x="0" y="0"/>
                </a:lnTo>
                <a:lnTo>
                  <a:pt x="0" y="863600"/>
                </a:lnTo>
                <a:lnTo>
                  <a:pt x="863600" y="0"/>
                </a:lnTo>
                <a:close/>
              </a:path>
            </a:pathLst>
          </a:custGeom>
          <a:solidFill>
            <a:srgbClr val="F11212"/>
          </a:solidFill>
        </p:spPr>
        <p:txBody>
          <a:bodyPr wrap="square" lIns="0" tIns="0" rIns="0" bIns="0" rtlCol="0"/>
          <a:lstStyle/>
          <a:p>
            <a:endParaRPr sz="1013"/>
          </a:p>
        </p:txBody>
      </p:sp>
      <p:pic>
        <p:nvPicPr>
          <p:cNvPr id="22" name="Picture 21">
            <a:extLst>
              <a:ext uri="{FF2B5EF4-FFF2-40B4-BE49-F238E27FC236}">
                <a16:creationId xmlns:a16="http://schemas.microsoft.com/office/drawing/2014/main" id="{4D0C4FA3-D3E2-BF43-880D-3DA206335E12}"/>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872571" y="6020571"/>
            <a:ext cx="1280160" cy="259781"/>
          </a:xfrm>
          <a:prstGeom prst="rect">
            <a:avLst/>
          </a:prstGeom>
        </p:spPr>
      </p:pic>
    </p:spTree>
    <p:extLst>
      <p:ext uri="{BB962C8B-B14F-4D97-AF65-F5344CB8AC3E}">
        <p14:creationId xmlns:p14="http://schemas.microsoft.com/office/powerpoint/2010/main" val="3981591511"/>
      </p:ext>
    </p:extLst>
  </p:cSld>
  <p:clrMapOvr>
    <a:overrideClrMapping bg1="dk1" tx1="lt1" bg2="dk2" tx2="lt2" accent1="accent1" accent2="accent2" accent3="accent3" accent4="accent4" accent5="accent5" accent6="accent6" hlink="hlink" folHlink="folHlink"/>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p:cSld name="Agenda Slide">
    <p:bg>
      <p:bgPr>
        <a:solidFill>
          <a:schemeClr val="bg2"/>
        </a:solidFill>
        <a:effectLst/>
      </p:bgPr>
    </p:bg>
    <p:spTree>
      <p:nvGrpSpPr>
        <p:cNvPr id="1" name=""/>
        <p:cNvGrpSpPr/>
        <p:nvPr/>
      </p:nvGrpSpPr>
      <p:grpSpPr>
        <a:xfrm>
          <a:off x="0" y="0"/>
          <a:ext cx="0" cy="0"/>
          <a:chOff x="0" y="0"/>
          <a:chExt cx="0" cy="0"/>
        </a:xfrm>
      </p:grpSpPr>
      <p:sp>
        <p:nvSpPr>
          <p:cNvPr id="10" name="object 6"/>
          <p:cNvSpPr/>
          <p:nvPr/>
        </p:nvSpPr>
        <p:spPr>
          <a:xfrm>
            <a:off x="0" y="0"/>
            <a:ext cx="647700" cy="647700"/>
          </a:xfrm>
          <a:custGeom>
            <a:avLst/>
            <a:gdLst/>
            <a:ahLst/>
            <a:cxnLst/>
            <a:rect l="l" t="t" r="r" b="b"/>
            <a:pathLst>
              <a:path w="863600" h="863600">
                <a:moveTo>
                  <a:pt x="863600" y="0"/>
                </a:moveTo>
                <a:lnTo>
                  <a:pt x="0" y="0"/>
                </a:lnTo>
                <a:lnTo>
                  <a:pt x="0" y="863600"/>
                </a:lnTo>
                <a:lnTo>
                  <a:pt x="863600" y="0"/>
                </a:lnTo>
                <a:close/>
              </a:path>
            </a:pathLst>
          </a:custGeom>
          <a:solidFill>
            <a:srgbClr val="F11212"/>
          </a:solidFill>
        </p:spPr>
        <p:txBody>
          <a:bodyPr wrap="square" lIns="0" tIns="0" rIns="0" bIns="0" rtlCol="0"/>
          <a:lstStyle/>
          <a:p>
            <a:endParaRPr sz="1013"/>
          </a:p>
        </p:txBody>
      </p:sp>
      <p:pic>
        <p:nvPicPr>
          <p:cNvPr id="11" name="Picture 10" descr="ww.png"/>
          <p:cNvPicPr>
            <a:picLocks noChangeAspect="1"/>
          </p:cNvPicPr>
          <p:nvPr/>
        </p:nvPicPr>
        <p:blipFill rotWithShape="1">
          <a:blip r:embed="rId2" cstate="print">
            <a:extLst>
              <a:ext uri="{28A0092B-C50C-407E-A947-70E740481C1C}">
                <a14:useLocalDpi xmlns:a14="http://schemas.microsoft.com/office/drawing/2010/main" val="0"/>
              </a:ext>
            </a:extLst>
          </a:blip>
          <a:srcRect b="3185"/>
          <a:stretch/>
        </p:blipFill>
        <p:spPr>
          <a:xfrm>
            <a:off x="8912570" y="2"/>
            <a:ext cx="3279430" cy="6858001"/>
          </a:xfrm>
          <a:prstGeom prst="rect">
            <a:avLst/>
          </a:prstGeom>
        </p:spPr>
      </p:pic>
      <p:sp>
        <p:nvSpPr>
          <p:cNvPr id="7" name="Title 1">
            <a:extLst>
              <a:ext uri="{FF2B5EF4-FFF2-40B4-BE49-F238E27FC236}">
                <a16:creationId xmlns:a16="http://schemas.microsoft.com/office/drawing/2014/main" id="{E89E807F-F94B-F442-B5BC-972820E2E7DF}"/>
              </a:ext>
            </a:extLst>
          </p:cNvPr>
          <p:cNvSpPr>
            <a:spLocks noGrp="1"/>
          </p:cNvSpPr>
          <p:nvPr>
            <p:ph type="title" hasCustomPrompt="1"/>
          </p:nvPr>
        </p:nvSpPr>
        <p:spPr>
          <a:xfrm>
            <a:off x="621793" y="210312"/>
            <a:ext cx="10541508" cy="502920"/>
          </a:xfrm>
        </p:spPr>
        <p:txBody>
          <a:bodyPr/>
          <a:lstStyle>
            <a:lvl1pPr>
              <a:defRPr/>
            </a:lvl1pPr>
          </a:lstStyle>
          <a:p>
            <a:r>
              <a:rPr lang="en-US" dirty="0"/>
              <a:t>Agenda Slide</a:t>
            </a:r>
          </a:p>
        </p:txBody>
      </p:sp>
      <p:sp>
        <p:nvSpPr>
          <p:cNvPr id="8" name="Content Placeholder 2">
            <a:extLst>
              <a:ext uri="{FF2B5EF4-FFF2-40B4-BE49-F238E27FC236}">
                <a16:creationId xmlns:a16="http://schemas.microsoft.com/office/drawing/2014/main" id="{9A49FD6F-DB7C-B74F-8B28-DE0F77ACFB62}"/>
              </a:ext>
            </a:extLst>
          </p:cNvPr>
          <p:cNvSpPr>
            <a:spLocks noGrp="1"/>
          </p:cNvSpPr>
          <p:nvPr>
            <p:ph idx="1" hasCustomPrompt="1"/>
          </p:nvPr>
        </p:nvSpPr>
        <p:spPr>
          <a:xfrm>
            <a:off x="647700" y="1463040"/>
            <a:ext cx="10515600" cy="4759404"/>
          </a:xfrm>
        </p:spPr>
        <p:txBody>
          <a:bodyPr>
            <a:normAutofit/>
          </a:bodyPr>
          <a:lstStyle>
            <a:lvl1pPr>
              <a:lnSpc>
                <a:spcPct val="150000"/>
              </a:lnSpc>
              <a:defRPr sz="2799" b="0" baseline="0">
                <a:solidFill>
                  <a:schemeClr val="tx1"/>
                </a:solidFill>
              </a:defRPr>
            </a:lvl1pPr>
            <a:lvl2pPr>
              <a:defRPr>
                <a:solidFill>
                  <a:schemeClr val="accent3">
                    <a:lumMod val="50000"/>
                  </a:schemeClr>
                </a:solidFill>
              </a:defRPr>
            </a:lvl2pPr>
            <a:lvl3pPr>
              <a:defRPr sz="1600">
                <a:solidFill>
                  <a:schemeClr val="accent3">
                    <a:lumMod val="50000"/>
                  </a:schemeClr>
                </a:solidFill>
              </a:defRPr>
            </a:lvl3pPr>
            <a:lvl4pPr>
              <a:defRPr sz="1400">
                <a:solidFill>
                  <a:schemeClr val="accent3">
                    <a:lumMod val="50000"/>
                  </a:schemeClr>
                </a:solidFill>
              </a:defRPr>
            </a:lvl4pPr>
            <a:lvl5pPr>
              <a:tabLst>
                <a:tab pos="2626525" algn="l"/>
              </a:tabLst>
              <a:defRPr sz="1400">
                <a:solidFill>
                  <a:schemeClr val="accent3">
                    <a:lumMod val="50000"/>
                  </a:schemeClr>
                </a:solidFill>
              </a:defRPr>
            </a:lvl5pPr>
          </a:lstStyle>
          <a:p>
            <a:pPr lvl="0"/>
            <a:r>
              <a:rPr lang="en-US" dirty="0"/>
              <a:t>Agenda Item 1</a:t>
            </a:r>
          </a:p>
          <a:p>
            <a:pPr lvl="0"/>
            <a:r>
              <a:rPr lang="en-US" dirty="0"/>
              <a:t>Agenda Item 2</a:t>
            </a:r>
          </a:p>
          <a:p>
            <a:pPr lvl="0"/>
            <a:r>
              <a:rPr lang="en-US" dirty="0"/>
              <a:t>Agenda Item 3</a:t>
            </a:r>
          </a:p>
          <a:p>
            <a:pPr lvl="0"/>
            <a:r>
              <a:rPr lang="en-US" dirty="0"/>
              <a:t>Agenda Item 4</a:t>
            </a:r>
          </a:p>
        </p:txBody>
      </p:sp>
      <p:sp>
        <p:nvSpPr>
          <p:cNvPr id="9" name="Slide Number Placeholder 8">
            <a:extLst>
              <a:ext uri="{FF2B5EF4-FFF2-40B4-BE49-F238E27FC236}">
                <a16:creationId xmlns:a16="http://schemas.microsoft.com/office/drawing/2014/main" id="{94FEC80D-D41B-2941-AA64-3734E35A7DC4}"/>
              </a:ext>
            </a:extLst>
          </p:cNvPr>
          <p:cNvSpPr>
            <a:spLocks noGrp="1"/>
          </p:cNvSpPr>
          <p:nvPr>
            <p:ph type="sldNum" sz="quarter" idx="10"/>
          </p:nvPr>
        </p:nvSpPr>
        <p:spPr>
          <a:xfrm>
            <a:off x="647700" y="6356352"/>
            <a:ext cx="2743200" cy="365125"/>
          </a:xfrm>
        </p:spPr>
        <p:txBody>
          <a:bodyPr/>
          <a:lstStyle/>
          <a:p>
            <a:r>
              <a:rPr lang="en-US"/>
              <a:t>&gt;&gt; </a:t>
            </a:r>
            <a:fld id="{626C978B-826E-438C-909A-E9C381D3FF04}" type="slidenum">
              <a:rPr lang="en-US" smtClean="0"/>
              <a:pPr/>
              <a:t>‹#›</a:t>
            </a:fld>
            <a:endParaRPr lang="en-US" dirty="0"/>
          </a:p>
        </p:txBody>
      </p:sp>
      <p:sp>
        <p:nvSpPr>
          <p:cNvPr id="14" name="object 6">
            <a:extLst>
              <a:ext uri="{FF2B5EF4-FFF2-40B4-BE49-F238E27FC236}">
                <a16:creationId xmlns:a16="http://schemas.microsoft.com/office/drawing/2014/main" id="{4ED245F3-5FE2-8B4D-AEBC-08059B7700D5}"/>
              </a:ext>
            </a:extLst>
          </p:cNvPr>
          <p:cNvSpPr/>
          <p:nvPr/>
        </p:nvSpPr>
        <p:spPr>
          <a:xfrm>
            <a:off x="0" y="0"/>
            <a:ext cx="647700" cy="647700"/>
          </a:xfrm>
          <a:custGeom>
            <a:avLst/>
            <a:gdLst/>
            <a:ahLst/>
            <a:cxnLst/>
            <a:rect l="l" t="t" r="r" b="b"/>
            <a:pathLst>
              <a:path w="863600" h="863600">
                <a:moveTo>
                  <a:pt x="863600" y="0"/>
                </a:moveTo>
                <a:lnTo>
                  <a:pt x="0" y="0"/>
                </a:lnTo>
                <a:lnTo>
                  <a:pt x="0" y="863600"/>
                </a:lnTo>
                <a:lnTo>
                  <a:pt x="863600" y="0"/>
                </a:lnTo>
                <a:close/>
              </a:path>
            </a:pathLst>
          </a:custGeom>
          <a:solidFill>
            <a:srgbClr val="F11212"/>
          </a:solidFill>
        </p:spPr>
        <p:txBody>
          <a:bodyPr wrap="square" lIns="0" tIns="0" rIns="0" bIns="0" rtlCol="0"/>
          <a:lstStyle/>
          <a:p>
            <a:endParaRPr sz="1013"/>
          </a:p>
        </p:txBody>
      </p:sp>
      <p:sp>
        <p:nvSpPr>
          <p:cNvPr id="19" name="object 6">
            <a:extLst>
              <a:ext uri="{FF2B5EF4-FFF2-40B4-BE49-F238E27FC236}">
                <a16:creationId xmlns:a16="http://schemas.microsoft.com/office/drawing/2014/main" id="{EEB66CA7-5B90-DE44-B07F-CDF1B056C556}"/>
              </a:ext>
            </a:extLst>
          </p:cNvPr>
          <p:cNvSpPr/>
          <p:nvPr/>
        </p:nvSpPr>
        <p:spPr>
          <a:xfrm>
            <a:off x="0" y="0"/>
            <a:ext cx="647700" cy="647700"/>
          </a:xfrm>
          <a:custGeom>
            <a:avLst/>
            <a:gdLst/>
            <a:ahLst/>
            <a:cxnLst/>
            <a:rect l="l" t="t" r="r" b="b"/>
            <a:pathLst>
              <a:path w="863600" h="863600">
                <a:moveTo>
                  <a:pt x="863600" y="0"/>
                </a:moveTo>
                <a:lnTo>
                  <a:pt x="0" y="0"/>
                </a:lnTo>
                <a:lnTo>
                  <a:pt x="0" y="863600"/>
                </a:lnTo>
                <a:lnTo>
                  <a:pt x="863600" y="0"/>
                </a:lnTo>
                <a:close/>
              </a:path>
            </a:pathLst>
          </a:custGeom>
          <a:solidFill>
            <a:srgbClr val="F11212"/>
          </a:solidFill>
        </p:spPr>
        <p:txBody>
          <a:bodyPr wrap="square" lIns="0" tIns="0" rIns="0" bIns="0" rtlCol="0"/>
          <a:lstStyle/>
          <a:p>
            <a:endParaRPr sz="1013"/>
          </a:p>
        </p:txBody>
      </p:sp>
      <p:sp>
        <p:nvSpPr>
          <p:cNvPr id="23" name="object 6">
            <a:extLst>
              <a:ext uri="{FF2B5EF4-FFF2-40B4-BE49-F238E27FC236}">
                <a16:creationId xmlns:a16="http://schemas.microsoft.com/office/drawing/2014/main" id="{9C841668-2641-8344-93D0-BFAF1E0B06C9}"/>
              </a:ext>
            </a:extLst>
          </p:cNvPr>
          <p:cNvSpPr/>
          <p:nvPr/>
        </p:nvSpPr>
        <p:spPr>
          <a:xfrm>
            <a:off x="0" y="0"/>
            <a:ext cx="647700" cy="647700"/>
          </a:xfrm>
          <a:custGeom>
            <a:avLst/>
            <a:gdLst/>
            <a:ahLst/>
            <a:cxnLst/>
            <a:rect l="l" t="t" r="r" b="b"/>
            <a:pathLst>
              <a:path w="863600" h="863600">
                <a:moveTo>
                  <a:pt x="863600" y="0"/>
                </a:moveTo>
                <a:lnTo>
                  <a:pt x="0" y="0"/>
                </a:lnTo>
                <a:lnTo>
                  <a:pt x="0" y="863600"/>
                </a:lnTo>
                <a:lnTo>
                  <a:pt x="863600" y="0"/>
                </a:lnTo>
                <a:close/>
              </a:path>
            </a:pathLst>
          </a:custGeom>
          <a:solidFill>
            <a:srgbClr val="F11212"/>
          </a:solidFill>
        </p:spPr>
        <p:txBody>
          <a:bodyPr wrap="square" lIns="0" tIns="0" rIns="0" bIns="0" rtlCol="0"/>
          <a:lstStyle/>
          <a:p>
            <a:endParaRPr sz="1013"/>
          </a:p>
        </p:txBody>
      </p:sp>
      <p:sp>
        <p:nvSpPr>
          <p:cNvPr id="27" name="object 6">
            <a:extLst>
              <a:ext uri="{FF2B5EF4-FFF2-40B4-BE49-F238E27FC236}">
                <a16:creationId xmlns:a16="http://schemas.microsoft.com/office/drawing/2014/main" id="{F5A8D482-5528-2243-9F47-5B9C75E8D18E}"/>
              </a:ext>
            </a:extLst>
          </p:cNvPr>
          <p:cNvSpPr/>
          <p:nvPr/>
        </p:nvSpPr>
        <p:spPr>
          <a:xfrm>
            <a:off x="0" y="0"/>
            <a:ext cx="647700" cy="647700"/>
          </a:xfrm>
          <a:custGeom>
            <a:avLst/>
            <a:gdLst/>
            <a:ahLst/>
            <a:cxnLst/>
            <a:rect l="l" t="t" r="r" b="b"/>
            <a:pathLst>
              <a:path w="863600" h="863600">
                <a:moveTo>
                  <a:pt x="863600" y="0"/>
                </a:moveTo>
                <a:lnTo>
                  <a:pt x="0" y="0"/>
                </a:lnTo>
                <a:lnTo>
                  <a:pt x="0" y="863600"/>
                </a:lnTo>
                <a:lnTo>
                  <a:pt x="863600" y="0"/>
                </a:lnTo>
                <a:close/>
              </a:path>
            </a:pathLst>
          </a:custGeom>
          <a:solidFill>
            <a:srgbClr val="F11212"/>
          </a:solidFill>
        </p:spPr>
        <p:txBody>
          <a:bodyPr wrap="square" lIns="0" tIns="0" rIns="0" bIns="0" rtlCol="0"/>
          <a:lstStyle/>
          <a:p>
            <a:endParaRPr sz="1013"/>
          </a:p>
        </p:txBody>
      </p:sp>
      <p:sp>
        <p:nvSpPr>
          <p:cNvPr id="31" name="object 6">
            <a:extLst>
              <a:ext uri="{FF2B5EF4-FFF2-40B4-BE49-F238E27FC236}">
                <a16:creationId xmlns:a16="http://schemas.microsoft.com/office/drawing/2014/main" id="{01786C18-A62A-8D40-BE6D-E91ED01BEB52}"/>
              </a:ext>
            </a:extLst>
          </p:cNvPr>
          <p:cNvSpPr/>
          <p:nvPr/>
        </p:nvSpPr>
        <p:spPr>
          <a:xfrm>
            <a:off x="0" y="0"/>
            <a:ext cx="647700" cy="647700"/>
          </a:xfrm>
          <a:custGeom>
            <a:avLst/>
            <a:gdLst/>
            <a:ahLst/>
            <a:cxnLst/>
            <a:rect l="l" t="t" r="r" b="b"/>
            <a:pathLst>
              <a:path w="863600" h="863600">
                <a:moveTo>
                  <a:pt x="863600" y="0"/>
                </a:moveTo>
                <a:lnTo>
                  <a:pt x="0" y="0"/>
                </a:lnTo>
                <a:lnTo>
                  <a:pt x="0" y="863600"/>
                </a:lnTo>
                <a:lnTo>
                  <a:pt x="863600" y="0"/>
                </a:lnTo>
                <a:close/>
              </a:path>
            </a:pathLst>
          </a:custGeom>
          <a:solidFill>
            <a:srgbClr val="F11212"/>
          </a:solidFill>
        </p:spPr>
        <p:txBody>
          <a:bodyPr wrap="square" lIns="0" tIns="0" rIns="0" bIns="0" rtlCol="0"/>
          <a:lstStyle/>
          <a:p>
            <a:endParaRPr sz="1013"/>
          </a:p>
        </p:txBody>
      </p:sp>
      <p:pic>
        <p:nvPicPr>
          <p:cNvPr id="35" name="Picture 34">
            <a:extLst>
              <a:ext uri="{FF2B5EF4-FFF2-40B4-BE49-F238E27FC236}">
                <a16:creationId xmlns:a16="http://schemas.microsoft.com/office/drawing/2014/main" id="{5D2F0128-2932-DB49-BB4F-4E6C92A36F96}"/>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989131" y="6515519"/>
            <a:ext cx="950976" cy="192980"/>
          </a:xfrm>
          <a:prstGeom prst="rect">
            <a:avLst/>
          </a:prstGeom>
        </p:spPr>
      </p:pic>
      <p:sp>
        <p:nvSpPr>
          <p:cNvPr id="15" name="object 6">
            <a:extLst>
              <a:ext uri="{FF2B5EF4-FFF2-40B4-BE49-F238E27FC236}">
                <a16:creationId xmlns:a16="http://schemas.microsoft.com/office/drawing/2014/main" id="{C4518266-97F4-5E48-8B44-08654EC29691}"/>
              </a:ext>
            </a:extLst>
          </p:cNvPr>
          <p:cNvSpPr/>
          <p:nvPr/>
        </p:nvSpPr>
        <p:spPr>
          <a:xfrm>
            <a:off x="0" y="0"/>
            <a:ext cx="647700" cy="647700"/>
          </a:xfrm>
          <a:custGeom>
            <a:avLst/>
            <a:gdLst/>
            <a:ahLst/>
            <a:cxnLst/>
            <a:rect l="l" t="t" r="r" b="b"/>
            <a:pathLst>
              <a:path w="863600" h="863600">
                <a:moveTo>
                  <a:pt x="863600" y="0"/>
                </a:moveTo>
                <a:lnTo>
                  <a:pt x="0" y="0"/>
                </a:lnTo>
                <a:lnTo>
                  <a:pt x="0" y="863600"/>
                </a:lnTo>
                <a:lnTo>
                  <a:pt x="863600" y="0"/>
                </a:lnTo>
                <a:close/>
              </a:path>
            </a:pathLst>
          </a:custGeom>
          <a:solidFill>
            <a:srgbClr val="F11212"/>
          </a:solidFill>
        </p:spPr>
        <p:txBody>
          <a:bodyPr wrap="square" lIns="0" tIns="0" rIns="0" bIns="0" rtlCol="0"/>
          <a:lstStyle/>
          <a:p>
            <a:endParaRPr sz="1013"/>
          </a:p>
        </p:txBody>
      </p:sp>
      <p:pic>
        <p:nvPicPr>
          <p:cNvPr id="17" name="Picture 16">
            <a:extLst>
              <a:ext uri="{FF2B5EF4-FFF2-40B4-BE49-F238E27FC236}">
                <a16:creationId xmlns:a16="http://schemas.microsoft.com/office/drawing/2014/main" id="{0BDBBB27-6F71-7C43-BFA5-6B2E8E1AC9AE}"/>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989131" y="6515519"/>
            <a:ext cx="950976" cy="192980"/>
          </a:xfrm>
          <a:prstGeom prst="rect">
            <a:avLst/>
          </a:prstGeom>
        </p:spPr>
      </p:pic>
      <p:sp>
        <p:nvSpPr>
          <p:cNvPr id="18" name="object 6">
            <a:extLst>
              <a:ext uri="{FF2B5EF4-FFF2-40B4-BE49-F238E27FC236}">
                <a16:creationId xmlns:a16="http://schemas.microsoft.com/office/drawing/2014/main" id="{33854958-1BAD-BE47-ACAC-E9903DAE90C1}"/>
              </a:ext>
            </a:extLst>
          </p:cNvPr>
          <p:cNvSpPr/>
          <p:nvPr/>
        </p:nvSpPr>
        <p:spPr>
          <a:xfrm>
            <a:off x="0" y="0"/>
            <a:ext cx="647700" cy="647700"/>
          </a:xfrm>
          <a:custGeom>
            <a:avLst/>
            <a:gdLst/>
            <a:ahLst/>
            <a:cxnLst/>
            <a:rect l="l" t="t" r="r" b="b"/>
            <a:pathLst>
              <a:path w="863600" h="863600">
                <a:moveTo>
                  <a:pt x="863600" y="0"/>
                </a:moveTo>
                <a:lnTo>
                  <a:pt x="0" y="0"/>
                </a:lnTo>
                <a:lnTo>
                  <a:pt x="0" y="863600"/>
                </a:lnTo>
                <a:lnTo>
                  <a:pt x="863600" y="0"/>
                </a:lnTo>
                <a:close/>
              </a:path>
            </a:pathLst>
          </a:custGeom>
          <a:solidFill>
            <a:srgbClr val="F11212"/>
          </a:solidFill>
        </p:spPr>
        <p:txBody>
          <a:bodyPr wrap="square" lIns="0" tIns="0" rIns="0" bIns="0" rtlCol="0"/>
          <a:lstStyle/>
          <a:p>
            <a:endParaRPr sz="1013"/>
          </a:p>
        </p:txBody>
      </p:sp>
      <p:pic>
        <p:nvPicPr>
          <p:cNvPr id="21" name="Picture 20">
            <a:extLst>
              <a:ext uri="{FF2B5EF4-FFF2-40B4-BE49-F238E27FC236}">
                <a16:creationId xmlns:a16="http://schemas.microsoft.com/office/drawing/2014/main" id="{98B423B7-B99A-5744-8625-DC9058672613}"/>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989131" y="6515519"/>
            <a:ext cx="950976" cy="192980"/>
          </a:xfrm>
          <a:prstGeom prst="rect">
            <a:avLst/>
          </a:prstGeom>
        </p:spPr>
      </p:pic>
      <p:sp>
        <p:nvSpPr>
          <p:cNvPr id="22" name="object 6">
            <a:extLst>
              <a:ext uri="{FF2B5EF4-FFF2-40B4-BE49-F238E27FC236}">
                <a16:creationId xmlns:a16="http://schemas.microsoft.com/office/drawing/2014/main" id="{838CE688-24EB-EF4C-8127-F226875D5747}"/>
              </a:ext>
            </a:extLst>
          </p:cNvPr>
          <p:cNvSpPr/>
          <p:nvPr/>
        </p:nvSpPr>
        <p:spPr>
          <a:xfrm>
            <a:off x="0" y="0"/>
            <a:ext cx="647700" cy="647700"/>
          </a:xfrm>
          <a:custGeom>
            <a:avLst/>
            <a:gdLst/>
            <a:ahLst/>
            <a:cxnLst/>
            <a:rect l="l" t="t" r="r" b="b"/>
            <a:pathLst>
              <a:path w="863600" h="863600">
                <a:moveTo>
                  <a:pt x="863600" y="0"/>
                </a:moveTo>
                <a:lnTo>
                  <a:pt x="0" y="0"/>
                </a:lnTo>
                <a:lnTo>
                  <a:pt x="0" y="863600"/>
                </a:lnTo>
                <a:lnTo>
                  <a:pt x="863600" y="0"/>
                </a:lnTo>
                <a:close/>
              </a:path>
            </a:pathLst>
          </a:custGeom>
          <a:solidFill>
            <a:srgbClr val="F11212"/>
          </a:solidFill>
        </p:spPr>
        <p:txBody>
          <a:bodyPr wrap="square" lIns="0" tIns="0" rIns="0" bIns="0" rtlCol="0"/>
          <a:lstStyle/>
          <a:p>
            <a:endParaRPr sz="1013"/>
          </a:p>
        </p:txBody>
      </p:sp>
      <p:pic>
        <p:nvPicPr>
          <p:cNvPr id="25" name="Picture 24">
            <a:extLst>
              <a:ext uri="{FF2B5EF4-FFF2-40B4-BE49-F238E27FC236}">
                <a16:creationId xmlns:a16="http://schemas.microsoft.com/office/drawing/2014/main" id="{B76E6D9E-81DB-064A-A067-E1DB17AB7CD7}"/>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989131" y="6515519"/>
            <a:ext cx="950976" cy="192980"/>
          </a:xfrm>
          <a:prstGeom prst="rect">
            <a:avLst/>
          </a:prstGeom>
        </p:spPr>
      </p:pic>
    </p:spTree>
    <p:extLst>
      <p:ext uri="{BB962C8B-B14F-4D97-AF65-F5344CB8AC3E}">
        <p14:creationId xmlns:p14="http://schemas.microsoft.com/office/powerpoint/2010/main" val="2466374148"/>
      </p:ext>
    </p:extLst>
  </p:cSld>
  <p:clrMapOvr>
    <a:overrideClrMapping bg1="dk1" tx1="lt1" bg2="dk2" tx2="lt2" accent1="accent1" accent2="accent2" accent3="accent3" accent4="accent4" accent5="accent5" accent6="accent6" hlink="hlink" folHlink="folHlink"/>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a:t>Click to edit Master title style</a:t>
            </a:r>
            <a:endParaRPr lang="en-US"/>
          </a:p>
        </p:txBody>
      </p:sp>
      <p:sp>
        <p:nvSpPr>
          <p:cNvPr id="3" name="Content Placeholder 2"/>
          <p:cNvSpPr>
            <a:spLocks noGrp="1"/>
          </p:cNvSpPr>
          <p:nvPr>
            <p:ph idx="1"/>
          </p:nvPr>
        </p:nvSpPr>
        <p:spPr>
          <a:xfrm>
            <a:off x="647700" y="1463040"/>
            <a:ext cx="10515600" cy="4759404"/>
          </a:xfrm>
        </p:spPr>
        <p:txBody>
          <a:bodyPr/>
          <a:lstStyle>
            <a:lvl1pPr>
              <a:defRPr>
                <a:solidFill>
                  <a:schemeClr val="tx1"/>
                </a:solidFill>
              </a:defRPr>
            </a:lvl1pPr>
            <a:lvl2pPr>
              <a:defRPr>
                <a:solidFill>
                  <a:schemeClr val="tx1"/>
                </a:solidFill>
              </a:defRPr>
            </a:lvl2pPr>
            <a:lvl3pPr>
              <a:defRPr sz="1600">
                <a:solidFill>
                  <a:schemeClr val="tx1"/>
                </a:solidFill>
              </a:defRPr>
            </a:lvl3pPr>
            <a:lvl4pPr>
              <a:defRPr sz="1400">
                <a:solidFill>
                  <a:schemeClr val="tx1"/>
                </a:solidFill>
              </a:defRPr>
            </a:lvl4pPr>
            <a:lvl5pPr>
              <a:tabLst>
                <a:tab pos="2626525" algn="l"/>
              </a:tabLst>
              <a:defRPr sz="1400">
                <a:solidFill>
                  <a:schemeClr val="tx1"/>
                </a:solidFill>
              </a:defRPr>
            </a:lvl5pPr>
          </a:lstStyle>
          <a:p>
            <a:pPr lvl="0"/>
            <a:r>
              <a:rPr lang="en-US" altLang="zh-CN"/>
              <a:t>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9" name="Slide Number Placeholder 8"/>
          <p:cNvSpPr>
            <a:spLocks noGrp="1"/>
          </p:cNvSpPr>
          <p:nvPr>
            <p:ph type="sldNum" sz="quarter" idx="10"/>
          </p:nvPr>
        </p:nvSpPr>
        <p:spPr/>
        <p:txBody>
          <a:bodyPr/>
          <a:lstStyle/>
          <a:p>
            <a:pPr>
              <a:defRPr/>
            </a:pPr>
            <a:r>
              <a:rPr lang="en-US"/>
              <a:t>Data Types 14- </a:t>
            </a:r>
            <a:fld id="{060BD193-E118-4B16-863C-C8C12C675E3E}" type="slidenum">
              <a:rPr lang="en-US" smtClean="0"/>
              <a:pPr>
                <a:defRPr/>
              </a:pPr>
              <a:t>‹#›</a:t>
            </a:fld>
            <a:endParaRPr lang="en-US" dirty="0"/>
          </a:p>
        </p:txBody>
      </p:sp>
      <p:pic>
        <p:nvPicPr>
          <p:cNvPr id="5" name="Picture 4" descr="1.png"/>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017001" y="0"/>
            <a:ext cx="3175000" cy="6858000"/>
          </a:xfrm>
          <a:prstGeom prst="rect">
            <a:avLst/>
          </a:prstGeom>
        </p:spPr>
      </p:pic>
    </p:spTree>
    <p:extLst>
      <p:ext uri="{BB962C8B-B14F-4D97-AF65-F5344CB8AC3E}">
        <p14:creationId xmlns:p14="http://schemas.microsoft.com/office/powerpoint/2010/main" val="3883156299"/>
      </p:ext>
    </p:extLst>
  </p:cSld>
  <p:clrMapOvr>
    <a:masterClrMapping/>
  </p:clrMapOvr>
  <p:hf hdr="0" dt="0"/>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Title and Content (WHIT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a:t>Click to edit Master title style</a:t>
            </a:r>
            <a:endParaRPr lang="en-US"/>
          </a:p>
        </p:txBody>
      </p:sp>
      <p:sp>
        <p:nvSpPr>
          <p:cNvPr id="3" name="Content Placeholder 2"/>
          <p:cNvSpPr>
            <a:spLocks noGrp="1"/>
          </p:cNvSpPr>
          <p:nvPr>
            <p:ph idx="1"/>
          </p:nvPr>
        </p:nvSpPr>
        <p:spPr>
          <a:xfrm>
            <a:off x="647700" y="1463040"/>
            <a:ext cx="10515600" cy="4759404"/>
          </a:xfrm>
        </p:spPr>
        <p:txBody>
          <a:bodyPr/>
          <a:lstStyle>
            <a:lvl1pPr>
              <a:defRPr>
                <a:solidFill>
                  <a:schemeClr val="tx1"/>
                </a:solidFill>
              </a:defRPr>
            </a:lvl1pPr>
            <a:lvl2pPr>
              <a:defRPr>
                <a:solidFill>
                  <a:schemeClr val="tx1"/>
                </a:solidFill>
              </a:defRPr>
            </a:lvl2pPr>
            <a:lvl3pPr>
              <a:defRPr sz="1600">
                <a:solidFill>
                  <a:schemeClr val="tx1"/>
                </a:solidFill>
              </a:defRPr>
            </a:lvl3pPr>
            <a:lvl4pPr>
              <a:defRPr sz="1400">
                <a:solidFill>
                  <a:schemeClr val="tx1"/>
                </a:solidFill>
              </a:defRPr>
            </a:lvl4pPr>
            <a:lvl5pPr>
              <a:tabLst>
                <a:tab pos="2626525" algn="l"/>
              </a:tabLst>
              <a:defRPr sz="1400">
                <a:solidFill>
                  <a:schemeClr val="tx1"/>
                </a:solidFill>
              </a:defRPr>
            </a:lvl5pPr>
          </a:lstStyle>
          <a:p>
            <a:pPr lvl="0"/>
            <a:r>
              <a:rPr lang="en-US" altLang="zh-CN"/>
              <a:t>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9" name="Slide Number Placeholder 8"/>
          <p:cNvSpPr>
            <a:spLocks noGrp="1"/>
          </p:cNvSpPr>
          <p:nvPr>
            <p:ph type="sldNum" sz="quarter" idx="10"/>
          </p:nvPr>
        </p:nvSpPr>
        <p:spPr/>
        <p:txBody>
          <a:bodyPr/>
          <a:lstStyle/>
          <a:p>
            <a:pPr>
              <a:defRPr/>
            </a:pPr>
            <a:r>
              <a:rPr lang="en-US"/>
              <a:t>Data Types 14- </a:t>
            </a:r>
            <a:fld id="{060BD193-E118-4B16-863C-C8C12C675E3E}" type="slidenum">
              <a:rPr lang="en-US" smtClean="0"/>
              <a:pPr>
                <a:defRPr/>
              </a:pPr>
              <a:t>‹#›</a:t>
            </a:fld>
            <a:endParaRPr lang="en-US" dirty="0"/>
          </a:p>
        </p:txBody>
      </p:sp>
    </p:spTree>
    <p:extLst>
      <p:ext uri="{BB962C8B-B14F-4D97-AF65-F5344CB8AC3E}">
        <p14:creationId xmlns:p14="http://schemas.microsoft.com/office/powerpoint/2010/main" val="543379631"/>
      </p:ext>
    </p:extLst>
  </p:cSld>
  <p:clrMapOvr>
    <a:masterClrMapping/>
  </p:clrMapOvr>
  <p:hf hdr="0" dt="0"/>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Section Header">
    <p:bg>
      <p:bgPr>
        <a:solidFill>
          <a:schemeClr val="bg2"/>
        </a:solidFill>
        <a:effectLst/>
      </p:bgPr>
    </p:bg>
    <p:spTree>
      <p:nvGrpSpPr>
        <p:cNvPr id="1" name=""/>
        <p:cNvGrpSpPr/>
        <p:nvPr/>
      </p:nvGrpSpPr>
      <p:grpSpPr>
        <a:xfrm>
          <a:off x="0" y="0"/>
          <a:ext cx="0" cy="0"/>
          <a:chOff x="0" y="0"/>
          <a:chExt cx="0" cy="0"/>
        </a:xfrm>
      </p:grpSpPr>
      <p:sp>
        <p:nvSpPr>
          <p:cNvPr id="12" name="Title 1"/>
          <p:cNvSpPr>
            <a:spLocks noGrp="1"/>
          </p:cNvSpPr>
          <p:nvPr>
            <p:ph type="title" hasCustomPrompt="1"/>
          </p:nvPr>
        </p:nvSpPr>
        <p:spPr>
          <a:xfrm>
            <a:off x="872571" y="2971081"/>
            <a:ext cx="6727039" cy="761747"/>
          </a:xfrm>
        </p:spPr>
        <p:txBody>
          <a:bodyPr lIns="0" tIns="0" rIns="0" bIns="0" anchor="t">
            <a:noAutofit/>
          </a:bodyPr>
          <a:lstStyle>
            <a:lvl1pPr marL="0" algn="l" defTabSz="914126" rtl="0" eaLnBrk="1" latinLnBrk="0" hangingPunct="1">
              <a:lnSpc>
                <a:spcPct val="100000"/>
              </a:lnSpc>
              <a:spcBef>
                <a:spcPct val="0"/>
              </a:spcBef>
              <a:buNone/>
              <a:defRPr lang="en-US" sz="3599" b="1" i="0" kern="1200" baseline="0" dirty="0">
                <a:solidFill>
                  <a:schemeClr val="tx1"/>
                </a:solidFill>
                <a:latin typeface="Arial" charset="0"/>
                <a:ea typeface="+mj-ea"/>
                <a:cs typeface="Arial" charset="0"/>
              </a:defRPr>
            </a:lvl1pPr>
          </a:lstStyle>
          <a:p>
            <a:r>
              <a:rPr lang="en-US" dirty="0"/>
              <a:t>Insert Section Title Here</a:t>
            </a:r>
          </a:p>
        </p:txBody>
      </p:sp>
      <p:sp>
        <p:nvSpPr>
          <p:cNvPr id="24" name="Rectangle 23"/>
          <p:cNvSpPr/>
          <p:nvPr/>
        </p:nvSpPr>
        <p:spPr>
          <a:xfrm>
            <a:off x="10832950" y="6443472"/>
            <a:ext cx="1176170" cy="371856"/>
          </a:xfrm>
          <a:prstGeom prst="rect">
            <a:avLst/>
          </a:prstGeom>
          <a:solidFill>
            <a:srgbClr val="161C2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19" name="Right Triangle 18">
            <a:extLst>
              <a:ext uri="{FF2B5EF4-FFF2-40B4-BE49-F238E27FC236}">
                <a16:creationId xmlns:a16="http://schemas.microsoft.com/office/drawing/2014/main" id="{60FB99D6-8BE6-3843-87F0-1BF2F1338A6C}"/>
              </a:ext>
            </a:extLst>
          </p:cNvPr>
          <p:cNvSpPr/>
          <p:nvPr/>
        </p:nvSpPr>
        <p:spPr>
          <a:xfrm rot="16200000">
            <a:off x="7412966" y="2078967"/>
            <a:ext cx="4779034" cy="4779034"/>
          </a:xfrm>
          <a:prstGeom prst="rtTriangle">
            <a:avLst/>
          </a:prstGeom>
          <a:solidFill>
            <a:schemeClr val="accent3">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20" name="Right Triangle 19">
            <a:extLst>
              <a:ext uri="{FF2B5EF4-FFF2-40B4-BE49-F238E27FC236}">
                <a16:creationId xmlns:a16="http://schemas.microsoft.com/office/drawing/2014/main" id="{7E68A1B2-3ABC-9D4A-B378-06C02AF8EB0C}"/>
              </a:ext>
            </a:extLst>
          </p:cNvPr>
          <p:cNvSpPr/>
          <p:nvPr/>
        </p:nvSpPr>
        <p:spPr>
          <a:xfrm rot="10800000">
            <a:off x="7412966" y="0"/>
            <a:ext cx="4792936" cy="4792936"/>
          </a:xfrm>
          <a:prstGeom prst="rtTriangl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6" name="Right Triangle 5">
            <a:extLst>
              <a:ext uri="{FF2B5EF4-FFF2-40B4-BE49-F238E27FC236}">
                <a16:creationId xmlns:a16="http://schemas.microsoft.com/office/drawing/2014/main" id="{60184228-3525-514A-86C4-3C16B3BD697F}"/>
              </a:ext>
            </a:extLst>
          </p:cNvPr>
          <p:cNvSpPr/>
          <p:nvPr/>
        </p:nvSpPr>
        <p:spPr>
          <a:xfrm rot="16200000">
            <a:off x="7412966" y="2078967"/>
            <a:ext cx="4779034" cy="4779034"/>
          </a:xfrm>
          <a:prstGeom prst="rtTriangle">
            <a:avLst/>
          </a:prstGeom>
          <a:solidFill>
            <a:schemeClr val="accent3">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7" name="Right Triangle 6">
            <a:extLst>
              <a:ext uri="{FF2B5EF4-FFF2-40B4-BE49-F238E27FC236}">
                <a16:creationId xmlns:a16="http://schemas.microsoft.com/office/drawing/2014/main" id="{DB5B8B0E-1006-BC4A-9FBE-4C9A0F8CB908}"/>
              </a:ext>
            </a:extLst>
          </p:cNvPr>
          <p:cNvSpPr/>
          <p:nvPr/>
        </p:nvSpPr>
        <p:spPr>
          <a:xfrm rot="10800000">
            <a:off x="7412966" y="0"/>
            <a:ext cx="4792936" cy="4792936"/>
          </a:xfrm>
          <a:prstGeom prst="rtTriangl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9" name="Right Triangle 8">
            <a:extLst>
              <a:ext uri="{FF2B5EF4-FFF2-40B4-BE49-F238E27FC236}">
                <a16:creationId xmlns:a16="http://schemas.microsoft.com/office/drawing/2014/main" id="{CD6377F4-2164-4C47-B26D-2B2C92B343C5}"/>
              </a:ext>
            </a:extLst>
          </p:cNvPr>
          <p:cNvSpPr/>
          <p:nvPr/>
        </p:nvSpPr>
        <p:spPr>
          <a:xfrm rot="16200000">
            <a:off x="7412966" y="2078967"/>
            <a:ext cx="4779034" cy="4779034"/>
          </a:xfrm>
          <a:prstGeom prst="rtTriangle">
            <a:avLst/>
          </a:prstGeom>
          <a:solidFill>
            <a:schemeClr val="accent3">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10" name="Right Triangle 9">
            <a:extLst>
              <a:ext uri="{FF2B5EF4-FFF2-40B4-BE49-F238E27FC236}">
                <a16:creationId xmlns:a16="http://schemas.microsoft.com/office/drawing/2014/main" id="{50D1EABC-9772-9C41-B944-B07DB09ED607}"/>
              </a:ext>
            </a:extLst>
          </p:cNvPr>
          <p:cNvSpPr/>
          <p:nvPr/>
        </p:nvSpPr>
        <p:spPr>
          <a:xfrm rot="10800000">
            <a:off x="7412966" y="0"/>
            <a:ext cx="4792936" cy="4792936"/>
          </a:xfrm>
          <a:prstGeom prst="rtTriangl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13" name="Right Triangle 12">
            <a:extLst>
              <a:ext uri="{FF2B5EF4-FFF2-40B4-BE49-F238E27FC236}">
                <a16:creationId xmlns:a16="http://schemas.microsoft.com/office/drawing/2014/main" id="{CCEBED41-AE49-0A45-88A5-DA613F2CC363}"/>
              </a:ext>
            </a:extLst>
          </p:cNvPr>
          <p:cNvSpPr/>
          <p:nvPr/>
        </p:nvSpPr>
        <p:spPr>
          <a:xfrm rot="16200000">
            <a:off x="7412966" y="2078967"/>
            <a:ext cx="4779034" cy="4779034"/>
          </a:xfrm>
          <a:prstGeom prst="rtTriangle">
            <a:avLst/>
          </a:prstGeom>
          <a:solidFill>
            <a:schemeClr val="accent3">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14" name="Right Triangle 13">
            <a:extLst>
              <a:ext uri="{FF2B5EF4-FFF2-40B4-BE49-F238E27FC236}">
                <a16:creationId xmlns:a16="http://schemas.microsoft.com/office/drawing/2014/main" id="{1003DCE0-C55E-6448-AC1E-9D71F3EBB562}"/>
              </a:ext>
            </a:extLst>
          </p:cNvPr>
          <p:cNvSpPr/>
          <p:nvPr/>
        </p:nvSpPr>
        <p:spPr>
          <a:xfrm rot="10800000">
            <a:off x="7412966" y="0"/>
            <a:ext cx="4792936" cy="4792936"/>
          </a:xfrm>
          <a:prstGeom prst="rtTriangl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16" name="Right Triangle 15">
            <a:extLst>
              <a:ext uri="{FF2B5EF4-FFF2-40B4-BE49-F238E27FC236}">
                <a16:creationId xmlns:a16="http://schemas.microsoft.com/office/drawing/2014/main" id="{31979BB4-D02E-AE4E-A8A8-2A7A55AB79CA}"/>
              </a:ext>
            </a:extLst>
          </p:cNvPr>
          <p:cNvSpPr/>
          <p:nvPr/>
        </p:nvSpPr>
        <p:spPr>
          <a:xfrm rot="16200000">
            <a:off x="7412966" y="2078967"/>
            <a:ext cx="4779034" cy="4779034"/>
          </a:xfrm>
          <a:prstGeom prst="rtTriangle">
            <a:avLst/>
          </a:prstGeom>
          <a:solidFill>
            <a:schemeClr val="accent3">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18" name="Right Triangle 17">
            <a:extLst>
              <a:ext uri="{FF2B5EF4-FFF2-40B4-BE49-F238E27FC236}">
                <a16:creationId xmlns:a16="http://schemas.microsoft.com/office/drawing/2014/main" id="{A03168C6-AAF2-8A4D-AE31-BF4FFA4AA02E}"/>
              </a:ext>
            </a:extLst>
          </p:cNvPr>
          <p:cNvSpPr/>
          <p:nvPr/>
        </p:nvSpPr>
        <p:spPr>
          <a:xfrm rot="10800000">
            <a:off x="7412966" y="0"/>
            <a:ext cx="4792936" cy="4792936"/>
          </a:xfrm>
          <a:prstGeom prst="rtTriangl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22" name="Right Triangle 21">
            <a:extLst>
              <a:ext uri="{FF2B5EF4-FFF2-40B4-BE49-F238E27FC236}">
                <a16:creationId xmlns:a16="http://schemas.microsoft.com/office/drawing/2014/main" id="{0F9A8760-B4C4-654E-B224-4A478CF0477F}"/>
              </a:ext>
            </a:extLst>
          </p:cNvPr>
          <p:cNvSpPr/>
          <p:nvPr/>
        </p:nvSpPr>
        <p:spPr>
          <a:xfrm rot="16200000">
            <a:off x="7412966" y="2078967"/>
            <a:ext cx="4779034" cy="4779034"/>
          </a:xfrm>
          <a:prstGeom prst="rtTriangle">
            <a:avLst/>
          </a:prstGeom>
          <a:solidFill>
            <a:schemeClr val="accent3">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23" name="Right Triangle 22">
            <a:extLst>
              <a:ext uri="{FF2B5EF4-FFF2-40B4-BE49-F238E27FC236}">
                <a16:creationId xmlns:a16="http://schemas.microsoft.com/office/drawing/2014/main" id="{2227A6DD-EC13-EF49-9819-F92827EA4822}"/>
              </a:ext>
            </a:extLst>
          </p:cNvPr>
          <p:cNvSpPr/>
          <p:nvPr/>
        </p:nvSpPr>
        <p:spPr>
          <a:xfrm rot="10800000">
            <a:off x="7412966" y="0"/>
            <a:ext cx="4792936" cy="4792936"/>
          </a:xfrm>
          <a:prstGeom prst="rtTriangl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pic>
        <p:nvPicPr>
          <p:cNvPr id="17" name="Picture 16" descr="11.png"/>
          <p:cNvPicPr>
            <a:picLocks noChangeAspect="1"/>
          </p:cNvPicPr>
          <p:nvPr/>
        </p:nvPicPr>
        <p:blipFill rotWithShape="1">
          <a:blip r:embed="rId2" cstate="print">
            <a:alphaModFix amt="70000"/>
            <a:extLst>
              <a:ext uri="{28A0092B-C50C-407E-A947-70E740481C1C}">
                <a14:useLocalDpi xmlns:a14="http://schemas.microsoft.com/office/drawing/2010/main" val="0"/>
              </a:ext>
            </a:extLst>
          </a:blip>
          <a:srcRect t="-2013" b="2013"/>
          <a:stretch/>
        </p:blipFill>
        <p:spPr>
          <a:xfrm>
            <a:off x="9017001" y="0"/>
            <a:ext cx="3175000" cy="6858000"/>
          </a:xfrm>
          <a:prstGeom prst="rect">
            <a:avLst/>
          </a:prstGeom>
        </p:spPr>
      </p:pic>
      <p:pic>
        <p:nvPicPr>
          <p:cNvPr id="21" name="Picture 20">
            <a:extLst>
              <a:ext uri="{FF2B5EF4-FFF2-40B4-BE49-F238E27FC236}">
                <a16:creationId xmlns:a16="http://schemas.microsoft.com/office/drawing/2014/main" id="{DF656EFA-286F-5E4A-9F0B-E6DE9CBD2207}"/>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72571" y="6020571"/>
            <a:ext cx="1280160" cy="259781"/>
          </a:xfrm>
          <a:prstGeom prst="rect">
            <a:avLst/>
          </a:prstGeom>
        </p:spPr>
      </p:pic>
    </p:spTree>
    <p:extLst>
      <p:ext uri="{BB962C8B-B14F-4D97-AF65-F5344CB8AC3E}">
        <p14:creationId xmlns:p14="http://schemas.microsoft.com/office/powerpoint/2010/main" val="1518164210"/>
      </p:ext>
    </p:extLst>
  </p:cSld>
  <p:clrMapOvr>
    <a:overrideClrMapping bg1="dk1" tx1="lt1" bg2="dk2" tx2="lt2" accent1="accent1" accent2="accent2" accent3="accent3" accent4="accent4" accent5="accent5" accent6="accent6" hlink="hlink" folHlink="folHlink"/>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Section Header (with Picture)">
    <p:bg>
      <p:bgPr>
        <a:solidFill>
          <a:schemeClr val="bg2"/>
        </a:solidFill>
        <a:effectLst/>
      </p:bgPr>
    </p:bg>
    <p:spTree>
      <p:nvGrpSpPr>
        <p:cNvPr id="1" name=""/>
        <p:cNvGrpSpPr/>
        <p:nvPr/>
      </p:nvGrpSpPr>
      <p:grpSpPr>
        <a:xfrm>
          <a:off x="0" y="0"/>
          <a:ext cx="0" cy="0"/>
          <a:chOff x="0" y="0"/>
          <a:chExt cx="0" cy="0"/>
        </a:xfrm>
      </p:grpSpPr>
      <p:sp>
        <p:nvSpPr>
          <p:cNvPr id="12" name="Title 1"/>
          <p:cNvSpPr>
            <a:spLocks noGrp="1"/>
          </p:cNvSpPr>
          <p:nvPr>
            <p:ph type="title" hasCustomPrompt="1"/>
          </p:nvPr>
        </p:nvSpPr>
        <p:spPr>
          <a:xfrm>
            <a:off x="960121" y="2971081"/>
            <a:ext cx="5440678" cy="2686771"/>
          </a:xfrm>
        </p:spPr>
        <p:txBody>
          <a:bodyPr lIns="0" tIns="0" rIns="0" bIns="0" anchor="t">
            <a:noAutofit/>
          </a:bodyPr>
          <a:lstStyle>
            <a:lvl1pPr marL="0" algn="l" defTabSz="914126" rtl="0" eaLnBrk="1" latinLnBrk="0" hangingPunct="1">
              <a:lnSpc>
                <a:spcPct val="100000"/>
              </a:lnSpc>
              <a:spcBef>
                <a:spcPct val="0"/>
              </a:spcBef>
              <a:buNone/>
              <a:defRPr lang="en-US" sz="3599" b="1" i="0" kern="1200" baseline="0" dirty="0">
                <a:solidFill>
                  <a:schemeClr val="tx1"/>
                </a:solidFill>
                <a:latin typeface="Arial" charset="0"/>
                <a:ea typeface="+mj-ea"/>
                <a:cs typeface="Arial" charset="0"/>
              </a:defRPr>
            </a:lvl1pPr>
          </a:lstStyle>
          <a:p>
            <a:r>
              <a:rPr lang="en-US" dirty="0"/>
              <a:t>Insert Section Title Here</a:t>
            </a:r>
          </a:p>
        </p:txBody>
      </p:sp>
      <p:sp>
        <p:nvSpPr>
          <p:cNvPr id="13" name="Rectangle 12"/>
          <p:cNvSpPr/>
          <p:nvPr/>
        </p:nvSpPr>
        <p:spPr>
          <a:xfrm>
            <a:off x="10832950" y="6443472"/>
            <a:ext cx="1176170" cy="371856"/>
          </a:xfrm>
          <a:prstGeom prst="rect">
            <a:avLst/>
          </a:prstGeom>
          <a:solidFill>
            <a:srgbClr val="161C2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3" name="Right Triangle 2">
            <a:extLst>
              <a:ext uri="{FF2B5EF4-FFF2-40B4-BE49-F238E27FC236}">
                <a16:creationId xmlns:a16="http://schemas.microsoft.com/office/drawing/2014/main" id="{30B7BA82-6A86-384D-B04E-8D5191D59474}"/>
              </a:ext>
            </a:extLst>
          </p:cNvPr>
          <p:cNvSpPr/>
          <p:nvPr/>
        </p:nvSpPr>
        <p:spPr>
          <a:xfrm rot="10800000">
            <a:off x="7412966" y="0"/>
            <a:ext cx="4792936" cy="4792936"/>
          </a:xfrm>
          <a:prstGeom prst="rtTriangl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7" name="Right Triangle 6">
            <a:extLst>
              <a:ext uri="{FF2B5EF4-FFF2-40B4-BE49-F238E27FC236}">
                <a16:creationId xmlns:a16="http://schemas.microsoft.com/office/drawing/2014/main" id="{71A1DA86-877F-0F49-BEED-32E9369C39C3}"/>
              </a:ext>
            </a:extLst>
          </p:cNvPr>
          <p:cNvSpPr/>
          <p:nvPr/>
        </p:nvSpPr>
        <p:spPr>
          <a:xfrm rot="10800000">
            <a:off x="7412966" y="0"/>
            <a:ext cx="4792936" cy="4792936"/>
          </a:xfrm>
          <a:prstGeom prst="rtTriangl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9" name="Right Triangle 8">
            <a:extLst>
              <a:ext uri="{FF2B5EF4-FFF2-40B4-BE49-F238E27FC236}">
                <a16:creationId xmlns:a16="http://schemas.microsoft.com/office/drawing/2014/main" id="{E398C142-ECE9-DD49-BB91-2DA6D9B51231}"/>
              </a:ext>
            </a:extLst>
          </p:cNvPr>
          <p:cNvSpPr/>
          <p:nvPr/>
        </p:nvSpPr>
        <p:spPr>
          <a:xfrm rot="10800000">
            <a:off x="7412966" y="0"/>
            <a:ext cx="4792936" cy="4792936"/>
          </a:xfrm>
          <a:prstGeom prst="rtTriangl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11" name="Right Triangle 10">
            <a:extLst>
              <a:ext uri="{FF2B5EF4-FFF2-40B4-BE49-F238E27FC236}">
                <a16:creationId xmlns:a16="http://schemas.microsoft.com/office/drawing/2014/main" id="{228A73BA-1743-4F4E-913D-21292EC9018A}"/>
              </a:ext>
            </a:extLst>
          </p:cNvPr>
          <p:cNvSpPr/>
          <p:nvPr/>
        </p:nvSpPr>
        <p:spPr>
          <a:xfrm rot="10800000">
            <a:off x="7412966" y="0"/>
            <a:ext cx="4792936" cy="4792936"/>
          </a:xfrm>
          <a:prstGeom prst="rtTriangl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14" name="Right Triangle 13">
            <a:extLst>
              <a:ext uri="{FF2B5EF4-FFF2-40B4-BE49-F238E27FC236}">
                <a16:creationId xmlns:a16="http://schemas.microsoft.com/office/drawing/2014/main" id="{48DF7FB5-0303-8F4D-A597-E38379253F50}"/>
              </a:ext>
            </a:extLst>
          </p:cNvPr>
          <p:cNvSpPr/>
          <p:nvPr/>
        </p:nvSpPr>
        <p:spPr>
          <a:xfrm rot="10800000">
            <a:off x="7412966" y="0"/>
            <a:ext cx="4792936" cy="4792936"/>
          </a:xfrm>
          <a:prstGeom prst="rtTriangl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19" name="Right Triangle 18">
            <a:extLst>
              <a:ext uri="{FF2B5EF4-FFF2-40B4-BE49-F238E27FC236}">
                <a16:creationId xmlns:a16="http://schemas.microsoft.com/office/drawing/2014/main" id="{8BDABBB2-33CA-9440-B11D-5EAC9D5D4358}"/>
              </a:ext>
            </a:extLst>
          </p:cNvPr>
          <p:cNvSpPr/>
          <p:nvPr/>
        </p:nvSpPr>
        <p:spPr>
          <a:xfrm rot="16200000">
            <a:off x="7412966" y="2078967"/>
            <a:ext cx="4779034" cy="4779034"/>
          </a:xfrm>
          <a:prstGeom prst="rtTriangle">
            <a:avLst/>
          </a:prstGeom>
          <a:solidFill>
            <a:schemeClr val="accent3">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20" name="Right Triangle 19">
            <a:extLst>
              <a:ext uri="{FF2B5EF4-FFF2-40B4-BE49-F238E27FC236}">
                <a16:creationId xmlns:a16="http://schemas.microsoft.com/office/drawing/2014/main" id="{5CE9204F-1C73-5D4A-8857-934625F01F43}"/>
              </a:ext>
            </a:extLst>
          </p:cNvPr>
          <p:cNvSpPr/>
          <p:nvPr/>
        </p:nvSpPr>
        <p:spPr>
          <a:xfrm rot="10800000">
            <a:off x="7412966" y="0"/>
            <a:ext cx="4792936" cy="4792936"/>
          </a:xfrm>
          <a:prstGeom prst="rtTriangl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5" name="Picture Placeholder 426"/>
          <p:cNvSpPr>
            <a:spLocks noGrp="1"/>
          </p:cNvSpPr>
          <p:nvPr>
            <p:ph type="pic" sz="quarter" idx="11"/>
          </p:nvPr>
        </p:nvSpPr>
        <p:spPr>
          <a:xfrm>
            <a:off x="6820346" y="1200150"/>
            <a:ext cx="4457700" cy="4457700"/>
          </a:xfrm>
          <a:solidFill>
            <a:schemeClr val="accent3"/>
          </a:solidFill>
        </p:spPr>
        <p:txBody>
          <a:bodyPr tIns="1371600" bIns="0" anchor="ctr" anchorCtr="0">
            <a:noAutofit/>
          </a:bodyPr>
          <a:lstStyle>
            <a:lvl1pPr algn="ctr">
              <a:defRPr sz="1350">
                <a:solidFill>
                  <a:schemeClr val="bg1"/>
                </a:solidFill>
              </a:defRPr>
            </a:lvl1pPr>
          </a:lstStyle>
          <a:p>
            <a:r>
              <a:rPr lang="en-US" altLang="zh-CN"/>
              <a:t>Click icon to add picture</a:t>
            </a:r>
            <a:endParaRPr lang="en-US" dirty="0"/>
          </a:p>
        </p:txBody>
      </p:sp>
    </p:spTree>
    <p:extLst>
      <p:ext uri="{BB962C8B-B14F-4D97-AF65-F5344CB8AC3E}">
        <p14:creationId xmlns:p14="http://schemas.microsoft.com/office/powerpoint/2010/main" val="515161816"/>
      </p:ext>
    </p:extLst>
  </p:cSld>
  <p:clrMapOvr>
    <a:overrideClrMapping bg1="dk1" tx1="lt1" bg2="dk2" tx2="lt2" accent1="accent1" accent2="accent2" accent3="accent3" accent4="accent4" accent5="accent5" accent6="accent6" hlink="hlink" folHlink="folHlink"/>
  </p:clrMapOvr>
  <p:hf hdr="0" dt="0"/>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a:t>Click to edit Master title style</a:t>
            </a:r>
            <a:endParaRPr lang="en-US"/>
          </a:p>
        </p:txBody>
      </p:sp>
      <p:sp>
        <p:nvSpPr>
          <p:cNvPr id="3" name="Content Placeholder 2"/>
          <p:cNvSpPr>
            <a:spLocks noGrp="1"/>
          </p:cNvSpPr>
          <p:nvPr>
            <p:ph sz="half" idx="1"/>
          </p:nvPr>
        </p:nvSpPr>
        <p:spPr>
          <a:xfrm>
            <a:off x="621793" y="1463042"/>
            <a:ext cx="5181600" cy="4835843"/>
          </a:xfrm>
        </p:spPr>
        <p:txBody>
          <a:bodyPr/>
          <a:lstStyle>
            <a:lvl1pPr>
              <a:defRPr sz="1799">
                <a:solidFill>
                  <a:schemeClr val="tx1"/>
                </a:solidFill>
              </a:defRPr>
            </a:lvl1pPr>
            <a:lvl2pPr>
              <a:defRPr sz="1600">
                <a:solidFill>
                  <a:schemeClr val="tx1"/>
                </a:solidFill>
              </a:defRPr>
            </a:lvl2pPr>
            <a:lvl3pPr>
              <a:defRPr sz="1600">
                <a:solidFill>
                  <a:schemeClr val="tx1"/>
                </a:solidFill>
              </a:defRPr>
            </a:lvl3pPr>
            <a:lvl4pPr>
              <a:defRPr sz="1600">
                <a:solidFill>
                  <a:schemeClr val="tx1"/>
                </a:solidFill>
              </a:defRPr>
            </a:lvl4pPr>
            <a:lvl5pPr>
              <a:defRPr sz="1600">
                <a:solidFill>
                  <a:schemeClr val="tx1"/>
                </a:solidFill>
              </a:defRPr>
            </a:lvl5pPr>
          </a:lstStyle>
          <a:p>
            <a:pPr lvl="0"/>
            <a:r>
              <a:rPr lang="en-US" altLang="zh-CN"/>
              <a:t>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4" name="Content Placeholder 3"/>
          <p:cNvSpPr>
            <a:spLocks noGrp="1"/>
          </p:cNvSpPr>
          <p:nvPr>
            <p:ph sz="half" idx="2"/>
          </p:nvPr>
        </p:nvSpPr>
        <p:spPr>
          <a:xfrm>
            <a:off x="5955793" y="1463042"/>
            <a:ext cx="5181600" cy="4835843"/>
          </a:xfrm>
        </p:spPr>
        <p:txBody>
          <a:bodyPr/>
          <a:lstStyle>
            <a:lvl1pPr>
              <a:defRPr sz="1799">
                <a:solidFill>
                  <a:schemeClr val="tx1"/>
                </a:solidFill>
              </a:defRPr>
            </a:lvl1pPr>
            <a:lvl2pPr>
              <a:defRPr sz="1600">
                <a:solidFill>
                  <a:schemeClr val="tx1"/>
                </a:solidFill>
              </a:defRPr>
            </a:lvl2pPr>
            <a:lvl3pPr>
              <a:defRPr sz="1799">
                <a:solidFill>
                  <a:schemeClr val="tx1"/>
                </a:solidFill>
              </a:defRPr>
            </a:lvl3pPr>
            <a:lvl4pPr>
              <a:defRPr sz="1600">
                <a:solidFill>
                  <a:schemeClr val="tx1"/>
                </a:solidFill>
              </a:defRPr>
            </a:lvl4pPr>
            <a:lvl5pPr>
              <a:defRPr sz="1600">
                <a:solidFill>
                  <a:schemeClr val="tx1"/>
                </a:solidFill>
              </a:defRPr>
            </a:lvl5pPr>
          </a:lstStyle>
          <a:p>
            <a:pPr lvl="0"/>
            <a:r>
              <a:rPr lang="en-US" altLang="zh-CN"/>
              <a:t>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9" name="Slide Number Placeholder 8"/>
          <p:cNvSpPr>
            <a:spLocks noGrp="1"/>
          </p:cNvSpPr>
          <p:nvPr>
            <p:ph type="sldNum" sz="quarter" idx="10"/>
          </p:nvPr>
        </p:nvSpPr>
        <p:spPr/>
        <p:txBody>
          <a:bodyPr/>
          <a:lstStyle/>
          <a:p>
            <a:pPr>
              <a:defRPr/>
            </a:pPr>
            <a:r>
              <a:rPr lang="en-US"/>
              <a:t>Data Types 14- </a:t>
            </a:r>
            <a:fld id="{060BD193-E118-4B16-863C-C8C12C675E3E}" type="slidenum">
              <a:rPr lang="en-US" smtClean="0"/>
              <a:pPr>
                <a:defRPr/>
              </a:pPr>
              <a:t>‹#›</a:t>
            </a:fld>
            <a:endParaRPr lang="en-US" dirty="0"/>
          </a:p>
        </p:txBody>
      </p:sp>
      <p:pic>
        <p:nvPicPr>
          <p:cNvPr id="6" name="Picture 5" descr="1.png">
            <a:extLst>
              <a:ext uri="{FF2B5EF4-FFF2-40B4-BE49-F238E27FC236}">
                <a16:creationId xmlns:a16="http://schemas.microsoft.com/office/drawing/2014/main" id="{175C80C8-C178-9C4A-9F97-6978E22E3119}"/>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017001" y="0"/>
            <a:ext cx="3175000" cy="6858000"/>
          </a:xfrm>
          <a:prstGeom prst="rect">
            <a:avLst/>
          </a:prstGeom>
        </p:spPr>
      </p:pic>
    </p:spTree>
    <p:extLst>
      <p:ext uri="{BB962C8B-B14F-4D97-AF65-F5344CB8AC3E}">
        <p14:creationId xmlns:p14="http://schemas.microsoft.com/office/powerpoint/2010/main" val="1015442376"/>
      </p:ext>
    </p:extLst>
  </p:cSld>
  <p:clrMapOvr>
    <a:masterClrMapping/>
  </p:clrMapOvr>
  <p:hf hdr="0" dt="0"/>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Two Content (WHIT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a:t>Click to edit Master title style</a:t>
            </a:r>
            <a:endParaRPr lang="en-US"/>
          </a:p>
        </p:txBody>
      </p:sp>
      <p:sp>
        <p:nvSpPr>
          <p:cNvPr id="3" name="Content Placeholder 2"/>
          <p:cNvSpPr>
            <a:spLocks noGrp="1"/>
          </p:cNvSpPr>
          <p:nvPr>
            <p:ph sz="half" idx="1"/>
          </p:nvPr>
        </p:nvSpPr>
        <p:spPr>
          <a:xfrm>
            <a:off x="621793" y="1463042"/>
            <a:ext cx="5181600" cy="4835843"/>
          </a:xfrm>
        </p:spPr>
        <p:txBody>
          <a:bodyPr/>
          <a:lstStyle>
            <a:lvl1pPr>
              <a:defRPr sz="1799">
                <a:solidFill>
                  <a:schemeClr val="tx1"/>
                </a:solidFill>
              </a:defRPr>
            </a:lvl1pPr>
            <a:lvl2pPr>
              <a:defRPr sz="1600">
                <a:solidFill>
                  <a:schemeClr val="tx1"/>
                </a:solidFill>
              </a:defRPr>
            </a:lvl2pPr>
            <a:lvl3pPr>
              <a:defRPr sz="1600">
                <a:solidFill>
                  <a:schemeClr val="tx1"/>
                </a:solidFill>
              </a:defRPr>
            </a:lvl3pPr>
            <a:lvl4pPr>
              <a:defRPr sz="1600">
                <a:solidFill>
                  <a:schemeClr val="tx1"/>
                </a:solidFill>
              </a:defRPr>
            </a:lvl4pPr>
            <a:lvl5pPr>
              <a:defRPr sz="1600">
                <a:solidFill>
                  <a:schemeClr val="tx1"/>
                </a:solidFill>
              </a:defRPr>
            </a:lvl5pPr>
          </a:lstStyle>
          <a:p>
            <a:pPr lvl="0"/>
            <a:r>
              <a:rPr lang="en-US" altLang="zh-CN"/>
              <a:t>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4" name="Content Placeholder 3"/>
          <p:cNvSpPr>
            <a:spLocks noGrp="1"/>
          </p:cNvSpPr>
          <p:nvPr>
            <p:ph sz="half" idx="2"/>
          </p:nvPr>
        </p:nvSpPr>
        <p:spPr>
          <a:xfrm>
            <a:off x="5955793" y="1463042"/>
            <a:ext cx="5181600" cy="4835843"/>
          </a:xfrm>
        </p:spPr>
        <p:txBody>
          <a:bodyPr/>
          <a:lstStyle>
            <a:lvl1pPr>
              <a:defRPr sz="1799">
                <a:solidFill>
                  <a:schemeClr val="tx1"/>
                </a:solidFill>
              </a:defRPr>
            </a:lvl1pPr>
            <a:lvl2pPr>
              <a:defRPr sz="1600">
                <a:solidFill>
                  <a:schemeClr val="tx1"/>
                </a:solidFill>
              </a:defRPr>
            </a:lvl2pPr>
            <a:lvl3pPr>
              <a:defRPr sz="1799">
                <a:solidFill>
                  <a:schemeClr val="tx1"/>
                </a:solidFill>
              </a:defRPr>
            </a:lvl3pPr>
            <a:lvl4pPr>
              <a:defRPr sz="1600">
                <a:solidFill>
                  <a:schemeClr val="tx1"/>
                </a:solidFill>
              </a:defRPr>
            </a:lvl4pPr>
            <a:lvl5pPr>
              <a:defRPr sz="1600">
                <a:solidFill>
                  <a:schemeClr val="tx1"/>
                </a:solidFill>
              </a:defRPr>
            </a:lvl5pPr>
          </a:lstStyle>
          <a:p>
            <a:pPr lvl="0"/>
            <a:r>
              <a:rPr lang="en-US" altLang="zh-CN"/>
              <a:t>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9" name="Slide Number Placeholder 8"/>
          <p:cNvSpPr>
            <a:spLocks noGrp="1"/>
          </p:cNvSpPr>
          <p:nvPr>
            <p:ph type="sldNum" sz="quarter" idx="10"/>
          </p:nvPr>
        </p:nvSpPr>
        <p:spPr/>
        <p:txBody>
          <a:bodyPr/>
          <a:lstStyle/>
          <a:p>
            <a:pPr>
              <a:defRPr/>
            </a:pPr>
            <a:r>
              <a:rPr lang="en-US"/>
              <a:t>Data Types 14- </a:t>
            </a:r>
            <a:fld id="{060BD193-E118-4B16-863C-C8C12C675E3E}" type="slidenum">
              <a:rPr lang="en-US" smtClean="0"/>
              <a:pPr>
                <a:defRPr/>
              </a:pPr>
              <a:t>‹#›</a:t>
            </a:fld>
            <a:endParaRPr lang="en-US" dirty="0"/>
          </a:p>
        </p:txBody>
      </p:sp>
    </p:spTree>
    <p:extLst>
      <p:ext uri="{BB962C8B-B14F-4D97-AF65-F5344CB8AC3E}">
        <p14:creationId xmlns:p14="http://schemas.microsoft.com/office/powerpoint/2010/main" val="1228182227"/>
      </p:ext>
    </p:extLst>
  </p:cSld>
  <p:clrMapOvr>
    <a:masterClrMapping/>
  </p:clrMapOvr>
  <p:hf hdr="0" dt="0"/>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a:t>Click to edit Master title style</a:t>
            </a:r>
            <a:endParaRPr lang="en-US"/>
          </a:p>
        </p:txBody>
      </p:sp>
      <p:sp>
        <p:nvSpPr>
          <p:cNvPr id="8" name="Slide Number Placeholder 7"/>
          <p:cNvSpPr>
            <a:spLocks noGrp="1"/>
          </p:cNvSpPr>
          <p:nvPr>
            <p:ph type="sldNum" sz="quarter" idx="10"/>
          </p:nvPr>
        </p:nvSpPr>
        <p:spPr/>
        <p:txBody>
          <a:bodyPr/>
          <a:lstStyle/>
          <a:p>
            <a:pPr>
              <a:defRPr/>
            </a:pPr>
            <a:r>
              <a:rPr lang="en-US"/>
              <a:t>Data Types 14- </a:t>
            </a:r>
            <a:fld id="{060BD193-E118-4B16-863C-C8C12C675E3E}" type="slidenum">
              <a:rPr lang="en-US" smtClean="0"/>
              <a:pPr>
                <a:defRPr/>
              </a:pPr>
              <a:t>‹#›</a:t>
            </a:fld>
            <a:endParaRPr lang="en-US" dirty="0"/>
          </a:p>
        </p:txBody>
      </p:sp>
      <p:pic>
        <p:nvPicPr>
          <p:cNvPr id="4" name="Picture 3" descr="1.png">
            <a:extLst>
              <a:ext uri="{FF2B5EF4-FFF2-40B4-BE49-F238E27FC236}">
                <a16:creationId xmlns:a16="http://schemas.microsoft.com/office/drawing/2014/main" id="{0C30E8B4-72CA-F045-86DE-DA0CF9BCF0B9}"/>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017001" y="0"/>
            <a:ext cx="3175000" cy="6858000"/>
          </a:xfrm>
          <a:prstGeom prst="rect">
            <a:avLst/>
          </a:prstGeom>
        </p:spPr>
      </p:pic>
    </p:spTree>
    <p:extLst>
      <p:ext uri="{BB962C8B-B14F-4D97-AF65-F5344CB8AC3E}">
        <p14:creationId xmlns:p14="http://schemas.microsoft.com/office/powerpoint/2010/main" val="2691051880"/>
      </p:ext>
    </p:extLst>
  </p:cSld>
  <p:clrMapOvr>
    <a:masterClrMapping/>
  </p:clrMapOvr>
  <p:hf hdr="0" dt="0"/>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Title Only (WHIT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a:t>Click to edit Master title style</a:t>
            </a:r>
            <a:endParaRPr lang="en-US"/>
          </a:p>
        </p:txBody>
      </p:sp>
      <p:sp>
        <p:nvSpPr>
          <p:cNvPr id="8" name="Slide Number Placeholder 7"/>
          <p:cNvSpPr>
            <a:spLocks noGrp="1"/>
          </p:cNvSpPr>
          <p:nvPr>
            <p:ph type="sldNum" sz="quarter" idx="10"/>
          </p:nvPr>
        </p:nvSpPr>
        <p:spPr/>
        <p:txBody>
          <a:bodyPr/>
          <a:lstStyle/>
          <a:p>
            <a:pPr>
              <a:defRPr/>
            </a:pPr>
            <a:r>
              <a:rPr lang="en-US"/>
              <a:t>Data Types 14- </a:t>
            </a:r>
            <a:fld id="{060BD193-E118-4B16-863C-C8C12C675E3E}" type="slidenum">
              <a:rPr lang="en-US" smtClean="0"/>
              <a:pPr>
                <a:defRPr/>
              </a:pPr>
              <a:t>‹#›</a:t>
            </a:fld>
            <a:endParaRPr lang="en-US" dirty="0"/>
          </a:p>
        </p:txBody>
      </p:sp>
    </p:spTree>
    <p:extLst>
      <p:ext uri="{BB962C8B-B14F-4D97-AF65-F5344CB8AC3E}">
        <p14:creationId xmlns:p14="http://schemas.microsoft.com/office/powerpoint/2010/main" val="189293933"/>
      </p:ext>
    </p:extLst>
  </p:cSld>
  <p:clrMapOvr>
    <a:masterClrMapping/>
  </p:clrMapOvr>
  <p:hf hdr="0" dt="0"/>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Three Picture Layou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a:t>Click to edit Master title style</a:t>
            </a:r>
            <a:endParaRPr lang="en-US"/>
          </a:p>
        </p:txBody>
      </p:sp>
      <p:sp>
        <p:nvSpPr>
          <p:cNvPr id="6" name="Slide Number Placeholder 5"/>
          <p:cNvSpPr>
            <a:spLocks noGrp="1"/>
          </p:cNvSpPr>
          <p:nvPr>
            <p:ph type="sldNum" sz="quarter" idx="10"/>
          </p:nvPr>
        </p:nvSpPr>
        <p:spPr/>
        <p:txBody>
          <a:bodyPr/>
          <a:lstStyle/>
          <a:p>
            <a:pPr>
              <a:defRPr/>
            </a:pPr>
            <a:r>
              <a:rPr lang="en-US"/>
              <a:t>Data Types 14- </a:t>
            </a:r>
            <a:fld id="{060BD193-E118-4B16-863C-C8C12C675E3E}" type="slidenum">
              <a:rPr lang="en-US" smtClean="0"/>
              <a:pPr>
                <a:defRPr/>
              </a:pPr>
              <a:t>‹#›</a:t>
            </a:fld>
            <a:endParaRPr lang="en-US" dirty="0"/>
          </a:p>
        </p:txBody>
      </p:sp>
      <p:sp>
        <p:nvSpPr>
          <p:cNvPr id="4" name="Text Placeholder 6"/>
          <p:cNvSpPr>
            <a:spLocks noGrp="1"/>
          </p:cNvSpPr>
          <p:nvPr>
            <p:ph type="body" sz="quarter" idx="16" hasCustomPrompt="1"/>
          </p:nvPr>
        </p:nvSpPr>
        <p:spPr>
          <a:xfrm>
            <a:off x="913820" y="4884003"/>
            <a:ext cx="3078480" cy="553998"/>
          </a:xfrm>
        </p:spPr>
        <p:txBody>
          <a:bodyPr/>
          <a:lstStyle>
            <a:lvl1pPr marL="0" indent="0">
              <a:buNone/>
              <a:defRPr sz="1799">
                <a:solidFill>
                  <a:srgbClr val="171C2D"/>
                </a:solidFill>
              </a:defRPr>
            </a:lvl1pPr>
            <a:lvl2pPr>
              <a:defRPr sz="1350"/>
            </a:lvl2pPr>
            <a:lvl3pPr>
              <a:defRPr sz="1350"/>
            </a:lvl3pPr>
            <a:lvl4pPr>
              <a:defRPr sz="1350"/>
            </a:lvl4pPr>
            <a:lvl5pPr>
              <a:defRPr sz="1350"/>
            </a:lvl5pPr>
          </a:lstStyle>
          <a:p>
            <a:pPr lvl="0"/>
            <a:r>
              <a:rPr lang="en-US" dirty="0"/>
              <a:t>Insert additional supporting text here.</a:t>
            </a:r>
          </a:p>
        </p:txBody>
      </p:sp>
      <p:sp>
        <p:nvSpPr>
          <p:cNvPr id="5" name="Text Placeholder 6"/>
          <p:cNvSpPr>
            <a:spLocks noGrp="1"/>
          </p:cNvSpPr>
          <p:nvPr>
            <p:ph type="body" sz="quarter" idx="17" hasCustomPrompt="1"/>
          </p:nvPr>
        </p:nvSpPr>
        <p:spPr>
          <a:xfrm>
            <a:off x="4514270" y="4884003"/>
            <a:ext cx="3078480" cy="553998"/>
          </a:xfrm>
        </p:spPr>
        <p:txBody>
          <a:bodyPr/>
          <a:lstStyle>
            <a:lvl1pPr marL="0" indent="0">
              <a:buNone/>
              <a:defRPr sz="1799">
                <a:solidFill>
                  <a:schemeClr val="tx1"/>
                </a:solidFill>
              </a:defRPr>
            </a:lvl1pPr>
            <a:lvl2pPr>
              <a:defRPr sz="1350"/>
            </a:lvl2pPr>
            <a:lvl3pPr>
              <a:defRPr sz="1350"/>
            </a:lvl3pPr>
            <a:lvl4pPr>
              <a:defRPr sz="1350"/>
            </a:lvl4pPr>
            <a:lvl5pPr>
              <a:defRPr sz="1350"/>
            </a:lvl5pPr>
          </a:lstStyle>
          <a:p>
            <a:pPr lvl="0"/>
            <a:r>
              <a:rPr lang="en-US" dirty="0"/>
              <a:t>Insert additional supporting text here.</a:t>
            </a:r>
          </a:p>
        </p:txBody>
      </p:sp>
      <p:sp>
        <p:nvSpPr>
          <p:cNvPr id="7" name="Text Placeholder 6"/>
          <p:cNvSpPr>
            <a:spLocks noGrp="1"/>
          </p:cNvSpPr>
          <p:nvPr>
            <p:ph type="body" sz="quarter" idx="18" hasCustomPrompt="1"/>
          </p:nvPr>
        </p:nvSpPr>
        <p:spPr>
          <a:xfrm>
            <a:off x="8114720" y="4884003"/>
            <a:ext cx="3078480" cy="553998"/>
          </a:xfrm>
        </p:spPr>
        <p:txBody>
          <a:bodyPr/>
          <a:lstStyle>
            <a:lvl1pPr marL="0" indent="0">
              <a:buNone/>
              <a:defRPr sz="1799">
                <a:solidFill>
                  <a:srgbClr val="171C2D"/>
                </a:solidFill>
              </a:defRPr>
            </a:lvl1pPr>
            <a:lvl2pPr>
              <a:defRPr sz="1350"/>
            </a:lvl2pPr>
            <a:lvl3pPr>
              <a:defRPr sz="1350"/>
            </a:lvl3pPr>
            <a:lvl4pPr>
              <a:defRPr sz="1350"/>
            </a:lvl4pPr>
            <a:lvl5pPr>
              <a:defRPr sz="1350"/>
            </a:lvl5pPr>
          </a:lstStyle>
          <a:p>
            <a:pPr lvl="0"/>
            <a:r>
              <a:rPr lang="en-US" dirty="0"/>
              <a:t>Insert additional supporting text here.</a:t>
            </a:r>
          </a:p>
        </p:txBody>
      </p:sp>
      <p:sp>
        <p:nvSpPr>
          <p:cNvPr id="8" name="Picture Placeholder 426"/>
          <p:cNvSpPr>
            <a:spLocks noGrp="1"/>
          </p:cNvSpPr>
          <p:nvPr>
            <p:ph type="pic" sz="quarter" idx="11"/>
          </p:nvPr>
        </p:nvSpPr>
        <p:spPr>
          <a:xfrm>
            <a:off x="8107100" y="1455003"/>
            <a:ext cx="3086100" cy="3086100"/>
          </a:xfrm>
          <a:solidFill>
            <a:schemeClr val="accent3"/>
          </a:solidFill>
        </p:spPr>
        <p:txBody>
          <a:bodyPr tIns="1371600" bIns="0" anchor="ctr" anchorCtr="0">
            <a:noAutofit/>
          </a:bodyPr>
          <a:lstStyle>
            <a:lvl1pPr marL="0" indent="0" algn="ctr">
              <a:buNone/>
              <a:defRPr sz="1350"/>
            </a:lvl1pPr>
          </a:lstStyle>
          <a:p>
            <a:r>
              <a:rPr lang="en-US" altLang="zh-CN"/>
              <a:t>Click icon to add picture</a:t>
            </a:r>
            <a:endParaRPr lang="en-US" dirty="0"/>
          </a:p>
        </p:txBody>
      </p:sp>
      <p:sp>
        <p:nvSpPr>
          <p:cNvPr id="9" name="Picture Placeholder 426"/>
          <p:cNvSpPr>
            <a:spLocks noGrp="1"/>
          </p:cNvSpPr>
          <p:nvPr>
            <p:ph type="pic" sz="quarter" idx="19"/>
          </p:nvPr>
        </p:nvSpPr>
        <p:spPr>
          <a:xfrm>
            <a:off x="906201" y="1455003"/>
            <a:ext cx="3086100" cy="3086100"/>
          </a:xfrm>
          <a:solidFill>
            <a:schemeClr val="accent3"/>
          </a:solidFill>
        </p:spPr>
        <p:txBody>
          <a:bodyPr tIns="1371600" bIns="0" anchor="ctr" anchorCtr="0">
            <a:noAutofit/>
          </a:bodyPr>
          <a:lstStyle>
            <a:lvl1pPr marL="0" indent="0" algn="ctr">
              <a:buNone/>
              <a:defRPr sz="1350"/>
            </a:lvl1pPr>
          </a:lstStyle>
          <a:p>
            <a:r>
              <a:rPr lang="en-US" altLang="zh-CN"/>
              <a:t>Click icon to add picture</a:t>
            </a:r>
            <a:endParaRPr lang="en-US" dirty="0"/>
          </a:p>
        </p:txBody>
      </p:sp>
      <p:sp>
        <p:nvSpPr>
          <p:cNvPr id="10" name="Picture Placeholder 426"/>
          <p:cNvSpPr>
            <a:spLocks noGrp="1"/>
          </p:cNvSpPr>
          <p:nvPr>
            <p:ph type="pic" sz="quarter" idx="20"/>
          </p:nvPr>
        </p:nvSpPr>
        <p:spPr>
          <a:xfrm>
            <a:off x="4514270" y="1455003"/>
            <a:ext cx="3086100" cy="3086100"/>
          </a:xfrm>
          <a:solidFill>
            <a:schemeClr val="accent3"/>
          </a:solidFill>
        </p:spPr>
        <p:txBody>
          <a:bodyPr tIns="1371600" bIns="0" anchor="ctr" anchorCtr="0">
            <a:noAutofit/>
          </a:bodyPr>
          <a:lstStyle>
            <a:lvl1pPr marL="0" indent="0" algn="ctr">
              <a:buNone/>
              <a:defRPr sz="1350"/>
            </a:lvl1pPr>
          </a:lstStyle>
          <a:p>
            <a:r>
              <a:rPr lang="en-US" altLang="zh-CN"/>
              <a:t>Click icon to add picture</a:t>
            </a:r>
            <a:endParaRPr lang="en-US" dirty="0"/>
          </a:p>
        </p:txBody>
      </p:sp>
    </p:spTree>
    <p:extLst>
      <p:ext uri="{BB962C8B-B14F-4D97-AF65-F5344CB8AC3E}">
        <p14:creationId xmlns:p14="http://schemas.microsoft.com/office/powerpoint/2010/main" val="1311944490"/>
      </p:ext>
    </p:extLst>
  </p:cSld>
  <p:clrMapOvr>
    <a:masterClrMapping/>
  </p:clrMapOvr>
  <p:hf hdr="0" dt="0"/>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Simple Statement">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6512AD6E-7A81-4D46-A4DC-BC3429D8CFF8}"/>
              </a:ext>
            </a:extLst>
          </p:cNvPr>
          <p:cNvSpPr>
            <a:spLocks noGrp="1"/>
          </p:cNvSpPr>
          <p:nvPr>
            <p:ph type="title" hasCustomPrompt="1"/>
          </p:nvPr>
        </p:nvSpPr>
        <p:spPr>
          <a:xfrm>
            <a:off x="952501" y="2286762"/>
            <a:ext cx="5772150" cy="761746"/>
          </a:xfrm>
        </p:spPr>
        <p:txBody>
          <a:bodyPr/>
          <a:lstStyle>
            <a:lvl1pPr>
              <a:defRPr lang="en-US" sz="4799" b="1" i="0" kern="1200" dirty="0">
                <a:solidFill>
                  <a:srgbClr val="171C2D"/>
                </a:solidFill>
                <a:latin typeface="Arial" charset="0"/>
                <a:ea typeface="+mj-ea"/>
                <a:cs typeface="Arial" charset="0"/>
              </a:defRPr>
            </a:lvl1pPr>
          </a:lstStyle>
          <a:p>
            <a:r>
              <a:rPr lang="en-US" dirty="0"/>
              <a:t>Simple Statement</a:t>
            </a:r>
          </a:p>
        </p:txBody>
      </p:sp>
      <p:sp>
        <p:nvSpPr>
          <p:cNvPr id="5" name="Slide Number Placeholder 2">
            <a:extLst>
              <a:ext uri="{FF2B5EF4-FFF2-40B4-BE49-F238E27FC236}">
                <a16:creationId xmlns:a16="http://schemas.microsoft.com/office/drawing/2014/main" id="{2C22C299-FDA6-164A-B353-229958A83E52}"/>
              </a:ext>
            </a:extLst>
          </p:cNvPr>
          <p:cNvSpPr>
            <a:spLocks noGrp="1"/>
          </p:cNvSpPr>
          <p:nvPr>
            <p:ph type="sldNum" sz="quarter" idx="10"/>
          </p:nvPr>
        </p:nvSpPr>
        <p:spPr>
          <a:xfrm>
            <a:off x="647700" y="6356352"/>
            <a:ext cx="2743200" cy="365125"/>
          </a:xfrm>
        </p:spPr>
        <p:txBody>
          <a:bodyPr/>
          <a:lstStyle/>
          <a:p>
            <a:pPr>
              <a:defRPr/>
            </a:pPr>
            <a:r>
              <a:rPr lang="en-US"/>
              <a:t>Data Types 14- </a:t>
            </a:r>
            <a:fld id="{060BD193-E118-4B16-863C-C8C12C675E3E}" type="slidenum">
              <a:rPr lang="en-US" smtClean="0"/>
              <a:pPr>
                <a:defRPr/>
              </a:pPr>
              <a:t>‹#›</a:t>
            </a:fld>
            <a:endParaRPr lang="en-US" dirty="0"/>
          </a:p>
        </p:txBody>
      </p:sp>
      <p:sp>
        <p:nvSpPr>
          <p:cNvPr id="6" name="Text Placeholder 5">
            <a:extLst>
              <a:ext uri="{FF2B5EF4-FFF2-40B4-BE49-F238E27FC236}">
                <a16:creationId xmlns:a16="http://schemas.microsoft.com/office/drawing/2014/main" id="{EE658E4E-230D-8D43-99E8-0341ED808C7C}"/>
              </a:ext>
            </a:extLst>
          </p:cNvPr>
          <p:cNvSpPr>
            <a:spLocks noGrp="1"/>
          </p:cNvSpPr>
          <p:nvPr>
            <p:ph type="body" sz="quarter" idx="12" hasCustomPrompt="1"/>
          </p:nvPr>
        </p:nvSpPr>
        <p:spPr>
          <a:xfrm>
            <a:off x="952501" y="3048511"/>
            <a:ext cx="5772150" cy="1354217"/>
          </a:xfrm>
        </p:spPr>
        <p:txBody>
          <a:bodyPr/>
          <a:lstStyle>
            <a:lvl1pPr marL="0" indent="0">
              <a:buNone/>
              <a:defRPr sz="4399" b="0" i="0" baseline="0">
                <a:solidFill>
                  <a:srgbClr val="EC1C24"/>
                </a:solidFill>
                <a:latin typeface="Arial" charset="0"/>
                <a:ea typeface="Arial" charset="0"/>
                <a:cs typeface="Arial" charset="0"/>
              </a:defRPr>
            </a:lvl1pPr>
          </a:lstStyle>
          <a:p>
            <a:pPr lvl="0"/>
            <a:r>
              <a:rPr lang="en-US" dirty="0"/>
              <a:t>Introduction or Concept Slide</a:t>
            </a:r>
          </a:p>
        </p:txBody>
      </p:sp>
      <p:pic>
        <p:nvPicPr>
          <p:cNvPr id="8" name="Picture 7" descr="111.png">
            <a:extLst>
              <a:ext uri="{FF2B5EF4-FFF2-40B4-BE49-F238E27FC236}">
                <a16:creationId xmlns:a16="http://schemas.microsoft.com/office/drawing/2014/main" id="{6E287EE2-21D3-F44C-813F-02BED688E843}"/>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b="3090"/>
          <a:stretch/>
        </p:blipFill>
        <p:spPr>
          <a:xfrm>
            <a:off x="8903980" y="2"/>
            <a:ext cx="3288021" cy="6882659"/>
          </a:xfrm>
          <a:prstGeom prst="rect">
            <a:avLst/>
          </a:prstGeom>
        </p:spPr>
      </p:pic>
    </p:spTree>
    <p:extLst>
      <p:ext uri="{BB962C8B-B14F-4D97-AF65-F5344CB8AC3E}">
        <p14:creationId xmlns:p14="http://schemas.microsoft.com/office/powerpoint/2010/main" val="1956603601"/>
      </p:ext>
    </p:extLst>
  </p:cSld>
  <p:clrMapOvr>
    <a:masterClrMapping/>
  </p:clrMapOvr>
  <p:hf hdr="0" dt="0"/>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Simple Statement with Picture">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6512AD6E-7A81-4D46-A4DC-BC3429D8CFF8}"/>
              </a:ext>
            </a:extLst>
          </p:cNvPr>
          <p:cNvSpPr>
            <a:spLocks noGrp="1"/>
          </p:cNvSpPr>
          <p:nvPr>
            <p:ph type="title" hasCustomPrompt="1"/>
          </p:nvPr>
        </p:nvSpPr>
        <p:spPr>
          <a:xfrm>
            <a:off x="952501" y="2286762"/>
            <a:ext cx="5772150" cy="761746"/>
          </a:xfrm>
        </p:spPr>
        <p:txBody>
          <a:bodyPr/>
          <a:lstStyle>
            <a:lvl1pPr>
              <a:defRPr lang="en-US" sz="4799" b="1" i="0" kern="1200" dirty="0">
                <a:solidFill>
                  <a:srgbClr val="171C2D"/>
                </a:solidFill>
                <a:latin typeface="Arial" charset="0"/>
                <a:ea typeface="+mj-ea"/>
                <a:cs typeface="Arial" charset="0"/>
              </a:defRPr>
            </a:lvl1pPr>
          </a:lstStyle>
          <a:p>
            <a:r>
              <a:rPr lang="en-US" dirty="0"/>
              <a:t>Simple Statement</a:t>
            </a:r>
          </a:p>
        </p:txBody>
      </p:sp>
      <p:sp>
        <p:nvSpPr>
          <p:cNvPr id="5" name="Slide Number Placeholder 2">
            <a:extLst>
              <a:ext uri="{FF2B5EF4-FFF2-40B4-BE49-F238E27FC236}">
                <a16:creationId xmlns:a16="http://schemas.microsoft.com/office/drawing/2014/main" id="{2C22C299-FDA6-164A-B353-229958A83E52}"/>
              </a:ext>
            </a:extLst>
          </p:cNvPr>
          <p:cNvSpPr>
            <a:spLocks noGrp="1"/>
          </p:cNvSpPr>
          <p:nvPr>
            <p:ph type="sldNum" sz="quarter" idx="10"/>
          </p:nvPr>
        </p:nvSpPr>
        <p:spPr>
          <a:xfrm>
            <a:off x="647700" y="6356352"/>
            <a:ext cx="2743200" cy="365125"/>
          </a:xfrm>
        </p:spPr>
        <p:txBody>
          <a:bodyPr/>
          <a:lstStyle/>
          <a:p>
            <a:pPr>
              <a:defRPr/>
            </a:pPr>
            <a:r>
              <a:rPr lang="en-US"/>
              <a:t>Data Types 14- </a:t>
            </a:r>
            <a:fld id="{060BD193-E118-4B16-863C-C8C12C675E3E}" type="slidenum">
              <a:rPr lang="en-US" smtClean="0"/>
              <a:pPr>
                <a:defRPr/>
              </a:pPr>
              <a:t>‹#›</a:t>
            </a:fld>
            <a:endParaRPr lang="en-US" dirty="0"/>
          </a:p>
        </p:txBody>
      </p:sp>
      <p:sp>
        <p:nvSpPr>
          <p:cNvPr id="6" name="Text Placeholder 5">
            <a:extLst>
              <a:ext uri="{FF2B5EF4-FFF2-40B4-BE49-F238E27FC236}">
                <a16:creationId xmlns:a16="http://schemas.microsoft.com/office/drawing/2014/main" id="{EE658E4E-230D-8D43-99E8-0341ED808C7C}"/>
              </a:ext>
            </a:extLst>
          </p:cNvPr>
          <p:cNvSpPr>
            <a:spLocks noGrp="1"/>
          </p:cNvSpPr>
          <p:nvPr>
            <p:ph type="body" sz="quarter" idx="12" hasCustomPrompt="1"/>
          </p:nvPr>
        </p:nvSpPr>
        <p:spPr>
          <a:xfrm>
            <a:off x="952501" y="3048511"/>
            <a:ext cx="5772150" cy="1354217"/>
          </a:xfrm>
        </p:spPr>
        <p:txBody>
          <a:bodyPr/>
          <a:lstStyle>
            <a:lvl1pPr marL="0" indent="0">
              <a:buNone/>
              <a:defRPr sz="4399" b="0" i="0" baseline="0">
                <a:solidFill>
                  <a:srgbClr val="EC1C24"/>
                </a:solidFill>
                <a:latin typeface="Arial" charset="0"/>
                <a:ea typeface="Arial" charset="0"/>
                <a:cs typeface="Arial" charset="0"/>
              </a:defRPr>
            </a:lvl1pPr>
          </a:lstStyle>
          <a:p>
            <a:pPr lvl="0"/>
            <a:r>
              <a:rPr lang="en-US" dirty="0"/>
              <a:t>Introduction or Concept Slide</a:t>
            </a:r>
          </a:p>
        </p:txBody>
      </p:sp>
      <p:sp>
        <p:nvSpPr>
          <p:cNvPr id="7" name="Picture Placeholder 14">
            <a:extLst>
              <a:ext uri="{FF2B5EF4-FFF2-40B4-BE49-F238E27FC236}">
                <a16:creationId xmlns:a16="http://schemas.microsoft.com/office/drawing/2014/main" id="{89EAEFDD-B284-E94B-8F1D-D7E1627370F6}"/>
              </a:ext>
            </a:extLst>
          </p:cNvPr>
          <p:cNvSpPr>
            <a:spLocks noGrp="1"/>
          </p:cNvSpPr>
          <p:nvPr>
            <p:ph type="pic" sz="quarter" idx="13"/>
          </p:nvPr>
        </p:nvSpPr>
        <p:spPr>
          <a:xfrm>
            <a:off x="6781801" y="1200150"/>
            <a:ext cx="4457700" cy="4457700"/>
          </a:xfrm>
        </p:spPr>
        <p:txBody>
          <a:bodyPr/>
          <a:lstStyle>
            <a:lvl1pPr marL="0" indent="0">
              <a:buNone/>
              <a:defRPr/>
            </a:lvl1pPr>
          </a:lstStyle>
          <a:p>
            <a:r>
              <a:rPr lang="en-US" altLang="zh-CN"/>
              <a:t>Click icon to add picture</a:t>
            </a:r>
            <a:endParaRPr lang="en-US" dirty="0"/>
          </a:p>
        </p:txBody>
      </p:sp>
      <p:pic>
        <p:nvPicPr>
          <p:cNvPr id="9" name="Picture 8" descr="1.png">
            <a:extLst>
              <a:ext uri="{FF2B5EF4-FFF2-40B4-BE49-F238E27FC236}">
                <a16:creationId xmlns:a16="http://schemas.microsoft.com/office/drawing/2014/main" id="{D28EDF51-090C-9841-AE58-2273CEB9716E}"/>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017001" y="0"/>
            <a:ext cx="3175000" cy="6858000"/>
          </a:xfrm>
          <a:prstGeom prst="rect">
            <a:avLst/>
          </a:prstGeom>
        </p:spPr>
      </p:pic>
    </p:spTree>
    <p:extLst>
      <p:ext uri="{BB962C8B-B14F-4D97-AF65-F5344CB8AC3E}">
        <p14:creationId xmlns:p14="http://schemas.microsoft.com/office/powerpoint/2010/main" val="1080878476"/>
      </p:ext>
    </p:extLst>
  </p:cSld>
  <p:clrMapOvr>
    <a:masterClrMapping/>
  </p:clrMapOvr>
  <p:hf hdr="0" dt="0"/>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Blank Layout (WHITE)">
    <p:spTree>
      <p:nvGrpSpPr>
        <p:cNvPr id="1" name=""/>
        <p:cNvGrpSpPr/>
        <p:nvPr/>
      </p:nvGrpSpPr>
      <p:grpSpPr>
        <a:xfrm>
          <a:off x="0" y="0"/>
          <a:ext cx="0" cy="0"/>
          <a:chOff x="0" y="0"/>
          <a:chExt cx="0" cy="0"/>
        </a:xfrm>
      </p:grpSpPr>
      <p:sp>
        <p:nvSpPr>
          <p:cNvPr id="4" name="Slide Number Placeholder 2">
            <a:extLst>
              <a:ext uri="{FF2B5EF4-FFF2-40B4-BE49-F238E27FC236}">
                <a16:creationId xmlns:a16="http://schemas.microsoft.com/office/drawing/2014/main" id="{F2364798-7D9C-B84C-856F-0C65222D9551}"/>
              </a:ext>
            </a:extLst>
          </p:cNvPr>
          <p:cNvSpPr>
            <a:spLocks noGrp="1"/>
          </p:cNvSpPr>
          <p:nvPr>
            <p:ph type="sldNum" sz="quarter" idx="10"/>
          </p:nvPr>
        </p:nvSpPr>
        <p:spPr>
          <a:xfrm>
            <a:off x="647700" y="6356352"/>
            <a:ext cx="2743200" cy="365125"/>
          </a:xfrm>
        </p:spPr>
        <p:txBody>
          <a:bodyPr/>
          <a:lstStyle/>
          <a:p>
            <a:pPr>
              <a:defRPr/>
            </a:pPr>
            <a:r>
              <a:rPr lang="en-US"/>
              <a:t>Data Types 14- </a:t>
            </a:r>
            <a:fld id="{060BD193-E118-4B16-863C-C8C12C675E3E}" type="slidenum">
              <a:rPr lang="en-US" smtClean="0"/>
              <a:pPr>
                <a:defRPr/>
              </a:pPr>
              <a:t>‹#›</a:t>
            </a:fld>
            <a:endParaRPr lang="en-US" dirty="0"/>
          </a:p>
        </p:txBody>
      </p:sp>
    </p:spTree>
    <p:extLst>
      <p:ext uri="{BB962C8B-B14F-4D97-AF65-F5344CB8AC3E}">
        <p14:creationId xmlns:p14="http://schemas.microsoft.com/office/powerpoint/2010/main" val="3615607731"/>
      </p:ext>
    </p:extLst>
  </p:cSld>
  <p:clrMapOvr>
    <a:masterClrMapping/>
  </p:clrMapOvr>
  <mc:AlternateContent xmlns:mc="http://schemas.openxmlformats.org/markup-compatibility/2006" xmlns:p14="http://schemas.microsoft.com/office/powerpoint/2010/main">
    <mc:Choice Requires="p14">
      <p:transition p14:dur="100">
        <p:cut/>
      </p:transition>
    </mc:Choice>
    <mc:Fallback xmlns="">
      <p:transition>
        <p:cut/>
      </p:transition>
    </mc:Fallback>
  </mc:AlternateContent>
  <p:hf hdr="0" dt="0"/>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Take-Away Slide (Sub-Headers)">
    <p:spTree>
      <p:nvGrpSpPr>
        <p:cNvPr id="1" name=""/>
        <p:cNvGrpSpPr/>
        <p:nvPr/>
      </p:nvGrpSpPr>
      <p:grpSpPr>
        <a:xfrm>
          <a:off x="0" y="0"/>
          <a:ext cx="0" cy="0"/>
          <a:chOff x="0" y="0"/>
          <a:chExt cx="0" cy="0"/>
        </a:xfrm>
      </p:grpSpPr>
      <p:sp>
        <p:nvSpPr>
          <p:cNvPr id="8" name="Title 1"/>
          <p:cNvSpPr>
            <a:spLocks noGrp="1"/>
          </p:cNvSpPr>
          <p:nvPr>
            <p:ph type="title" hasCustomPrompt="1"/>
          </p:nvPr>
        </p:nvSpPr>
        <p:spPr>
          <a:xfrm>
            <a:off x="617221" y="212985"/>
            <a:ext cx="10614040" cy="492443"/>
          </a:xfrm>
        </p:spPr>
        <p:txBody>
          <a:bodyPr/>
          <a:lstStyle>
            <a:lvl1pPr>
              <a:defRPr sz="3199" baseline="0"/>
            </a:lvl1pPr>
          </a:lstStyle>
          <a:p>
            <a:r>
              <a:rPr lang="en-US" dirty="0"/>
              <a:t>Take-Away Slide</a:t>
            </a:r>
          </a:p>
        </p:txBody>
      </p:sp>
      <p:sp>
        <p:nvSpPr>
          <p:cNvPr id="7" name="Text Placeholder 3"/>
          <p:cNvSpPr>
            <a:spLocks noGrp="1"/>
          </p:cNvSpPr>
          <p:nvPr>
            <p:ph type="body" sz="quarter" idx="15" hasCustomPrompt="1"/>
          </p:nvPr>
        </p:nvSpPr>
        <p:spPr>
          <a:xfrm>
            <a:off x="960121" y="1538984"/>
            <a:ext cx="10256520" cy="508722"/>
          </a:xfrm>
          <a:noFill/>
        </p:spPr>
        <p:txBody>
          <a:bodyPr tIns="0" bIns="0" anchor="ctr"/>
          <a:lstStyle>
            <a:lvl1pPr marL="0" indent="0">
              <a:buNone/>
              <a:defRPr sz="3399" b="0">
                <a:solidFill>
                  <a:srgbClr val="FF0000"/>
                </a:solidFill>
              </a:defRPr>
            </a:lvl1pPr>
          </a:lstStyle>
          <a:p>
            <a:r>
              <a:rPr lang="en-US" kern="0" dirty="0"/>
              <a:t>List item header text style</a:t>
            </a:r>
          </a:p>
        </p:txBody>
      </p:sp>
      <p:sp>
        <p:nvSpPr>
          <p:cNvPr id="9" name="Text Placeholder 2"/>
          <p:cNvSpPr>
            <a:spLocks noGrp="1"/>
          </p:cNvSpPr>
          <p:nvPr>
            <p:ph type="body" sz="quarter" idx="17" hasCustomPrompt="1"/>
          </p:nvPr>
        </p:nvSpPr>
        <p:spPr>
          <a:xfrm>
            <a:off x="960119" y="2101124"/>
            <a:ext cx="10248939" cy="562137"/>
          </a:xfrm>
        </p:spPr>
        <p:txBody>
          <a:bodyPr lIns="0" tIns="0" rIns="0" bIns="91440"/>
          <a:lstStyle>
            <a:lvl1pPr marL="0" indent="0">
              <a:lnSpc>
                <a:spcPct val="100000"/>
              </a:lnSpc>
              <a:spcBef>
                <a:spcPts val="600"/>
              </a:spcBef>
              <a:spcAft>
                <a:spcPts val="600"/>
              </a:spcAft>
              <a:buNone/>
              <a:defRPr lang="en-US" b="0" dirty="0"/>
            </a:lvl1pPr>
            <a:lvl2pPr marL="171399" indent="-163464">
              <a:lnSpc>
                <a:spcPct val="150000"/>
              </a:lnSpc>
              <a:buFontTx/>
              <a:buBlip>
                <a:blip r:embed="rId2"/>
              </a:buBlip>
              <a:tabLst/>
              <a:defRPr sz="1799">
                <a:solidFill>
                  <a:srgbClr val="5D606C"/>
                </a:solidFill>
              </a:defRPr>
            </a:lvl2pPr>
            <a:lvl3pPr marL="461824" indent="-290426">
              <a:lnSpc>
                <a:spcPct val="150000"/>
              </a:lnSpc>
              <a:buFontTx/>
              <a:buBlip>
                <a:blip r:embed="rId3"/>
              </a:buBlip>
              <a:tabLst/>
              <a:defRPr sz="1799">
                <a:solidFill>
                  <a:srgbClr val="5D606C"/>
                </a:solidFill>
              </a:defRPr>
            </a:lvl3pPr>
            <a:lvl4pPr>
              <a:defRPr>
                <a:solidFill>
                  <a:srgbClr val="5D606C"/>
                </a:solidFill>
              </a:defRPr>
            </a:lvl4pPr>
            <a:lvl5pPr>
              <a:defRPr>
                <a:solidFill>
                  <a:srgbClr val="5D606C"/>
                </a:solidFill>
              </a:defRPr>
            </a:lvl5pPr>
          </a:lstStyle>
          <a:p>
            <a:pPr lvl="0"/>
            <a:r>
              <a:rPr lang="en-US" dirty="0"/>
              <a:t>List item subhead text style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a:t>
            </a:r>
          </a:p>
        </p:txBody>
      </p:sp>
      <p:sp>
        <p:nvSpPr>
          <p:cNvPr id="13" name="Text Placeholder 3"/>
          <p:cNvSpPr>
            <a:spLocks noGrp="1"/>
          </p:cNvSpPr>
          <p:nvPr>
            <p:ph type="body" sz="quarter" idx="23" hasCustomPrompt="1"/>
          </p:nvPr>
        </p:nvSpPr>
        <p:spPr>
          <a:xfrm>
            <a:off x="960121" y="3153729"/>
            <a:ext cx="10256520" cy="508722"/>
          </a:xfrm>
          <a:noFill/>
        </p:spPr>
        <p:txBody>
          <a:bodyPr tIns="0" bIns="0" anchor="ctr"/>
          <a:lstStyle>
            <a:lvl1pPr marL="0" indent="0">
              <a:buNone/>
              <a:defRPr sz="3399" b="0">
                <a:solidFill>
                  <a:srgbClr val="FF0000"/>
                </a:solidFill>
              </a:defRPr>
            </a:lvl1pPr>
          </a:lstStyle>
          <a:p>
            <a:r>
              <a:rPr lang="en-US" kern="0" dirty="0"/>
              <a:t>List item header text style</a:t>
            </a:r>
          </a:p>
        </p:txBody>
      </p:sp>
      <p:sp>
        <p:nvSpPr>
          <p:cNvPr id="14" name="Text Placeholder 2"/>
          <p:cNvSpPr>
            <a:spLocks noGrp="1"/>
          </p:cNvSpPr>
          <p:nvPr>
            <p:ph type="body" sz="quarter" idx="24" hasCustomPrompt="1"/>
          </p:nvPr>
        </p:nvSpPr>
        <p:spPr>
          <a:xfrm>
            <a:off x="960119" y="3705948"/>
            <a:ext cx="10248939" cy="562137"/>
          </a:xfrm>
        </p:spPr>
        <p:txBody>
          <a:bodyPr lIns="0" tIns="0" rIns="0" bIns="91440"/>
          <a:lstStyle>
            <a:lvl1pPr marL="0" indent="0">
              <a:lnSpc>
                <a:spcPct val="100000"/>
              </a:lnSpc>
              <a:spcBef>
                <a:spcPts val="600"/>
              </a:spcBef>
              <a:spcAft>
                <a:spcPts val="600"/>
              </a:spcAft>
              <a:buNone/>
              <a:defRPr lang="en-US" b="0" dirty="0"/>
            </a:lvl1pPr>
            <a:lvl2pPr marL="171399" indent="-163464">
              <a:lnSpc>
                <a:spcPct val="150000"/>
              </a:lnSpc>
              <a:buFontTx/>
              <a:buBlip>
                <a:blip r:embed="rId2"/>
              </a:buBlip>
              <a:tabLst/>
              <a:defRPr sz="1799">
                <a:solidFill>
                  <a:srgbClr val="5D606C"/>
                </a:solidFill>
              </a:defRPr>
            </a:lvl2pPr>
            <a:lvl3pPr marL="461824" indent="-290426">
              <a:lnSpc>
                <a:spcPct val="150000"/>
              </a:lnSpc>
              <a:buFontTx/>
              <a:buBlip>
                <a:blip r:embed="rId3"/>
              </a:buBlip>
              <a:tabLst/>
              <a:defRPr sz="1799">
                <a:solidFill>
                  <a:srgbClr val="5D606C"/>
                </a:solidFill>
              </a:defRPr>
            </a:lvl3pPr>
            <a:lvl4pPr>
              <a:defRPr>
                <a:solidFill>
                  <a:srgbClr val="5D606C"/>
                </a:solidFill>
              </a:defRPr>
            </a:lvl4pPr>
            <a:lvl5pPr>
              <a:defRPr>
                <a:solidFill>
                  <a:srgbClr val="5D606C"/>
                </a:solidFill>
              </a:defRPr>
            </a:lvl5pPr>
          </a:lstStyle>
          <a:p>
            <a:pPr lvl="0"/>
            <a:r>
              <a:rPr lang="en-US" dirty="0"/>
              <a:t>List item subhead text style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a:t>
            </a:r>
          </a:p>
        </p:txBody>
      </p:sp>
      <p:sp>
        <p:nvSpPr>
          <p:cNvPr id="15" name="Text Placeholder 3"/>
          <p:cNvSpPr>
            <a:spLocks noGrp="1"/>
          </p:cNvSpPr>
          <p:nvPr>
            <p:ph type="body" sz="quarter" idx="25" hasCustomPrompt="1"/>
          </p:nvPr>
        </p:nvSpPr>
        <p:spPr>
          <a:xfrm>
            <a:off x="960121" y="4768475"/>
            <a:ext cx="10256520" cy="508722"/>
          </a:xfrm>
          <a:noFill/>
        </p:spPr>
        <p:txBody>
          <a:bodyPr tIns="0" bIns="0" anchor="ctr"/>
          <a:lstStyle>
            <a:lvl1pPr marL="0" indent="0">
              <a:buNone/>
              <a:defRPr sz="3399" b="0">
                <a:solidFill>
                  <a:srgbClr val="FF0000"/>
                </a:solidFill>
              </a:defRPr>
            </a:lvl1pPr>
          </a:lstStyle>
          <a:p>
            <a:r>
              <a:rPr lang="en-US" kern="0" dirty="0"/>
              <a:t>List item header text style</a:t>
            </a:r>
          </a:p>
        </p:txBody>
      </p:sp>
      <p:sp>
        <p:nvSpPr>
          <p:cNvPr id="16" name="Text Placeholder 2"/>
          <p:cNvSpPr>
            <a:spLocks noGrp="1"/>
          </p:cNvSpPr>
          <p:nvPr>
            <p:ph type="body" sz="quarter" idx="26" hasCustomPrompt="1"/>
          </p:nvPr>
        </p:nvSpPr>
        <p:spPr>
          <a:xfrm>
            <a:off x="960119" y="5330615"/>
            <a:ext cx="10248939" cy="562137"/>
          </a:xfrm>
        </p:spPr>
        <p:txBody>
          <a:bodyPr lIns="0" tIns="0" rIns="0" bIns="91440"/>
          <a:lstStyle>
            <a:lvl1pPr marL="0" indent="0">
              <a:lnSpc>
                <a:spcPct val="100000"/>
              </a:lnSpc>
              <a:spcBef>
                <a:spcPts val="600"/>
              </a:spcBef>
              <a:spcAft>
                <a:spcPts val="600"/>
              </a:spcAft>
              <a:buNone/>
              <a:defRPr lang="en-US" b="0" dirty="0"/>
            </a:lvl1pPr>
            <a:lvl2pPr marL="171399" indent="-163464">
              <a:lnSpc>
                <a:spcPct val="150000"/>
              </a:lnSpc>
              <a:buFontTx/>
              <a:buBlip>
                <a:blip r:embed="rId2"/>
              </a:buBlip>
              <a:tabLst/>
              <a:defRPr sz="1799">
                <a:solidFill>
                  <a:srgbClr val="5D606C"/>
                </a:solidFill>
              </a:defRPr>
            </a:lvl2pPr>
            <a:lvl3pPr marL="461824" indent="-290426">
              <a:lnSpc>
                <a:spcPct val="150000"/>
              </a:lnSpc>
              <a:buFontTx/>
              <a:buBlip>
                <a:blip r:embed="rId3"/>
              </a:buBlip>
              <a:tabLst/>
              <a:defRPr sz="1799">
                <a:solidFill>
                  <a:srgbClr val="5D606C"/>
                </a:solidFill>
              </a:defRPr>
            </a:lvl3pPr>
            <a:lvl4pPr>
              <a:defRPr>
                <a:solidFill>
                  <a:srgbClr val="5D606C"/>
                </a:solidFill>
              </a:defRPr>
            </a:lvl4pPr>
            <a:lvl5pPr>
              <a:defRPr>
                <a:solidFill>
                  <a:srgbClr val="5D606C"/>
                </a:solidFill>
              </a:defRPr>
            </a:lvl5pPr>
          </a:lstStyle>
          <a:p>
            <a:pPr lvl="0"/>
            <a:r>
              <a:rPr lang="en-US" dirty="0"/>
              <a:t>List item subhead text style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a:t>
            </a:r>
          </a:p>
        </p:txBody>
      </p:sp>
      <p:sp>
        <p:nvSpPr>
          <p:cNvPr id="10" name="Slide Number Placeholder 2">
            <a:extLst>
              <a:ext uri="{FF2B5EF4-FFF2-40B4-BE49-F238E27FC236}">
                <a16:creationId xmlns:a16="http://schemas.microsoft.com/office/drawing/2014/main" id="{22A52D08-28C6-7046-85C5-29DDBD4D27E0}"/>
              </a:ext>
            </a:extLst>
          </p:cNvPr>
          <p:cNvSpPr>
            <a:spLocks noGrp="1"/>
          </p:cNvSpPr>
          <p:nvPr>
            <p:ph type="sldNum" sz="quarter" idx="10"/>
          </p:nvPr>
        </p:nvSpPr>
        <p:spPr>
          <a:xfrm>
            <a:off x="647700" y="6356352"/>
            <a:ext cx="2743200" cy="365125"/>
          </a:xfrm>
        </p:spPr>
        <p:txBody>
          <a:bodyPr/>
          <a:lstStyle/>
          <a:p>
            <a:pPr>
              <a:defRPr/>
            </a:pPr>
            <a:r>
              <a:rPr lang="en-US"/>
              <a:t>Data Types 14- </a:t>
            </a:r>
            <a:fld id="{060BD193-E118-4B16-863C-C8C12C675E3E}" type="slidenum">
              <a:rPr lang="en-US" smtClean="0"/>
              <a:pPr>
                <a:defRPr/>
              </a:pPr>
              <a:t>‹#›</a:t>
            </a:fld>
            <a:endParaRPr lang="en-US" dirty="0"/>
          </a:p>
        </p:txBody>
      </p:sp>
    </p:spTree>
    <p:extLst>
      <p:ext uri="{BB962C8B-B14F-4D97-AF65-F5344CB8AC3E}">
        <p14:creationId xmlns:p14="http://schemas.microsoft.com/office/powerpoint/2010/main" val="2854339345"/>
      </p:ext>
    </p:extLst>
  </p:cSld>
  <p:clrMapOvr>
    <a:masterClrMapping/>
  </p:clrMapOvr>
  <mc:AlternateContent xmlns:mc="http://schemas.openxmlformats.org/markup-compatibility/2006" xmlns:p14="http://schemas.microsoft.com/office/powerpoint/2010/main">
    <mc:Choice Requires="p14">
      <p:transition p14:dur="100">
        <p:cut/>
      </p:transition>
    </mc:Choice>
    <mc:Fallback xmlns="">
      <p:transition>
        <p:cut/>
      </p:transition>
    </mc:Fallback>
  </mc:AlternateContent>
  <p:hf hdr="0" dt="0"/>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Take-Away Slide (Bullets)">
    <p:spTree>
      <p:nvGrpSpPr>
        <p:cNvPr id="1" name=""/>
        <p:cNvGrpSpPr/>
        <p:nvPr/>
      </p:nvGrpSpPr>
      <p:grpSpPr>
        <a:xfrm>
          <a:off x="0" y="0"/>
          <a:ext cx="0" cy="0"/>
          <a:chOff x="0" y="0"/>
          <a:chExt cx="0" cy="0"/>
        </a:xfrm>
      </p:grpSpPr>
      <p:sp>
        <p:nvSpPr>
          <p:cNvPr id="24" name="Title 1">
            <a:extLst>
              <a:ext uri="{FF2B5EF4-FFF2-40B4-BE49-F238E27FC236}">
                <a16:creationId xmlns:a16="http://schemas.microsoft.com/office/drawing/2014/main" id="{21B7EA41-46BF-B947-8230-37EB3728F525}"/>
              </a:ext>
            </a:extLst>
          </p:cNvPr>
          <p:cNvSpPr>
            <a:spLocks noGrp="1"/>
          </p:cNvSpPr>
          <p:nvPr>
            <p:ph type="title" hasCustomPrompt="1"/>
          </p:nvPr>
        </p:nvSpPr>
        <p:spPr>
          <a:xfrm>
            <a:off x="617221" y="212985"/>
            <a:ext cx="10589668" cy="492443"/>
          </a:xfrm>
        </p:spPr>
        <p:txBody>
          <a:bodyPr/>
          <a:lstStyle>
            <a:lvl1pPr>
              <a:defRPr sz="3199" baseline="0"/>
            </a:lvl1pPr>
          </a:lstStyle>
          <a:p>
            <a:r>
              <a:rPr lang="en-US" dirty="0"/>
              <a:t>Take-Away Slide With Bullets</a:t>
            </a:r>
          </a:p>
        </p:txBody>
      </p:sp>
      <p:sp>
        <p:nvSpPr>
          <p:cNvPr id="26" name="Text Placeholder 3">
            <a:extLst>
              <a:ext uri="{FF2B5EF4-FFF2-40B4-BE49-F238E27FC236}">
                <a16:creationId xmlns:a16="http://schemas.microsoft.com/office/drawing/2014/main" id="{4D465602-9518-D549-819E-52FFB5D1AC53}"/>
              </a:ext>
            </a:extLst>
          </p:cNvPr>
          <p:cNvSpPr>
            <a:spLocks noGrp="1"/>
          </p:cNvSpPr>
          <p:nvPr>
            <p:ph type="body" sz="quarter" idx="15" hasCustomPrompt="1"/>
          </p:nvPr>
        </p:nvSpPr>
        <p:spPr>
          <a:xfrm>
            <a:off x="960121" y="1538984"/>
            <a:ext cx="10232969" cy="508722"/>
          </a:xfrm>
          <a:solidFill>
            <a:schemeClr val="bg1"/>
          </a:solidFill>
        </p:spPr>
        <p:txBody>
          <a:bodyPr tIns="0" bIns="0" anchor="ctr"/>
          <a:lstStyle>
            <a:lvl1pPr marL="0" indent="0">
              <a:buNone/>
              <a:defRPr sz="3399" b="0">
                <a:solidFill>
                  <a:srgbClr val="FF0000"/>
                </a:solidFill>
              </a:defRPr>
            </a:lvl1pPr>
          </a:lstStyle>
          <a:p>
            <a:r>
              <a:rPr lang="en-US" kern="0" dirty="0"/>
              <a:t>List item header text style</a:t>
            </a:r>
          </a:p>
        </p:txBody>
      </p:sp>
      <p:sp>
        <p:nvSpPr>
          <p:cNvPr id="27" name="Text Placeholder 3">
            <a:extLst>
              <a:ext uri="{FF2B5EF4-FFF2-40B4-BE49-F238E27FC236}">
                <a16:creationId xmlns:a16="http://schemas.microsoft.com/office/drawing/2014/main" id="{15273868-A160-3B46-8F69-A41EDF54BDA2}"/>
              </a:ext>
            </a:extLst>
          </p:cNvPr>
          <p:cNvSpPr>
            <a:spLocks noGrp="1"/>
          </p:cNvSpPr>
          <p:nvPr>
            <p:ph type="body" sz="quarter" idx="23" hasCustomPrompt="1"/>
          </p:nvPr>
        </p:nvSpPr>
        <p:spPr>
          <a:xfrm>
            <a:off x="960121" y="3195489"/>
            <a:ext cx="10232969" cy="508722"/>
          </a:xfrm>
          <a:solidFill>
            <a:schemeClr val="bg1"/>
          </a:solidFill>
        </p:spPr>
        <p:txBody>
          <a:bodyPr tIns="0" bIns="0" anchor="ctr"/>
          <a:lstStyle>
            <a:lvl1pPr marL="0" indent="0">
              <a:buNone/>
              <a:defRPr sz="3399" b="0">
                <a:solidFill>
                  <a:srgbClr val="FF0000"/>
                </a:solidFill>
              </a:defRPr>
            </a:lvl1pPr>
          </a:lstStyle>
          <a:p>
            <a:r>
              <a:rPr lang="en-US" kern="0" dirty="0"/>
              <a:t>List item header text style</a:t>
            </a:r>
          </a:p>
        </p:txBody>
      </p:sp>
      <p:sp>
        <p:nvSpPr>
          <p:cNvPr id="28" name="Text Placeholder 3">
            <a:extLst>
              <a:ext uri="{FF2B5EF4-FFF2-40B4-BE49-F238E27FC236}">
                <a16:creationId xmlns:a16="http://schemas.microsoft.com/office/drawing/2014/main" id="{2C165392-FF16-194E-BB96-47B05786B74E}"/>
              </a:ext>
            </a:extLst>
          </p:cNvPr>
          <p:cNvSpPr>
            <a:spLocks noGrp="1"/>
          </p:cNvSpPr>
          <p:nvPr>
            <p:ph type="body" sz="quarter" idx="25" hasCustomPrompt="1"/>
          </p:nvPr>
        </p:nvSpPr>
        <p:spPr>
          <a:xfrm>
            <a:off x="960121" y="4851993"/>
            <a:ext cx="10232969" cy="508722"/>
          </a:xfrm>
          <a:solidFill>
            <a:schemeClr val="bg1"/>
          </a:solidFill>
        </p:spPr>
        <p:txBody>
          <a:bodyPr tIns="0" bIns="0" anchor="ctr"/>
          <a:lstStyle>
            <a:lvl1pPr marL="0" indent="0">
              <a:buNone/>
              <a:defRPr sz="3399" b="0">
                <a:solidFill>
                  <a:srgbClr val="FF0000"/>
                </a:solidFill>
              </a:defRPr>
            </a:lvl1pPr>
          </a:lstStyle>
          <a:p>
            <a:r>
              <a:rPr lang="en-US" kern="0" dirty="0"/>
              <a:t>List item header text style</a:t>
            </a:r>
          </a:p>
        </p:txBody>
      </p:sp>
      <p:sp>
        <p:nvSpPr>
          <p:cNvPr id="44" name="Slide Number Placeholder 2">
            <a:extLst>
              <a:ext uri="{FF2B5EF4-FFF2-40B4-BE49-F238E27FC236}">
                <a16:creationId xmlns:a16="http://schemas.microsoft.com/office/drawing/2014/main" id="{7C1986B2-675B-824C-8649-7C9AC5CE346C}"/>
              </a:ext>
            </a:extLst>
          </p:cNvPr>
          <p:cNvSpPr>
            <a:spLocks noGrp="1"/>
          </p:cNvSpPr>
          <p:nvPr>
            <p:ph type="sldNum" sz="quarter" idx="10"/>
          </p:nvPr>
        </p:nvSpPr>
        <p:spPr>
          <a:xfrm>
            <a:off x="647700" y="6356352"/>
            <a:ext cx="2743200" cy="365125"/>
          </a:xfrm>
        </p:spPr>
        <p:txBody>
          <a:bodyPr/>
          <a:lstStyle/>
          <a:p>
            <a:pPr>
              <a:defRPr/>
            </a:pPr>
            <a:r>
              <a:rPr lang="en-US"/>
              <a:t>Data Types 14- </a:t>
            </a:r>
            <a:fld id="{060BD193-E118-4B16-863C-C8C12C675E3E}" type="slidenum">
              <a:rPr lang="en-US" smtClean="0"/>
              <a:pPr>
                <a:defRPr/>
              </a:pPr>
              <a:t>‹#›</a:t>
            </a:fld>
            <a:endParaRPr lang="en-US" dirty="0"/>
          </a:p>
        </p:txBody>
      </p:sp>
      <p:sp>
        <p:nvSpPr>
          <p:cNvPr id="4" name="Content Placeholder 3"/>
          <p:cNvSpPr>
            <a:spLocks noGrp="1"/>
          </p:cNvSpPr>
          <p:nvPr>
            <p:ph sz="quarter" idx="29" hasCustomPrompt="1"/>
          </p:nvPr>
        </p:nvSpPr>
        <p:spPr>
          <a:xfrm>
            <a:off x="966789" y="2074225"/>
            <a:ext cx="10226675" cy="709616"/>
          </a:xfrm>
        </p:spPr>
        <p:txBody>
          <a:bodyPr/>
          <a:lstStyle>
            <a:lvl1pPr>
              <a:spcBef>
                <a:spcPts val="600"/>
              </a:spcBef>
              <a:defRPr b="0"/>
            </a:lvl1pPr>
            <a:lvl2pPr marL="457063" indent="0">
              <a:buNone/>
              <a:defRPr/>
            </a:lvl2pPr>
          </a:lstStyle>
          <a:p>
            <a:pPr lvl="0"/>
            <a:r>
              <a:rPr lang="en-US" dirty="0"/>
              <a:t>List item subhead text style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a:t>
            </a:r>
          </a:p>
          <a:p>
            <a:pPr lvl="0"/>
            <a:r>
              <a:rPr lang="en-US" dirty="0"/>
              <a:t>List item subhead text style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a:t>
            </a:r>
          </a:p>
        </p:txBody>
      </p:sp>
      <p:sp>
        <p:nvSpPr>
          <p:cNvPr id="14" name="Content Placeholder 3"/>
          <p:cNvSpPr>
            <a:spLocks noGrp="1"/>
          </p:cNvSpPr>
          <p:nvPr>
            <p:ph sz="quarter" idx="30" hasCustomPrompt="1"/>
          </p:nvPr>
        </p:nvSpPr>
        <p:spPr>
          <a:xfrm>
            <a:off x="976949" y="3738837"/>
            <a:ext cx="10226675" cy="709616"/>
          </a:xfrm>
        </p:spPr>
        <p:txBody>
          <a:bodyPr/>
          <a:lstStyle>
            <a:lvl1pPr>
              <a:spcBef>
                <a:spcPts val="600"/>
              </a:spcBef>
              <a:defRPr b="0"/>
            </a:lvl1pPr>
            <a:lvl2pPr marL="457063" indent="0">
              <a:buNone/>
              <a:defRPr/>
            </a:lvl2pPr>
          </a:lstStyle>
          <a:p>
            <a:pPr lvl="0"/>
            <a:r>
              <a:rPr lang="en-US" dirty="0"/>
              <a:t>List item subhead text style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a:t>
            </a:r>
          </a:p>
          <a:p>
            <a:pPr lvl="0"/>
            <a:r>
              <a:rPr lang="en-US" dirty="0"/>
              <a:t>List item subhead text style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a:t>
            </a:r>
          </a:p>
        </p:txBody>
      </p:sp>
      <p:sp>
        <p:nvSpPr>
          <p:cNvPr id="15" name="Content Placeholder 3"/>
          <p:cNvSpPr>
            <a:spLocks noGrp="1"/>
          </p:cNvSpPr>
          <p:nvPr>
            <p:ph sz="quarter" idx="31" hasCustomPrompt="1"/>
          </p:nvPr>
        </p:nvSpPr>
        <p:spPr>
          <a:xfrm>
            <a:off x="976949" y="5381035"/>
            <a:ext cx="10226675" cy="709616"/>
          </a:xfrm>
        </p:spPr>
        <p:txBody>
          <a:bodyPr/>
          <a:lstStyle>
            <a:lvl1pPr>
              <a:spcBef>
                <a:spcPts val="600"/>
              </a:spcBef>
              <a:defRPr b="0"/>
            </a:lvl1pPr>
            <a:lvl2pPr marL="457063" indent="0">
              <a:buNone/>
              <a:defRPr/>
            </a:lvl2pPr>
          </a:lstStyle>
          <a:p>
            <a:pPr lvl="0"/>
            <a:r>
              <a:rPr lang="en-US" dirty="0"/>
              <a:t>List item subhead text style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a:t>
            </a:r>
          </a:p>
          <a:p>
            <a:pPr lvl="0"/>
            <a:r>
              <a:rPr lang="en-US" dirty="0"/>
              <a:t>List item subhead text style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a:t>
            </a:r>
          </a:p>
        </p:txBody>
      </p:sp>
    </p:spTree>
    <p:extLst>
      <p:ext uri="{BB962C8B-B14F-4D97-AF65-F5344CB8AC3E}">
        <p14:creationId xmlns:p14="http://schemas.microsoft.com/office/powerpoint/2010/main" val="3119568260"/>
      </p:ext>
    </p:extLst>
  </p:cSld>
  <p:clrMapOvr>
    <a:masterClrMapping/>
  </p:clrMapOvr>
  <p:hf hdr="0" dt="0"/>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End Slide">
    <p:bg>
      <p:bgPr>
        <a:solidFill>
          <a:srgbClr val="141724"/>
        </a:solidFill>
        <a:effectLst/>
      </p:bgPr>
    </p:bg>
    <p:spTree>
      <p:nvGrpSpPr>
        <p:cNvPr id="1" name=""/>
        <p:cNvGrpSpPr/>
        <p:nvPr/>
      </p:nvGrpSpPr>
      <p:grpSpPr>
        <a:xfrm>
          <a:off x="0" y="0"/>
          <a:ext cx="0" cy="0"/>
          <a:chOff x="0" y="0"/>
          <a:chExt cx="0" cy="0"/>
        </a:xfrm>
      </p:grpSpPr>
      <p:sp>
        <p:nvSpPr>
          <p:cNvPr id="24" name="Rectangle 23"/>
          <p:cNvSpPr/>
          <p:nvPr/>
        </p:nvSpPr>
        <p:spPr>
          <a:xfrm>
            <a:off x="10832950" y="6443472"/>
            <a:ext cx="1176170" cy="371856"/>
          </a:xfrm>
          <a:prstGeom prst="rect">
            <a:avLst/>
          </a:prstGeom>
          <a:solidFill>
            <a:srgbClr val="161C2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19" name="Right Triangle 18">
            <a:extLst>
              <a:ext uri="{FF2B5EF4-FFF2-40B4-BE49-F238E27FC236}">
                <a16:creationId xmlns:a16="http://schemas.microsoft.com/office/drawing/2014/main" id="{60FB99D6-8BE6-3843-87F0-1BF2F1338A6C}"/>
              </a:ext>
            </a:extLst>
          </p:cNvPr>
          <p:cNvSpPr/>
          <p:nvPr/>
        </p:nvSpPr>
        <p:spPr>
          <a:xfrm rot="16200000">
            <a:off x="7412966" y="2078967"/>
            <a:ext cx="4779034" cy="4779034"/>
          </a:xfrm>
          <a:prstGeom prst="rtTriangle">
            <a:avLst/>
          </a:prstGeom>
          <a:solidFill>
            <a:schemeClr val="accent3">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20" name="Right Triangle 19">
            <a:extLst>
              <a:ext uri="{FF2B5EF4-FFF2-40B4-BE49-F238E27FC236}">
                <a16:creationId xmlns:a16="http://schemas.microsoft.com/office/drawing/2014/main" id="{7E68A1B2-3ABC-9D4A-B378-06C02AF8EB0C}"/>
              </a:ext>
            </a:extLst>
          </p:cNvPr>
          <p:cNvSpPr/>
          <p:nvPr/>
        </p:nvSpPr>
        <p:spPr>
          <a:xfrm rot="10800000">
            <a:off x="7412966" y="0"/>
            <a:ext cx="4792936" cy="4792936"/>
          </a:xfrm>
          <a:prstGeom prst="rtTriangl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6" name="Right Triangle 5">
            <a:extLst>
              <a:ext uri="{FF2B5EF4-FFF2-40B4-BE49-F238E27FC236}">
                <a16:creationId xmlns:a16="http://schemas.microsoft.com/office/drawing/2014/main" id="{60184228-3525-514A-86C4-3C16B3BD697F}"/>
              </a:ext>
            </a:extLst>
          </p:cNvPr>
          <p:cNvSpPr/>
          <p:nvPr/>
        </p:nvSpPr>
        <p:spPr>
          <a:xfrm rot="16200000">
            <a:off x="7412966" y="2078967"/>
            <a:ext cx="4779034" cy="4779034"/>
          </a:xfrm>
          <a:prstGeom prst="rtTriangle">
            <a:avLst/>
          </a:prstGeom>
          <a:solidFill>
            <a:schemeClr val="accent3">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7" name="Right Triangle 6">
            <a:extLst>
              <a:ext uri="{FF2B5EF4-FFF2-40B4-BE49-F238E27FC236}">
                <a16:creationId xmlns:a16="http://schemas.microsoft.com/office/drawing/2014/main" id="{DB5B8B0E-1006-BC4A-9FBE-4C9A0F8CB908}"/>
              </a:ext>
            </a:extLst>
          </p:cNvPr>
          <p:cNvSpPr/>
          <p:nvPr/>
        </p:nvSpPr>
        <p:spPr>
          <a:xfrm rot="10800000">
            <a:off x="7412966" y="0"/>
            <a:ext cx="4792936" cy="4792936"/>
          </a:xfrm>
          <a:prstGeom prst="rtTriangl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9" name="Right Triangle 8">
            <a:extLst>
              <a:ext uri="{FF2B5EF4-FFF2-40B4-BE49-F238E27FC236}">
                <a16:creationId xmlns:a16="http://schemas.microsoft.com/office/drawing/2014/main" id="{CD6377F4-2164-4C47-B26D-2B2C92B343C5}"/>
              </a:ext>
            </a:extLst>
          </p:cNvPr>
          <p:cNvSpPr/>
          <p:nvPr/>
        </p:nvSpPr>
        <p:spPr>
          <a:xfrm rot="16200000">
            <a:off x="7412966" y="2078967"/>
            <a:ext cx="4779034" cy="4779034"/>
          </a:xfrm>
          <a:prstGeom prst="rtTriangle">
            <a:avLst/>
          </a:prstGeom>
          <a:solidFill>
            <a:schemeClr val="accent3">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10" name="Right Triangle 9">
            <a:extLst>
              <a:ext uri="{FF2B5EF4-FFF2-40B4-BE49-F238E27FC236}">
                <a16:creationId xmlns:a16="http://schemas.microsoft.com/office/drawing/2014/main" id="{50D1EABC-9772-9C41-B944-B07DB09ED607}"/>
              </a:ext>
            </a:extLst>
          </p:cNvPr>
          <p:cNvSpPr/>
          <p:nvPr/>
        </p:nvSpPr>
        <p:spPr>
          <a:xfrm rot="10800000">
            <a:off x="7412966" y="0"/>
            <a:ext cx="4792936" cy="4792936"/>
          </a:xfrm>
          <a:prstGeom prst="rtTriangl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13" name="Right Triangle 12">
            <a:extLst>
              <a:ext uri="{FF2B5EF4-FFF2-40B4-BE49-F238E27FC236}">
                <a16:creationId xmlns:a16="http://schemas.microsoft.com/office/drawing/2014/main" id="{CCEBED41-AE49-0A45-88A5-DA613F2CC363}"/>
              </a:ext>
            </a:extLst>
          </p:cNvPr>
          <p:cNvSpPr/>
          <p:nvPr/>
        </p:nvSpPr>
        <p:spPr>
          <a:xfrm rot="16200000">
            <a:off x="7412966" y="2078967"/>
            <a:ext cx="4779034" cy="4779034"/>
          </a:xfrm>
          <a:prstGeom prst="rtTriangle">
            <a:avLst/>
          </a:prstGeom>
          <a:solidFill>
            <a:schemeClr val="accent3">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14" name="Right Triangle 13">
            <a:extLst>
              <a:ext uri="{FF2B5EF4-FFF2-40B4-BE49-F238E27FC236}">
                <a16:creationId xmlns:a16="http://schemas.microsoft.com/office/drawing/2014/main" id="{1003DCE0-C55E-6448-AC1E-9D71F3EBB562}"/>
              </a:ext>
            </a:extLst>
          </p:cNvPr>
          <p:cNvSpPr/>
          <p:nvPr/>
        </p:nvSpPr>
        <p:spPr>
          <a:xfrm rot="10800000">
            <a:off x="7412966" y="0"/>
            <a:ext cx="4792936" cy="4792936"/>
          </a:xfrm>
          <a:prstGeom prst="rtTriangl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16" name="Right Triangle 15">
            <a:extLst>
              <a:ext uri="{FF2B5EF4-FFF2-40B4-BE49-F238E27FC236}">
                <a16:creationId xmlns:a16="http://schemas.microsoft.com/office/drawing/2014/main" id="{31979BB4-D02E-AE4E-A8A8-2A7A55AB79CA}"/>
              </a:ext>
            </a:extLst>
          </p:cNvPr>
          <p:cNvSpPr/>
          <p:nvPr/>
        </p:nvSpPr>
        <p:spPr>
          <a:xfrm rot="16200000">
            <a:off x="7412966" y="2078967"/>
            <a:ext cx="4779034" cy="4779034"/>
          </a:xfrm>
          <a:prstGeom prst="rtTriangle">
            <a:avLst/>
          </a:prstGeom>
          <a:solidFill>
            <a:schemeClr val="accent3">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18" name="Right Triangle 17">
            <a:extLst>
              <a:ext uri="{FF2B5EF4-FFF2-40B4-BE49-F238E27FC236}">
                <a16:creationId xmlns:a16="http://schemas.microsoft.com/office/drawing/2014/main" id="{A03168C6-AAF2-8A4D-AE31-BF4FFA4AA02E}"/>
              </a:ext>
            </a:extLst>
          </p:cNvPr>
          <p:cNvSpPr/>
          <p:nvPr/>
        </p:nvSpPr>
        <p:spPr>
          <a:xfrm rot="10800000">
            <a:off x="7412966" y="0"/>
            <a:ext cx="4792936" cy="4792936"/>
          </a:xfrm>
          <a:prstGeom prst="rtTriangl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22" name="Right Triangle 21">
            <a:extLst>
              <a:ext uri="{FF2B5EF4-FFF2-40B4-BE49-F238E27FC236}">
                <a16:creationId xmlns:a16="http://schemas.microsoft.com/office/drawing/2014/main" id="{0F9A8760-B4C4-654E-B224-4A478CF0477F}"/>
              </a:ext>
            </a:extLst>
          </p:cNvPr>
          <p:cNvSpPr/>
          <p:nvPr/>
        </p:nvSpPr>
        <p:spPr>
          <a:xfrm rot="16200000">
            <a:off x="7412966" y="2078967"/>
            <a:ext cx="4779034" cy="4779034"/>
          </a:xfrm>
          <a:prstGeom prst="rtTriangle">
            <a:avLst/>
          </a:prstGeom>
          <a:solidFill>
            <a:schemeClr val="accent3">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23" name="Right Triangle 22">
            <a:extLst>
              <a:ext uri="{FF2B5EF4-FFF2-40B4-BE49-F238E27FC236}">
                <a16:creationId xmlns:a16="http://schemas.microsoft.com/office/drawing/2014/main" id="{2227A6DD-EC13-EF49-9819-F92827EA4822}"/>
              </a:ext>
            </a:extLst>
          </p:cNvPr>
          <p:cNvSpPr/>
          <p:nvPr/>
        </p:nvSpPr>
        <p:spPr>
          <a:xfrm rot="10800000">
            <a:off x="7412966" y="0"/>
            <a:ext cx="4792936" cy="4792936"/>
          </a:xfrm>
          <a:prstGeom prst="rtTriangle">
            <a:avLst/>
          </a:prstGeom>
          <a:solidFill>
            <a:srgbClr val="EB1B2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pic>
        <p:nvPicPr>
          <p:cNvPr id="17" name="Picture 16" descr="11.png"/>
          <p:cNvPicPr>
            <a:picLocks noChangeAspect="1"/>
          </p:cNvPicPr>
          <p:nvPr/>
        </p:nvPicPr>
        <p:blipFill rotWithShape="1">
          <a:blip r:embed="rId2" cstate="print">
            <a:alphaModFix amt="70000"/>
            <a:extLst>
              <a:ext uri="{28A0092B-C50C-407E-A947-70E740481C1C}">
                <a14:useLocalDpi xmlns:a14="http://schemas.microsoft.com/office/drawing/2010/main" val="0"/>
              </a:ext>
            </a:extLst>
          </a:blip>
          <a:srcRect t="-2013" b="2013"/>
          <a:stretch/>
        </p:blipFill>
        <p:spPr>
          <a:xfrm>
            <a:off x="9017001" y="0"/>
            <a:ext cx="3175000" cy="6858000"/>
          </a:xfrm>
          <a:prstGeom prst="rect">
            <a:avLst/>
          </a:prstGeom>
        </p:spPr>
      </p:pic>
      <p:pic>
        <p:nvPicPr>
          <p:cNvPr id="21" name="Picture 20">
            <a:extLst>
              <a:ext uri="{FF2B5EF4-FFF2-40B4-BE49-F238E27FC236}">
                <a16:creationId xmlns:a16="http://schemas.microsoft.com/office/drawing/2014/main" id="{DF656EFA-286F-5E4A-9F0B-E6DE9CBD2207}"/>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72571" y="6020571"/>
            <a:ext cx="1280160" cy="259781"/>
          </a:xfrm>
          <a:prstGeom prst="rect">
            <a:avLst/>
          </a:prstGeom>
        </p:spPr>
      </p:pic>
      <p:sp>
        <p:nvSpPr>
          <p:cNvPr id="4" name="TextBox 3">
            <a:extLst>
              <a:ext uri="{FF2B5EF4-FFF2-40B4-BE49-F238E27FC236}">
                <a16:creationId xmlns:a16="http://schemas.microsoft.com/office/drawing/2014/main" id="{3388527C-82D0-9645-A44A-89CA1AE03B1F}"/>
              </a:ext>
            </a:extLst>
          </p:cNvPr>
          <p:cNvSpPr txBox="1"/>
          <p:nvPr/>
        </p:nvSpPr>
        <p:spPr>
          <a:xfrm>
            <a:off x="872571" y="2644170"/>
            <a:ext cx="5390207" cy="1569660"/>
          </a:xfrm>
          <a:prstGeom prst="rect">
            <a:avLst/>
          </a:prstGeom>
          <a:noFill/>
        </p:spPr>
        <p:txBody>
          <a:bodyPr wrap="square" rtlCol="0">
            <a:spAutoFit/>
          </a:bodyPr>
          <a:lstStyle/>
          <a:p>
            <a:r>
              <a:rPr lang="en-US" sz="4799" b="1" dirty="0"/>
              <a:t>Adaptable.</a:t>
            </a:r>
            <a:br>
              <a:rPr lang="en-US" sz="4799" b="1" dirty="0"/>
            </a:br>
            <a:r>
              <a:rPr lang="en-US" sz="4799" b="1" dirty="0">
                <a:solidFill>
                  <a:srgbClr val="FF0000"/>
                </a:solidFill>
              </a:rPr>
              <a:t>Intelligent.</a:t>
            </a:r>
            <a:endParaRPr lang="en-US" sz="4799" b="1" dirty="0"/>
          </a:p>
        </p:txBody>
      </p:sp>
    </p:spTree>
    <p:extLst>
      <p:ext uri="{BB962C8B-B14F-4D97-AF65-F5344CB8AC3E}">
        <p14:creationId xmlns:p14="http://schemas.microsoft.com/office/powerpoint/2010/main" val="2104809285"/>
      </p:ext>
    </p:extLst>
  </p:cSld>
  <p:clrMapOvr>
    <a:overrideClrMapping bg1="dk1" tx1="lt1" bg2="dk2" tx2="lt2" accent1="accent1" accent2="accent2" accent3="accent3" accent4="accent4" accent5="accent5" accent6="accent6" hlink="hlink" folHlink="folHlink"/>
  </p:clrMapOvr>
  <p:hf hdr="0" dt="0"/>
</p:sldLayout>
</file>

<file path=ppt/slideLayouts/slideLayout30.xml><?xml version="1.0" encoding="utf-8"?>
<p:sldLayout xmlns:a="http://schemas.openxmlformats.org/drawingml/2006/main" xmlns:r="http://schemas.openxmlformats.org/officeDocument/2006/relationships" xmlns:p="http://schemas.openxmlformats.org/presentationml/2006/main" userDrawn="1">
  <p:cSld name="Title and Content Standard">
    <p:spTree>
      <p:nvGrpSpPr>
        <p:cNvPr id="1" name=""/>
        <p:cNvGrpSpPr/>
        <p:nvPr/>
      </p:nvGrpSpPr>
      <p:grpSpPr>
        <a:xfrm>
          <a:off x="0" y="0"/>
          <a:ext cx="0" cy="0"/>
          <a:chOff x="0" y="0"/>
          <a:chExt cx="0" cy="0"/>
        </a:xfrm>
      </p:grpSpPr>
      <p:sp>
        <p:nvSpPr>
          <p:cNvPr id="6" name="Rectangle 11"/>
          <p:cNvSpPr>
            <a:spLocks noGrp="1" noChangeArrowheads="1"/>
          </p:cNvSpPr>
          <p:nvPr>
            <p:ph type="title"/>
          </p:nvPr>
        </p:nvSpPr>
        <p:spPr bwMode="auto">
          <a:xfrm>
            <a:off x="1083733" y="209551"/>
            <a:ext cx="10498667" cy="530352"/>
          </a:xfrm>
          <a:prstGeom prst="rect">
            <a:avLst/>
          </a:prstGeom>
          <a:noFill/>
          <a:ln w="9525">
            <a:noFill/>
            <a:miter lim="800000"/>
            <a:headEnd/>
            <a:tailEnd/>
          </a:ln>
        </p:spPr>
        <p:txBody>
          <a:bodyPr vert="horz" wrap="square" lIns="0" tIns="45720" rIns="91440" bIns="45720" numCol="1" anchor="t" anchorCtr="0" compatLnSpc="1">
            <a:prstTxWarp prst="textNoShape">
              <a:avLst/>
            </a:prstTxWarp>
          </a:bodyPr>
          <a:lstStyle/>
          <a:p>
            <a:pPr lvl="0"/>
            <a:r>
              <a:rPr lang="en-US"/>
              <a:t>Click to edit Master title style</a:t>
            </a:r>
            <a:endParaRPr lang="en-US" dirty="0"/>
          </a:p>
        </p:txBody>
      </p:sp>
      <p:sp>
        <p:nvSpPr>
          <p:cNvPr id="7" name="Text Placeholder 2">
            <a:extLst>
              <a:ext uri="{FF2B5EF4-FFF2-40B4-BE49-F238E27FC236}">
                <a16:creationId xmlns:a16="http://schemas.microsoft.com/office/drawing/2014/main" id="{05291621-6843-4BD2-8CFB-1F4A13868121}"/>
              </a:ext>
            </a:extLst>
          </p:cNvPr>
          <p:cNvSpPr>
            <a:spLocks noGrp="1"/>
          </p:cNvSpPr>
          <p:nvPr>
            <p:ph idx="1"/>
          </p:nvPr>
        </p:nvSpPr>
        <p:spPr>
          <a:xfrm>
            <a:off x="1075265" y="1190548"/>
            <a:ext cx="10515600" cy="4756356"/>
          </a:xfrm>
          <a:prstGeom prst="rect">
            <a:avLst/>
          </a:prstGeom>
        </p:spPr>
        <p:txBody>
          <a:bodyPr vert="horz" lIns="91440" tIns="45720" rIns="91440" bIns="45720" rtlCol="0">
            <a:noAutofit/>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Slide Number Placeholder 8">
            <a:extLst>
              <a:ext uri="{FF2B5EF4-FFF2-40B4-BE49-F238E27FC236}">
                <a16:creationId xmlns:a16="http://schemas.microsoft.com/office/drawing/2014/main" id="{6266F70A-0A22-4E0D-AA56-A28D2301ED83}"/>
              </a:ext>
            </a:extLst>
          </p:cNvPr>
          <p:cNvSpPr>
            <a:spLocks noGrp="1"/>
          </p:cNvSpPr>
          <p:nvPr>
            <p:ph type="sldNum" sz="quarter" idx="10"/>
          </p:nvPr>
        </p:nvSpPr>
        <p:spPr>
          <a:xfrm>
            <a:off x="609600" y="6577016"/>
            <a:ext cx="1724557" cy="244475"/>
          </a:xfrm>
        </p:spPr>
        <p:txBody>
          <a:bodyPr/>
          <a:lstStyle/>
          <a:p>
            <a:pPr>
              <a:defRPr/>
            </a:pPr>
            <a:r>
              <a:rPr lang="en-US" dirty="0"/>
              <a:t>Data Types 14- </a:t>
            </a:r>
            <a:fld id="{060BD193-E118-4B16-863C-C8C12C675E3E}" type="slidenum">
              <a:rPr lang="en-US" smtClean="0"/>
              <a:pPr>
                <a:defRPr/>
              </a:pPr>
              <a:t>‹#›</a:t>
            </a:fld>
            <a:endParaRPr lang="en-US" dirty="0"/>
          </a:p>
        </p:txBody>
      </p:sp>
    </p:spTree>
    <p:extLst>
      <p:ext uri="{BB962C8B-B14F-4D97-AF65-F5344CB8AC3E}">
        <p14:creationId xmlns:p14="http://schemas.microsoft.com/office/powerpoint/2010/main" val="2276680844"/>
      </p:ext>
    </p:extLst>
  </p:cSld>
  <p:clrMapOvr>
    <a:masterClrMapping/>
  </p:clrMapOvr>
  <p:hf hdr="0" dt="0"/>
</p:sldLayout>
</file>

<file path=ppt/slideLayouts/slideLayout31.xml><?xml version="1.0" encoding="utf-8"?>
<p:sldLayout xmlns:a="http://schemas.openxmlformats.org/drawingml/2006/main" xmlns:r="http://schemas.openxmlformats.org/officeDocument/2006/relationships" xmlns:p="http://schemas.openxmlformats.org/presentationml/2006/main">
  <p:cSld name="Title No Body Copy">
    <p:spTree>
      <p:nvGrpSpPr>
        <p:cNvPr id="1" name=""/>
        <p:cNvGrpSpPr/>
        <p:nvPr/>
      </p:nvGrpSpPr>
      <p:grpSpPr>
        <a:xfrm>
          <a:off x="0" y="0"/>
          <a:ext cx="0" cy="0"/>
          <a:chOff x="0" y="0"/>
          <a:chExt cx="0" cy="0"/>
        </a:xfrm>
      </p:grpSpPr>
      <p:sp>
        <p:nvSpPr>
          <p:cNvPr id="4" name="Title 1"/>
          <p:cNvSpPr>
            <a:spLocks noGrp="1"/>
          </p:cNvSpPr>
          <p:nvPr>
            <p:ph type="title"/>
          </p:nvPr>
        </p:nvSpPr>
        <p:spPr>
          <a:xfrm>
            <a:off x="1083734" y="209551"/>
            <a:ext cx="11017956" cy="530352"/>
          </a:xfrm>
        </p:spPr>
        <p:txBody>
          <a:bodyPr/>
          <a:lstStyle/>
          <a:p>
            <a:r>
              <a:rPr lang="en-US"/>
              <a:t>Click to edit Master title style</a:t>
            </a:r>
          </a:p>
        </p:txBody>
      </p:sp>
      <p:sp>
        <p:nvSpPr>
          <p:cNvPr id="6" name="Slide Number Placeholder 8">
            <a:extLst>
              <a:ext uri="{FF2B5EF4-FFF2-40B4-BE49-F238E27FC236}">
                <a16:creationId xmlns:a16="http://schemas.microsoft.com/office/drawing/2014/main" id="{BC64BAE6-8F80-43CE-B8E7-6E0B6BFFBD18}"/>
              </a:ext>
            </a:extLst>
          </p:cNvPr>
          <p:cNvSpPr>
            <a:spLocks noGrp="1"/>
          </p:cNvSpPr>
          <p:nvPr>
            <p:ph type="sldNum" sz="quarter" idx="10"/>
          </p:nvPr>
        </p:nvSpPr>
        <p:spPr>
          <a:xfrm>
            <a:off x="609600" y="6577016"/>
            <a:ext cx="2068461" cy="244475"/>
          </a:xfrm>
        </p:spPr>
        <p:txBody>
          <a:bodyPr/>
          <a:lstStyle/>
          <a:p>
            <a:pPr>
              <a:defRPr/>
            </a:pPr>
            <a:r>
              <a:rPr lang="en-US" dirty="0"/>
              <a:t>Data Types 14- </a:t>
            </a:r>
            <a:fld id="{060BD193-E118-4B16-863C-C8C12C675E3E}" type="slidenum">
              <a:rPr lang="en-US" smtClean="0"/>
              <a:pPr>
                <a:defRPr/>
              </a:pPr>
              <a:t>‹#›</a:t>
            </a:fld>
            <a:endParaRPr lang="en-US" dirty="0"/>
          </a:p>
        </p:txBody>
      </p:sp>
    </p:spTree>
    <p:extLst>
      <p:ext uri="{BB962C8B-B14F-4D97-AF65-F5344CB8AC3E}">
        <p14:creationId xmlns:p14="http://schemas.microsoft.com/office/powerpoint/2010/main" val="2948438795"/>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hf hdr="0" dt="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slideLayout" Target="../slideLayouts/slideLayout24.xml"/><Relationship Id="rId18" Type="http://schemas.openxmlformats.org/officeDocument/2006/relationships/slideLayout" Target="../slideLayouts/slideLayout29.xml"/><Relationship Id="rId3" Type="http://schemas.openxmlformats.org/officeDocument/2006/relationships/slideLayout" Target="../slideLayouts/slideLayout14.xml"/><Relationship Id="rId21" Type="http://schemas.openxmlformats.org/officeDocument/2006/relationships/theme" Target="../theme/theme2.xml"/><Relationship Id="rId7" Type="http://schemas.openxmlformats.org/officeDocument/2006/relationships/slideLayout" Target="../slideLayouts/slideLayout18.xml"/><Relationship Id="rId12" Type="http://schemas.openxmlformats.org/officeDocument/2006/relationships/slideLayout" Target="../slideLayouts/slideLayout23.xml"/><Relationship Id="rId17" Type="http://schemas.openxmlformats.org/officeDocument/2006/relationships/slideLayout" Target="../slideLayouts/slideLayout28.xml"/><Relationship Id="rId2" Type="http://schemas.openxmlformats.org/officeDocument/2006/relationships/slideLayout" Target="../slideLayouts/slideLayout13.xml"/><Relationship Id="rId16" Type="http://schemas.openxmlformats.org/officeDocument/2006/relationships/slideLayout" Target="../slideLayouts/slideLayout27.xml"/><Relationship Id="rId20" Type="http://schemas.openxmlformats.org/officeDocument/2006/relationships/slideLayout" Target="../slideLayouts/slideLayout31.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5" Type="http://schemas.openxmlformats.org/officeDocument/2006/relationships/slideLayout" Target="../slideLayouts/slideLayout26.xml"/><Relationship Id="rId23" Type="http://schemas.openxmlformats.org/officeDocument/2006/relationships/image" Target="../media/image7.png"/><Relationship Id="rId10" Type="http://schemas.openxmlformats.org/officeDocument/2006/relationships/slideLayout" Target="../slideLayouts/slideLayout21.xml"/><Relationship Id="rId19" Type="http://schemas.openxmlformats.org/officeDocument/2006/relationships/slideLayout" Target="../slideLayouts/slideLayout30.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4" Type="http://schemas.openxmlformats.org/officeDocument/2006/relationships/slideLayout" Target="../slideLayouts/slideLayout25.xml"/><Relationship Id="rId22" Type="http://schemas.openxmlformats.org/officeDocument/2006/relationships/image" Target="../media/image6.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79121" y="234696"/>
            <a:ext cx="11033760" cy="975360"/>
          </a:xfrm>
          <a:prstGeom prst="rect">
            <a:avLst/>
          </a:prstGeom>
        </p:spPr>
        <p:txBody>
          <a:bodyPr vert="horz" lIns="91440" tIns="45720" rIns="91440" bIns="45720" rtlCol="0" anchor="t" anchorCtr="0">
            <a:noAutofit/>
          </a:bodyPr>
          <a:lstStyle/>
          <a:p>
            <a:r>
              <a:rPr lang="en-US"/>
              <a:t>Click to edit Master title style</a:t>
            </a:r>
          </a:p>
        </p:txBody>
      </p:sp>
      <p:sp>
        <p:nvSpPr>
          <p:cNvPr id="3" name="Text Placeholder 2"/>
          <p:cNvSpPr>
            <a:spLocks noGrp="1"/>
          </p:cNvSpPr>
          <p:nvPr>
            <p:ph type="body" idx="1"/>
          </p:nvPr>
        </p:nvSpPr>
        <p:spPr>
          <a:xfrm>
            <a:off x="579121" y="1470401"/>
            <a:ext cx="11033760" cy="4632960"/>
          </a:xfrm>
          <a:prstGeom prst="rect">
            <a:avLst/>
          </a:prstGeom>
        </p:spPr>
        <p:txBody>
          <a:bodyPr vert="horz" lIns="91440" tIns="45720" rIns="91440" bIns="45720" rtlCol="0">
            <a:no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pic>
        <p:nvPicPr>
          <p:cNvPr id="7" name="Picture 6">
            <a:extLst>
              <a:ext uri="{FF2B5EF4-FFF2-40B4-BE49-F238E27FC236}">
                <a16:creationId xmlns:a16="http://schemas.microsoft.com/office/drawing/2014/main" id="{BCBBAE11-7273-0744-B2EB-4D22266C9B89}"/>
              </a:ext>
            </a:extLst>
          </p:cNvPr>
          <p:cNvPicPr>
            <a:picLocks noChangeAspect="1"/>
          </p:cNvPicPr>
          <p:nvPr userDrawn="1"/>
        </p:nvPicPr>
        <p:blipFill>
          <a:blip r:embed="rId13"/>
          <a:stretch>
            <a:fillRect/>
          </a:stretch>
        </p:blipFill>
        <p:spPr>
          <a:xfrm>
            <a:off x="11028823" y="6279370"/>
            <a:ext cx="576531" cy="357077"/>
          </a:xfrm>
          <a:prstGeom prst="rect">
            <a:avLst/>
          </a:prstGeom>
        </p:spPr>
      </p:pic>
      <p:sp>
        <p:nvSpPr>
          <p:cNvPr id="8" name="fc" descr="&#10;© Copyright 2022 AMD">
            <a:extLst>
              <a:ext uri="{FF2B5EF4-FFF2-40B4-BE49-F238E27FC236}">
                <a16:creationId xmlns:a16="http://schemas.microsoft.com/office/drawing/2014/main" id="{980697B6-6C08-4ACE-A155-0EE7B81EED24}"/>
              </a:ext>
            </a:extLst>
          </p:cNvPr>
          <p:cNvSpPr txBox="1"/>
          <p:nvPr userDrawn="1"/>
        </p:nvSpPr>
        <p:spPr>
          <a:xfrm>
            <a:off x="0" y="6512560"/>
            <a:ext cx="12192000" cy="230832"/>
          </a:xfrm>
          <a:prstGeom prst="rect">
            <a:avLst/>
          </a:prstGeom>
          <a:noFill/>
        </p:spPr>
        <p:txBody>
          <a:bodyPr vert="horz" rtlCol="0">
            <a:spAutoFit/>
          </a:bodyPr>
          <a:lstStyle/>
          <a:p>
            <a:pPr algn="ctr"/>
            <a:r>
              <a:rPr lang="en-US" sz="900" b="0" i="0" u="none" strike="noStrike" kern="1200" baseline="0" dirty="0">
                <a:solidFill>
                  <a:schemeClr val="tx1"/>
                </a:solidFill>
                <a:latin typeface="+mn-lt"/>
                <a:ea typeface="+mn-ea"/>
                <a:cs typeface="+mn-cs"/>
              </a:rPr>
              <a:t>©2022 Advanced Micro Devices, Inc.</a:t>
            </a:r>
            <a:endParaRPr lang="en-US" sz="850" b="0" i="0" u="none" baseline="0" dirty="0">
              <a:solidFill>
                <a:srgbClr val="000000"/>
              </a:solidFill>
              <a:latin typeface="Microsoft Sans Serif" panose="020B0604020202020204" pitchFamily="34" charset="0"/>
            </a:endParaRPr>
          </a:p>
        </p:txBody>
      </p:sp>
      <p:sp>
        <p:nvSpPr>
          <p:cNvPr id="9" name="Slide Number Placeholder 7">
            <a:extLst>
              <a:ext uri="{FF2B5EF4-FFF2-40B4-BE49-F238E27FC236}">
                <a16:creationId xmlns:a16="http://schemas.microsoft.com/office/drawing/2014/main" id="{7CC0ED11-070A-4630-A506-00CB11187868}"/>
              </a:ext>
            </a:extLst>
          </p:cNvPr>
          <p:cNvSpPr>
            <a:spLocks noGrp="1"/>
          </p:cNvSpPr>
          <p:nvPr>
            <p:ph type="sldNum" sz="quarter" idx="4"/>
          </p:nvPr>
        </p:nvSpPr>
        <p:spPr>
          <a:xfrm>
            <a:off x="579120" y="6325606"/>
            <a:ext cx="2206217" cy="365125"/>
          </a:xfrm>
          <a:prstGeom prst="rect">
            <a:avLst/>
          </a:prstGeom>
        </p:spPr>
        <p:txBody>
          <a:bodyPr/>
          <a:lstStyle>
            <a:lvl1pPr>
              <a:defRPr sz="1200"/>
            </a:lvl1pPr>
          </a:lstStyle>
          <a:p>
            <a:pPr>
              <a:defRPr/>
            </a:pPr>
            <a:r>
              <a:rPr lang="en-US" dirty="0"/>
              <a:t>Intro to HLS 11- </a:t>
            </a:r>
            <a:fld id="{060BD193-E118-4B16-863C-C8C12C675E3E}" type="slidenum">
              <a:rPr lang="en-US" smtClean="0"/>
              <a:pPr>
                <a:defRPr/>
              </a:pPr>
              <a:t>‹#›</a:t>
            </a:fld>
            <a:endParaRPr lang="en-US" dirty="0"/>
          </a:p>
        </p:txBody>
      </p:sp>
    </p:spTree>
    <p:extLst>
      <p:ext uri="{BB962C8B-B14F-4D97-AF65-F5344CB8AC3E}">
        <p14:creationId xmlns:p14="http://schemas.microsoft.com/office/powerpoint/2010/main" val="3868898160"/>
      </p:ext>
    </p:extLst>
  </p:cSld>
  <p:clrMap bg1="lt1" tx1="dk1" bg2="lt2" tx2="dk2" accent1="accent1" accent2="accent2" accent3="accent3" accent4="accent4" accent5="accent5" accent6="accent6" hlink="hlink" folHlink="folHlink"/>
  <p:sldLayoutIdLst>
    <p:sldLayoutId id="2147483985" r:id="rId1"/>
    <p:sldLayoutId id="2147483983" r:id="rId2"/>
    <p:sldLayoutId id="2147483979" r:id="rId3"/>
    <p:sldLayoutId id="2147483973" r:id="rId4"/>
    <p:sldLayoutId id="2147483938" r:id="rId5"/>
    <p:sldLayoutId id="2147483961" r:id="rId6"/>
    <p:sldLayoutId id="2147483982" r:id="rId7"/>
    <p:sldLayoutId id="2147483986" r:id="rId8"/>
    <p:sldLayoutId id="2147483964" r:id="rId9"/>
    <p:sldLayoutId id="2147483987" r:id="rId10"/>
    <p:sldLayoutId id="2147483988" r:id="rId11"/>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ftr="0" dt="0"/>
  <p:txStyles>
    <p:titleStyle>
      <a:lvl1pPr algn="l" defTabSz="914445" rtl="0" eaLnBrk="1" latinLnBrk="0" hangingPunct="1">
        <a:lnSpc>
          <a:spcPct val="90000"/>
        </a:lnSpc>
        <a:spcBef>
          <a:spcPct val="0"/>
        </a:spcBef>
        <a:buNone/>
        <a:defRPr lang="en-US" sz="3200" b="1" i="0" kern="1200" dirty="0" smtClean="0">
          <a:solidFill>
            <a:schemeClr val="tx1"/>
          </a:solidFill>
          <a:latin typeface="Arial" charset="0"/>
          <a:ea typeface="+mj-ea"/>
          <a:cs typeface="Arial" charset="0"/>
        </a:defRPr>
      </a:lvl1pPr>
    </p:titleStyle>
    <p:bodyStyle>
      <a:lvl1pPr marL="234962" indent="-234962" algn="l" defTabSz="1219261" rtl="0" eaLnBrk="1" latinLnBrk="0" hangingPunct="1">
        <a:lnSpc>
          <a:spcPct val="100000"/>
        </a:lnSpc>
        <a:spcBef>
          <a:spcPts val="1600"/>
        </a:spcBef>
        <a:buClr>
          <a:schemeClr val="accent1"/>
        </a:buClr>
        <a:buSzPct val="80000"/>
        <a:buFont typeface="Webdings" panose="05030102010509060703" pitchFamily="18" charset="2"/>
        <a:buChar char="4"/>
        <a:defRPr lang="en-US" sz="2400" b="0" kern="1200" dirty="0" smtClean="0">
          <a:solidFill>
            <a:schemeClr val="tx1"/>
          </a:solidFill>
          <a:latin typeface="Arial" panose="020B0604020202020204" pitchFamily="34" charset="0"/>
          <a:ea typeface="+mn-ea"/>
          <a:cs typeface="Arial" panose="020B0604020202020204" pitchFamily="34" charset="0"/>
        </a:defRPr>
      </a:lvl1pPr>
      <a:lvl2pPr marL="452989" indent="-220144" algn="l" defTabSz="914445" rtl="0" eaLnBrk="1" latinLnBrk="0" hangingPunct="1">
        <a:lnSpc>
          <a:spcPct val="95000"/>
        </a:lnSpc>
        <a:spcBef>
          <a:spcPts val="600"/>
        </a:spcBef>
        <a:buClr>
          <a:schemeClr val="accent1"/>
        </a:buClr>
        <a:buSzPct val="80000"/>
        <a:buFont typeface="Wingdings 3" panose="05040102010807070707" pitchFamily="18" charset="2"/>
        <a:buChar char="¬"/>
        <a:defRPr lang="en-US" sz="2000" kern="1200" dirty="0" smtClean="0">
          <a:solidFill>
            <a:schemeClr val="tx1"/>
          </a:solidFill>
          <a:latin typeface="Arial" panose="020B0604020202020204" pitchFamily="34" charset="0"/>
          <a:ea typeface="+mn-ea"/>
          <a:cs typeface="Arial" panose="020B0604020202020204" pitchFamily="34" charset="0"/>
        </a:defRPr>
      </a:lvl2pPr>
      <a:lvl3pPr marL="685835" indent="-232845" algn="l" defTabSz="914445" rtl="0" eaLnBrk="1" latinLnBrk="0" hangingPunct="1">
        <a:lnSpc>
          <a:spcPct val="95000"/>
        </a:lnSpc>
        <a:spcBef>
          <a:spcPts val="833"/>
        </a:spcBef>
        <a:buClr>
          <a:schemeClr val="tx1"/>
        </a:buClr>
        <a:buSzPct val="80000"/>
        <a:buFont typeface="Wingdings 3" panose="05040102010807070707" pitchFamily="18" charset="2"/>
        <a:buChar char="¬"/>
        <a:defRPr lang="en-US" sz="1600" kern="1200" dirty="0" smtClean="0">
          <a:solidFill>
            <a:schemeClr val="tx1"/>
          </a:solidFill>
          <a:latin typeface="Arial" panose="020B0604020202020204" pitchFamily="34" charset="0"/>
          <a:ea typeface="+mn-ea"/>
          <a:cs typeface="Arial" panose="020B0604020202020204" pitchFamily="34" charset="0"/>
        </a:defRPr>
      </a:lvl3pPr>
      <a:lvl4pPr marL="916563" indent="-230729" algn="l" defTabSz="914445" rtl="0" eaLnBrk="1" latinLnBrk="0" hangingPunct="1">
        <a:lnSpc>
          <a:spcPct val="95000"/>
        </a:lnSpc>
        <a:spcBef>
          <a:spcPts val="833"/>
        </a:spcBef>
        <a:buClr>
          <a:schemeClr val="tx1"/>
        </a:buClr>
        <a:buSzPct val="80000"/>
        <a:buFont typeface="Wingdings 3" panose="05040102010807070707" pitchFamily="18" charset="2"/>
        <a:buChar char="¬"/>
        <a:defRPr lang="en-US" sz="1600" kern="1200" dirty="0" smtClean="0">
          <a:solidFill>
            <a:schemeClr val="tx1"/>
          </a:solidFill>
          <a:latin typeface="Arial" panose="020B0604020202020204" pitchFamily="34" charset="0"/>
          <a:ea typeface="+mn-ea"/>
          <a:cs typeface="Arial" panose="020B0604020202020204" pitchFamily="34" charset="0"/>
        </a:defRPr>
      </a:lvl4pPr>
      <a:lvl5pPr marL="1138824" indent="-222262" algn="l" defTabSz="914445" rtl="0" eaLnBrk="1" latinLnBrk="0" hangingPunct="1">
        <a:lnSpc>
          <a:spcPct val="95000"/>
        </a:lnSpc>
        <a:spcBef>
          <a:spcPts val="833"/>
        </a:spcBef>
        <a:buClr>
          <a:schemeClr val="tx1"/>
        </a:buClr>
        <a:buSzPct val="80000"/>
        <a:buFont typeface="Wingdings 3" panose="05040102010807070707" pitchFamily="18" charset="2"/>
        <a:buChar char="¬"/>
        <a:tabLst/>
        <a:defRPr lang="en-US" sz="1600" kern="1200" dirty="0">
          <a:solidFill>
            <a:schemeClr val="tx1"/>
          </a:solidFill>
          <a:latin typeface="Arial" panose="020B0604020202020204" pitchFamily="34" charset="0"/>
          <a:ea typeface="+mn-ea"/>
          <a:cs typeface="Arial" panose="020B0604020202020204" pitchFamily="34" charset="0"/>
        </a:defRPr>
      </a:lvl5pPr>
      <a:lvl6pPr marL="2514725" indent="-228612" algn="l" defTabSz="914445" rtl="0" eaLnBrk="1" latinLnBrk="0" hangingPunct="1">
        <a:lnSpc>
          <a:spcPct val="90000"/>
        </a:lnSpc>
        <a:spcBef>
          <a:spcPts val="500"/>
        </a:spcBef>
        <a:buFont typeface="Arial" panose="020B0604020202020204" pitchFamily="34" charset="0"/>
        <a:buChar char="•"/>
        <a:defRPr sz="1801" kern="1200">
          <a:solidFill>
            <a:schemeClr val="tx1"/>
          </a:solidFill>
          <a:latin typeface="+mn-lt"/>
          <a:ea typeface="+mn-ea"/>
          <a:cs typeface="+mn-cs"/>
        </a:defRPr>
      </a:lvl6pPr>
      <a:lvl7pPr marL="2971948" indent="-228612" algn="l" defTabSz="914445" rtl="0" eaLnBrk="1" latinLnBrk="0" hangingPunct="1">
        <a:lnSpc>
          <a:spcPct val="90000"/>
        </a:lnSpc>
        <a:spcBef>
          <a:spcPts val="500"/>
        </a:spcBef>
        <a:buFont typeface="Arial" panose="020B0604020202020204" pitchFamily="34" charset="0"/>
        <a:buChar char="•"/>
        <a:defRPr sz="1801" kern="1200">
          <a:solidFill>
            <a:schemeClr val="tx1"/>
          </a:solidFill>
          <a:latin typeface="+mn-lt"/>
          <a:ea typeface="+mn-ea"/>
          <a:cs typeface="+mn-cs"/>
        </a:defRPr>
      </a:lvl7pPr>
      <a:lvl8pPr marL="3429171" indent="-228612" algn="l" defTabSz="914445" rtl="0" eaLnBrk="1" latinLnBrk="0" hangingPunct="1">
        <a:lnSpc>
          <a:spcPct val="90000"/>
        </a:lnSpc>
        <a:spcBef>
          <a:spcPts val="500"/>
        </a:spcBef>
        <a:buFont typeface="Arial" panose="020B0604020202020204" pitchFamily="34" charset="0"/>
        <a:buChar char="•"/>
        <a:defRPr sz="1801" kern="1200">
          <a:solidFill>
            <a:schemeClr val="tx1"/>
          </a:solidFill>
          <a:latin typeface="+mn-lt"/>
          <a:ea typeface="+mn-ea"/>
          <a:cs typeface="+mn-cs"/>
        </a:defRPr>
      </a:lvl8pPr>
      <a:lvl9pPr marL="3886394" indent="-228612" algn="l" defTabSz="914445" rtl="0" eaLnBrk="1" latinLnBrk="0" hangingPunct="1">
        <a:lnSpc>
          <a:spcPct val="90000"/>
        </a:lnSpc>
        <a:spcBef>
          <a:spcPts val="500"/>
        </a:spcBef>
        <a:buFont typeface="Arial" panose="020B0604020202020204" pitchFamily="34" charset="0"/>
        <a:buChar char="•"/>
        <a:defRPr sz="1801" kern="1200">
          <a:solidFill>
            <a:schemeClr val="tx1"/>
          </a:solidFill>
          <a:latin typeface="+mn-lt"/>
          <a:ea typeface="+mn-ea"/>
          <a:cs typeface="+mn-cs"/>
        </a:defRPr>
      </a:lvl9pPr>
    </p:bodyStyle>
    <p:otherStyle>
      <a:defPPr>
        <a:defRPr lang="en-US"/>
      </a:defPPr>
      <a:lvl1pPr marL="0" algn="l" defTabSz="914445" rtl="0" eaLnBrk="1" latinLnBrk="0" hangingPunct="1">
        <a:defRPr sz="1801" kern="1200">
          <a:solidFill>
            <a:schemeClr val="tx1"/>
          </a:solidFill>
          <a:latin typeface="+mn-lt"/>
          <a:ea typeface="+mn-ea"/>
          <a:cs typeface="+mn-cs"/>
        </a:defRPr>
      </a:lvl1pPr>
      <a:lvl2pPr marL="457223" algn="l" defTabSz="914445" rtl="0" eaLnBrk="1" latinLnBrk="0" hangingPunct="1">
        <a:defRPr sz="1801" kern="1200">
          <a:solidFill>
            <a:schemeClr val="tx1"/>
          </a:solidFill>
          <a:latin typeface="+mn-lt"/>
          <a:ea typeface="+mn-ea"/>
          <a:cs typeface="+mn-cs"/>
        </a:defRPr>
      </a:lvl2pPr>
      <a:lvl3pPr marL="914445" algn="l" defTabSz="914445" rtl="0" eaLnBrk="1" latinLnBrk="0" hangingPunct="1">
        <a:defRPr sz="1801" kern="1200">
          <a:solidFill>
            <a:schemeClr val="tx1"/>
          </a:solidFill>
          <a:latin typeface="+mn-lt"/>
          <a:ea typeface="+mn-ea"/>
          <a:cs typeface="+mn-cs"/>
        </a:defRPr>
      </a:lvl3pPr>
      <a:lvl4pPr marL="1371668" algn="l" defTabSz="914445" rtl="0" eaLnBrk="1" latinLnBrk="0" hangingPunct="1">
        <a:defRPr sz="1801" kern="1200">
          <a:solidFill>
            <a:schemeClr val="tx1"/>
          </a:solidFill>
          <a:latin typeface="+mn-lt"/>
          <a:ea typeface="+mn-ea"/>
          <a:cs typeface="+mn-cs"/>
        </a:defRPr>
      </a:lvl4pPr>
      <a:lvl5pPr marL="1828892" algn="l" defTabSz="914445" rtl="0" eaLnBrk="1" latinLnBrk="0" hangingPunct="1">
        <a:defRPr sz="1801" kern="1200">
          <a:solidFill>
            <a:schemeClr val="tx1"/>
          </a:solidFill>
          <a:latin typeface="+mn-lt"/>
          <a:ea typeface="+mn-ea"/>
          <a:cs typeface="+mn-cs"/>
        </a:defRPr>
      </a:lvl5pPr>
      <a:lvl6pPr marL="2286115" algn="l" defTabSz="914445" rtl="0" eaLnBrk="1" latinLnBrk="0" hangingPunct="1">
        <a:defRPr sz="1801" kern="1200">
          <a:solidFill>
            <a:schemeClr val="tx1"/>
          </a:solidFill>
          <a:latin typeface="+mn-lt"/>
          <a:ea typeface="+mn-ea"/>
          <a:cs typeface="+mn-cs"/>
        </a:defRPr>
      </a:lvl6pPr>
      <a:lvl7pPr marL="2743337" algn="l" defTabSz="914445" rtl="0" eaLnBrk="1" latinLnBrk="0" hangingPunct="1">
        <a:defRPr sz="1801" kern="1200">
          <a:solidFill>
            <a:schemeClr val="tx1"/>
          </a:solidFill>
          <a:latin typeface="+mn-lt"/>
          <a:ea typeface="+mn-ea"/>
          <a:cs typeface="+mn-cs"/>
        </a:defRPr>
      </a:lvl7pPr>
      <a:lvl8pPr marL="3200560" algn="l" defTabSz="914445" rtl="0" eaLnBrk="1" latinLnBrk="0" hangingPunct="1">
        <a:defRPr sz="1801" kern="1200">
          <a:solidFill>
            <a:schemeClr val="tx1"/>
          </a:solidFill>
          <a:latin typeface="+mn-lt"/>
          <a:ea typeface="+mn-ea"/>
          <a:cs typeface="+mn-cs"/>
        </a:defRPr>
      </a:lvl8pPr>
      <a:lvl9pPr marL="3657783" algn="l" defTabSz="914445" rtl="0" eaLnBrk="1" latinLnBrk="0" hangingPunct="1">
        <a:defRPr sz="1801"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guide id="3" orient="horz" pos="4176" userDrawn="1">
          <p15:clr>
            <a:srgbClr val="F26B43"/>
          </p15:clr>
        </p15:guide>
        <p15:guide id="4" pos="448" userDrawn="1">
          <p15:clr>
            <a:srgbClr val="F26B43"/>
          </p15:clr>
        </p15:guide>
        <p15:guide id="5" pos="7232" userDrawn="1">
          <p15:clr>
            <a:srgbClr val="F26B43"/>
          </p15:clr>
        </p15:guide>
        <p15:guide id="6" orient="horz" pos="208" userDrawn="1">
          <p15:clr>
            <a:srgbClr val="F26B43"/>
          </p15:clr>
        </p15:guide>
        <p15:guide id="7" orient="horz" pos="976" userDrawn="1">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1793" y="210312"/>
            <a:ext cx="10541508" cy="502920"/>
          </a:xfrm>
          <a:prstGeom prst="rect">
            <a:avLst/>
          </a:prstGeom>
        </p:spPr>
        <p:txBody>
          <a:bodyPr vert="horz" lIns="91440" tIns="45720" rIns="91440" bIns="45720" rtlCol="0" anchor="t" anchorCtr="0">
            <a:noAutofit/>
          </a:bodyPr>
          <a:lstStyle/>
          <a:p>
            <a:r>
              <a:rPr lang="en-US" altLang="zh-CN"/>
              <a:t>Click to edit Master title style</a:t>
            </a:r>
            <a:endParaRPr lang="en-US" dirty="0"/>
          </a:p>
        </p:txBody>
      </p:sp>
      <p:sp>
        <p:nvSpPr>
          <p:cNvPr id="3" name="Text Placeholder 2"/>
          <p:cNvSpPr>
            <a:spLocks noGrp="1"/>
          </p:cNvSpPr>
          <p:nvPr>
            <p:ph type="body" idx="1"/>
          </p:nvPr>
        </p:nvSpPr>
        <p:spPr>
          <a:xfrm>
            <a:off x="647700" y="1344168"/>
            <a:ext cx="10515600" cy="4756356"/>
          </a:xfrm>
          <a:prstGeom prst="rect">
            <a:avLst/>
          </a:prstGeom>
        </p:spPr>
        <p:txBody>
          <a:bodyPr vert="horz" lIns="91440" tIns="45720" rIns="91440" bIns="45720" rtlCol="0">
            <a:noAutofit/>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object 6"/>
          <p:cNvSpPr/>
          <p:nvPr/>
        </p:nvSpPr>
        <p:spPr>
          <a:xfrm>
            <a:off x="0" y="0"/>
            <a:ext cx="647700" cy="647700"/>
          </a:xfrm>
          <a:custGeom>
            <a:avLst/>
            <a:gdLst/>
            <a:ahLst/>
            <a:cxnLst/>
            <a:rect l="l" t="t" r="r" b="b"/>
            <a:pathLst>
              <a:path w="863600" h="863600">
                <a:moveTo>
                  <a:pt x="863600" y="0"/>
                </a:moveTo>
                <a:lnTo>
                  <a:pt x="0" y="0"/>
                </a:lnTo>
                <a:lnTo>
                  <a:pt x="0" y="863600"/>
                </a:lnTo>
                <a:lnTo>
                  <a:pt x="863600" y="0"/>
                </a:lnTo>
                <a:close/>
              </a:path>
            </a:pathLst>
          </a:custGeom>
          <a:solidFill>
            <a:srgbClr val="F11212"/>
          </a:solidFill>
        </p:spPr>
        <p:txBody>
          <a:bodyPr wrap="square" lIns="0" tIns="0" rIns="0" bIns="0" rtlCol="0"/>
          <a:lstStyle/>
          <a:p>
            <a:endParaRPr sz="1013"/>
          </a:p>
        </p:txBody>
      </p:sp>
      <p:sp>
        <p:nvSpPr>
          <p:cNvPr id="5" name="Slide Number Placeholder 4"/>
          <p:cNvSpPr>
            <a:spLocks noGrp="1"/>
          </p:cNvSpPr>
          <p:nvPr>
            <p:ph type="sldNum" sz="quarter" idx="4"/>
          </p:nvPr>
        </p:nvSpPr>
        <p:spPr>
          <a:xfrm>
            <a:off x="647700" y="6356352"/>
            <a:ext cx="2440118" cy="365125"/>
          </a:xfrm>
          <a:prstGeom prst="rect">
            <a:avLst/>
          </a:prstGeom>
        </p:spPr>
        <p:txBody>
          <a:bodyPr vert="horz" lIns="91440" tIns="45720" rIns="91440" bIns="45720" rtlCol="0" anchor="ctr"/>
          <a:lstStyle>
            <a:lvl1pPr algn="l">
              <a:defRPr sz="1200" b="1">
                <a:solidFill>
                  <a:schemeClr val="tx1">
                    <a:tint val="75000"/>
                  </a:schemeClr>
                </a:solidFill>
              </a:defRPr>
            </a:lvl1pPr>
          </a:lstStyle>
          <a:p>
            <a:pPr>
              <a:defRPr/>
            </a:pPr>
            <a:r>
              <a:rPr lang="en-US"/>
              <a:t>Data Types 14- </a:t>
            </a:r>
            <a:fld id="{060BD193-E118-4B16-863C-C8C12C675E3E}" type="slidenum">
              <a:rPr lang="en-US" smtClean="0"/>
              <a:pPr>
                <a:defRPr/>
              </a:pPr>
              <a:t>‹#›</a:t>
            </a:fld>
            <a:endParaRPr lang="en-US" dirty="0"/>
          </a:p>
        </p:txBody>
      </p:sp>
      <p:pic>
        <p:nvPicPr>
          <p:cNvPr id="26" name="Picture 25">
            <a:extLst>
              <a:ext uri="{FF2B5EF4-FFF2-40B4-BE49-F238E27FC236}">
                <a16:creationId xmlns:a16="http://schemas.microsoft.com/office/drawing/2014/main" id="{44F068DF-C691-E142-9A8F-9F62E4FF6DFA}"/>
              </a:ext>
            </a:extLst>
          </p:cNvPr>
          <p:cNvPicPr>
            <a:picLocks noChangeAspect="1"/>
          </p:cNvPicPr>
          <p:nvPr/>
        </p:nvPicPr>
        <p:blipFill>
          <a:blip r:embed="rId22" cstate="print">
            <a:extLst>
              <a:ext uri="{28A0092B-C50C-407E-A947-70E740481C1C}">
                <a14:useLocalDpi xmlns:a14="http://schemas.microsoft.com/office/drawing/2010/main" val="0"/>
              </a:ext>
            </a:extLst>
          </a:blip>
          <a:stretch>
            <a:fillRect/>
          </a:stretch>
        </p:blipFill>
        <p:spPr>
          <a:xfrm>
            <a:off x="10989131" y="6517141"/>
            <a:ext cx="950976" cy="192980"/>
          </a:xfrm>
          <a:prstGeom prst="rect">
            <a:avLst/>
          </a:prstGeom>
        </p:spPr>
      </p:pic>
      <p:sp>
        <p:nvSpPr>
          <p:cNvPr id="8" name="TextBox 7">
            <a:extLst>
              <a:ext uri="{FF2B5EF4-FFF2-40B4-BE49-F238E27FC236}">
                <a16:creationId xmlns:a16="http://schemas.microsoft.com/office/drawing/2014/main" id="{3203AE73-DD10-4698-81E5-1DBDABF7F47A}"/>
              </a:ext>
            </a:extLst>
          </p:cNvPr>
          <p:cNvSpPr txBox="1"/>
          <p:nvPr userDrawn="1"/>
        </p:nvSpPr>
        <p:spPr>
          <a:xfrm>
            <a:off x="4566725" y="6560157"/>
            <a:ext cx="3058549" cy="246221"/>
          </a:xfrm>
          <a:prstGeom prst="rect">
            <a:avLst/>
          </a:prstGeom>
          <a:noFill/>
        </p:spPr>
        <p:txBody>
          <a:bodyPr wrap="square" rtlCol="0">
            <a:sp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lang="en-US" altLang="zh-CN" sz="1000" dirty="0"/>
              <a:t>© Copyright 2018 Xilinx</a:t>
            </a:r>
          </a:p>
        </p:txBody>
      </p:sp>
      <p:sp>
        <p:nvSpPr>
          <p:cNvPr id="4" name="fc" descr="&#10;© Copyright 2022 AMD">
            <a:extLst>
              <a:ext uri="{FF2B5EF4-FFF2-40B4-BE49-F238E27FC236}">
                <a16:creationId xmlns:a16="http://schemas.microsoft.com/office/drawing/2014/main" id="{3BAAB3EB-6542-496B-9F20-F1925F61A042}"/>
              </a:ext>
            </a:extLst>
          </p:cNvPr>
          <p:cNvSpPr txBox="1"/>
          <p:nvPr userDrawn="1"/>
        </p:nvSpPr>
        <p:spPr>
          <a:xfrm>
            <a:off x="0" y="6512560"/>
            <a:ext cx="12192000" cy="377026"/>
          </a:xfrm>
          <a:prstGeom prst="rect">
            <a:avLst/>
          </a:prstGeom>
          <a:noFill/>
        </p:spPr>
        <p:txBody>
          <a:bodyPr vert="horz" rtlCol="0">
            <a:spAutoFit/>
          </a:bodyPr>
          <a:lstStyle/>
          <a:p>
            <a:pPr algn="ctr"/>
            <a:endParaRPr lang="en-US" sz="850" b="0" i="0" u="none" baseline="0">
              <a:solidFill>
                <a:srgbClr val="000000"/>
              </a:solidFill>
              <a:latin typeface="Microsoft Sans Serif" panose="020B0604020202020204" pitchFamily="34" charset="0"/>
            </a:endParaRPr>
          </a:p>
          <a:p>
            <a:pPr algn="ctr"/>
            <a:r>
              <a:rPr lang="en-US" sz="1000" b="0" i="0" u="none" baseline="0">
                <a:solidFill>
                  <a:srgbClr val="000000"/>
                </a:solidFill>
                <a:latin typeface="Arial" panose="020B0604020202020204" pitchFamily="34" charset="0"/>
              </a:rPr>
              <a:t>© Copyright 2022 AMD</a:t>
            </a:r>
          </a:p>
        </p:txBody>
      </p:sp>
    </p:spTree>
    <p:extLst>
      <p:ext uri="{BB962C8B-B14F-4D97-AF65-F5344CB8AC3E}">
        <p14:creationId xmlns:p14="http://schemas.microsoft.com/office/powerpoint/2010/main" val="600065561"/>
      </p:ext>
    </p:extLst>
  </p:cSld>
  <p:clrMap bg1="lt1" tx1="dk1" bg2="lt2" tx2="dk2" accent1="accent1" accent2="accent2" accent3="accent3" accent4="accent4" accent5="accent5" accent6="accent6" hlink="hlink" folHlink="folHlink"/>
  <p:sldLayoutIdLst>
    <p:sldLayoutId id="2147483990" r:id="rId1"/>
    <p:sldLayoutId id="2147483991" r:id="rId2"/>
    <p:sldLayoutId id="2147483992" r:id="rId3"/>
    <p:sldLayoutId id="2147483993" r:id="rId4"/>
    <p:sldLayoutId id="2147483994" r:id="rId5"/>
    <p:sldLayoutId id="2147483995" r:id="rId6"/>
    <p:sldLayoutId id="2147483996" r:id="rId7"/>
    <p:sldLayoutId id="2147483997" r:id="rId8"/>
    <p:sldLayoutId id="2147483998" r:id="rId9"/>
    <p:sldLayoutId id="2147483999" r:id="rId10"/>
    <p:sldLayoutId id="2147484000" r:id="rId11"/>
    <p:sldLayoutId id="2147484001" r:id="rId12"/>
    <p:sldLayoutId id="2147484002" r:id="rId13"/>
    <p:sldLayoutId id="2147484003" r:id="rId14"/>
    <p:sldLayoutId id="2147484004" r:id="rId15"/>
    <p:sldLayoutId id="2147484005" r:id="rId16"/>
    <p:sldLayoutId id="2147484006" r:id="rId17"/>
    <p:sldLayoutId id="2147484007" r:id="rId18"/>
    <p:sldLayoutId id="2147484008" r:id="rId19"/>
    <p:sldLayoutId id="2147484009" r:id="rId20"/>
  </p:sldLayoutIdLst>
  <p:hf hdr="0" dt="0"/>
  <p:txStyles>
    <p:titleStyle>
      <a:lvl1pPr algn="l" defTabSz="914126" rtl="0" eaLnBrk="1" latinLnBrk="0" hangingPunct="1">
        <a:lnSpc>
          <a:spcPct val="90000"/>
        </a:lnSpc>
        <a:spcBef>
          <a:spcPct val="0"/>
        </a:spcBef>
        <a:buNone/>
        <a:defRPr lang="en-US" sz="3199" b="1" i="0" kern="1200" dirty="0" smtClean="0">
          <a:solidFill>
            <a:srgbClr val="EC1C24"/>
          </a:solidFill>
          <a:latin typeface="Arial" charset="0"/>
          <a:ea typeface="+mj-ea"/>
          <a:cs typeface="Arial" charset="0"/>
        </a:defRPr>
      </a:lvl1pPr>
    </p:titleStyle>
    <p:bodyStyle>
      <a:lvl1pPr marL="228531" indent="-228531" algn="l" defTabSz="914126" rtl="0" eaLnBrk="1" latinLnBrk="0" hangingPunct="1">
        <a:lnSpc>
          <a:spcPct val="100000"/>
        </a:lnSpc>
        <a:spcBef>
          <a:spcPts val="1200"/>
        </a:spcBef>
        <a:buClr>
          <a:srgbClr val="FF0000"/>
        </a:buClr>
        <a:buFont typeface="Calibri" panose="020F0502020204030204" pitchFamily="34" charset="0"/>
        <a:buChar char="˃"/>
        <a:defRPr sz="1999" b="1" kern="1200">
          <a:solidFill>
            <a:schemeClr val="tx1">
              <a:lumMod val="50000"/>
            </a:schemeClr>
          </a:solidFill>
          <a:latin typeface="Arial" panose="020B0604020202020204" pitchFamily="34" charset="0"/>
          <a:ea typeface="+mn-ea"/>
          <a:cs typeface="Arial" panose="020B0604020202020204" pitchFamily="34" charset="0"/>
        </a:defRPr>
      </a:lvl1pPr>
      <a:lvl2pPr marL="742727" indent="-285664" algn="l" defTabSz="914126" rtl="0" eaLnBrk="1" latinLnBrk="0" hangingPunct="1">
        <a:lnSpc>
          <a:spcPct val="90000"/>
        </a:lnSpc>
        <a:spcBef>
          <a:spcPts val="500"/>
        </a:spcBef>
        <a:buFontTx/>
        <a:buBlip>
          <a:blip r:embed="rId23"/>
        </a:buBlip>
        <a:defRPr sz="1799" kern="1200">
          <a:solidFill>
            <a:schemeClr val="tx1"/>
          </a:solidFill>
          <a:latin typeface="Arial" panose="020B0604020202020204" pitchFamily="34" charset="0"/>
          <a:ea typeface="+mn-ea"/>
          <a:cs typeface="Arial" panose="020B0604020202020204" pitchFamily="34" charset="0"/>
        </a:defRPr>
      </a:lvl2pPr>
      <a:lvl3pPr marL="1142657" indent="-228531" algn="l" defTabSz="914126" rtl="0" eaLnBrk="1" latinLnBrk="0" hangingPunct="1">
        <a:lnSpc>
          <a:spcPct val="90000"/>
        </a:lnSpc>
        <a:spcBef>
          <a:spcPts val="500"/>
        </a:spcBef>
        <a:buFont typeface="Calibri" panose="020F0502020204030204" pitchFamily="34" charset="0"/>
        <a:buChar char="‒"/>
        <a:defRPr sz="1999" kern="1200">
          <a:solidFill>
            <a:schemeClr val="tx1"/>
          </a:solidFill>
          <a:latin typeface="Arial" panose="020B0604020202020204" pitchFamily="34" charset="0"/>
          <a:ea typeface="+mn-ea"/>
          <a:cs typeface="Arial" panose="020B0604020202020204" pitchFamily="34" charset="0"/>
        </a:defRPr>
      </a:lvl3pPr>
      <a:lvl4pPr marL="1599720" indent="-228531" algn="l" defTabSz="914126" rtl="0" eaLnBrk="1" latinLnBrk="0" hangingPunct="1">
        <a:lnSpc>
          <a:spcPct val="90000"/>
        </a:lnSpc>
        <a:spcBef>
          <a:spcPts val="500"/>
        </a:spcBef>
        <a:buFont typeface="Wingdings" panose="05000000000000000000" pitchFamily="2" charset="2"/>
        <a:buChar char="§"/>
        <a:defRPr sz="1799" kern="1200">
          <a:solidFill>
            <a:schemeClr val="tx1"/>
          </a:solidFill>
          <a:latin typeface="Arial" panose="020B0604020202020204" pitchFamily="34" charset="0"/>
          <a:ea typeface="+mn-ea"/>
          <a:cs typeface="Arial" panose="020B0604020202020204" pitchFamily="34" charset="0"/>
        </a:defRPr>
      </a:lvl4pPr>
      <a:lvl5pPr marL="2056783" indent="-228531" algn="l" defTabSz="914126" rtl="0" eaLnBrk="1" latinLnBrk="0" hangingPunct="1">
        <a:lnSpc>
          <a:spcPct val="90000"/>
        </a:lnSpc>
        <a:spcBef>
          <a:spcPts val="500"/>
        </a:spcBef>
        <a:buFont typeface="Arial" panose="020B0604020202020204" pitchFamily="34" charset="0"/>
        <a:buChar char="•"/>
        <a:defRPr sz="1799" kern="1200">
          <a:solidFill>
            <a:schemeClr val="tx1"/>
          </a:solidFill>
          <a:latin typeface="Arial" panose="020B0604020202020204" pitchFamily="34" charset="0"/>
          <a:ea typeface="+mn-ea"/>
          <a:cs typeface="Arial" panose="020B0604020202020204" pitchFamily="34" charset="0"/>
        </a:defRPr>
      </a:lvl5pPr>
      <a:lvl6pPr marL="2513846" indent="-228531" algn="l" defTabSz="914126"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6pPr>
      <a:lvl7pPr marL="2970908" indent="-228531" algn="l" defTabSz="914126"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7pPr>
      <a:lvl8pPr marL="3427971" indent="-228531" algn="l" defTabSz="914126"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8pPr>
      <a:lvl9pPr marL="3885034" indent="-228531" algn="l" defTabSz="914126"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9pPr>
    </p:bodyStyle>
    <p:otherStyle>
      <a:defPPr>
        <a:defRPr lang="en-US"/>
      </a:defPPr>
      <a:lvl1pPr marL="0" algn="l" defTabSz="914126" rtl="0" eaLnBrk="1" latinLnBrk="0" hangingPunct="1">
        <a:defRPr sz="1799" kern="1200">
          <a:solidFill>
            <a:schemeClr val="tx1"/>
          </a:solidFill>
          <a:latin typeface="+mn-lt"/>
          <a:ea typeface="+mn-ea"/>
          <a:cs typeface="+mn-cs"/>
        </a:defRPr>
      </a:lvl1pPr>
      <a:lvl2pPr marL="457063" algn="l" defTabSz="914126" rtl="0" eaLnBrk="1" latinLnBrk="0" hangingPunct="1">
        <a:defRPr sz="1799" kern="1200">
          <a:solidFill>
            <a:schemeClr val="tx1"/>
          </a:solidFill>
          <a:latin typeface="+mn-lt"/>
          <a:ea typeface="+mn-ea"/>
          <a:cs typeface="+mn-cs"/>
        </a:defRPr>
      </a:lvl2pPr>
      <a:lvl3pPr marL="914126" algn="l" defTabSz="914126" rtl="0" eaLnBrk="1" latinLnBrk="0" hangingPunct="1">
        <a:defRPr sz="1799" kern="1200">
          <a:solidFill>
            <a:schemeClr val="tx1"/>
          </a:solidFill>
          <a:latin typeface="+mn-lt"/>
          <a:ea typeface="+mn-ea"/>
          <a:cs typeface="+mn-cs"/>
        </a:defRPr>
      </a:lvl3pPr>
      <a:lvl4pPr marL="1371189" algn="l" defTabSz="914126" rtl="0" eaLnBrk="1" latinLnBrk="0" hangingPunct="1">
        <a:defRPr sz="1799" kern="1200">
          <a:solidFill>
            <a:schemeClr val="tx1"/>
          </a:solidFill>
          <a:latin typeface="+mn-lt"/>
          <a:ea typeface="+mn-ea"/>
          <a:cs typeface="+mn-cs"/>
        </a:defRPr>
      </a:lvl4pPr>
      <a:lvl5pPr marL="1828251" algn="l" defTabSz="914126" rtl="0" eaLnBrk="1" latinLnBrk="0" hangingPunct="1">
        <a:defRPr sz="1799" kern="1200">
          <a:solidFill>
            <a:schemeClr val="tx1"/>
          </a:solidFill>
          <a:latin typeface="+mn-lt"/>
          <a:ea typeface="+mn-ea"/>
          <a:cs typeface="+mn-cs"/>
        </a:defRPr>
      </a:lvl5pPr>
      <a:lvl6pPr marL="2285314" algn="l" defTabSz="914126" rtl="0" eaLnBrk="1" latinLnBrk="0" hangingPunct="1">
        <a:defRPr sz="1799" kern="1200">
          <a:solidFill>
            <a:schemeClr val="tx1"/>
          </a:solidFill>
          <a:latin typeface="+mn-lt"/>
          <a:ea typeface="+mn-ea"/>
          <a:cs typeface="+mn-cs"/>
        </a:defRPr>
      </a:lvl6pPr>
      <a:lvl7pPr marL="2742377" algn="l" defTabSz="914126" rtl="0" eaLnBrk="1" latinLnBrk="0" hangingPunct="1">
        <a:defRPr sz="1799" kern="1200">
          <a:solidFill>
            <a:schemeClr val="tx1"/>
          </a:solidFill>
          <a:latin typeface="+mn-lt"/>
          <a:ea typeface="+mn-ea"/>
          <a:cs typeface="+mn-cs"/>
        </a:defRPr>
      </a:lvl7pPr>
      <a:lvl8pPr marL="3199440" algn="l" defTabSz="914126" rtl="0" eaLnBrk="1" latinLnBrk="0" hangingPunct="1">
        <a:defRPr sz="1799" kern="1200">
          <a:solidFill>
            <a:schemeClr val="tx1"/>
          </a:solidFill>
          <a:latin typeface="+mn-lt"/>
          <a:ea typeface="+mn-ea"/>
          <a:cs typeface="+mn-cs"/>
        </a:defRPr>
      </a:lvl8pPr>
      <a:lvl9pPr marL="3656503" algn="l" defTabSz="914126" rtl="0" eaLnBrk="1" latinLnBrk="0" hangingPunct="1">
        <a:defRPr sz="1799"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2.xml"/></Relationships>
</file>

<file path=ppt/slides/_rels/slide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4.xml"/><Relationship Id="rId1" Type="http://schemas.openxmlformats.org/officeDocument/2006/relationships/slideLayout" Target="../slideLayouts/slideLayout4.xml"/><Relationship Id="rId4" Type="http://schemas.openxmlformats.org/officeDocument/2006/relationships/image" Target="../media/image15.png"/></Relationships>
</file>

<file path=ppt/slides/_rels/slide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5.xml"/><Relationship Id="rId1" Type="http://schemas.openxmlformats.org/officeDocument/2006/relationships/slideLayout" Target="../slideLayouts/slideLayout22.xml"/><Relationship Id="rId4" Type="http://schemas.openxmlformats.org/officeDocument/2006/relationships/image" Target="../media/image15.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7.xml"/><Relationship Id="rId1" Type="http://schemas.openxmlformats.org/officeDocument/2006/relationships/slideLayout" Target="../slideLayouts/slideLayout2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2.xml"/></Relationships>
</file>

<file path=ppt/slides/_rels/slide18.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4.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4.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4.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4.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4.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4.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2.xml"/></Relationships>
</file>

<file path=ppt/slides/_rels/slide47.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31.xml"/><Relationship Id="rId1" Type="http://schemas.openxmlformats.org/officeDocument/2006/relationships/slideLayout" Target="../slideLayouts/slideLayout22.xml"/><Relationship Id="rId4" Type="http://schemas.openxmlformats.org/officeDocument/2006/relationships/image" Target="../media/image20.png"/></Relationships>
</file>

<file path=ppt/slides/_rels/slide4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3.xml"/></Relationships>
</file>

<file path=ppt/slides/_rels/slide4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2.xml"/><Relationship Id="rId1" Type="http://schemas.openxmlformats.org/officeDocument/2006/relationships/slideLayout" Target="../slideLayouts/slideLayout3.xml"/></Relationships>
</file>

<file path=ppt/slides/_rels/slide50.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3.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7E05BA-2C7D-4921-982A-84A30B5EE55B}"/>
              </a:ext>
            </a:extLst>
          </p:cNvPr>
          <p:cNvSpPr>
            <a:spLocks noGrp="1"/>
          </p:cNvSpPr>
          <p:nvPr>
            <p:ph type="title"/>
          </p:nvPr>
        </p:nvSpPr>
        <p:spPr/>
        <p:txBody>
          <a:bodyPr/>
          <a:lstStyle/>
          <a:p>
            <a:r>
              <a:rPr lang="en-US" altLang="zh-CN" dirty="0">
                <a:ea typeface="SimSun" pitchFamily="2" charset="-122"/>
              </a:rPr>
              <a:t>Data Types</a:t>
            </a:r>
            <a:endParaRPr lang="zh-CN" altLang="en-US" dirty="0"/>
          </a:p>
        </p:txBody>
      </p:sp>
      <p:sp>
        <p:nvSpPr>
          <p:cNvPr id="4" name="Subtitle 3">
            <a:extLst>
              <a:ext uri="{FF2B5EF4-FFF2-40B4-BE49-F238E27FC236}">
                <a16:creationId xmlns:a16="http://schemas.microsoft.com/office/drawing/2014/main" id="{7F7F1FE8-F7DE-4816-854E-F163AD6A1C9B}"/>
              </a:ext>
            </a:extLst>
          </p:cNvPr>
          <p:cNvSpPr>
            <a:spLocks noGrp="1"/>
          </p:cNvSpPr>
          <p:nvPr>
            <p:ph type="subTitle" idx="1"/>
          </p:nvPr>
        </p:nvSpPr>
        <p:spPr>
          <a:xfrm>
            <a:off x="579121" y="4490866"/>
            <a:ext cx="7417990" cy="400110"/>
          </a:xfrm>
        </p:spPr>
        <p:txBody>
          <a:bodyPr/>
          <a:lstStyle/>
          <a:p>
            <a:endParaRPr lang="en-US" dirty="0"/>
          </a:p>
        </p:txBody>
      </p:sp>
    </p:spTree>
    <p:extLst>
      <p:ext uri="{BB962C8B-B14F-4D97-AF65-F5344CB8AC3E}">
        <p14:creationId xmlns:p14="http://schemas.microsoft.com/office/powerpoint/2010/main" val="117603605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Objectives</a:t>
            </a:r>
          </a:p>
        </p:txBody>
      </p:sp>
      <p:sp>
        <p:nvSpPr>
          <p:cNvPr id="2" name="Content Placeholder 1"/>
          <p:cNvSpPr>
            <a:spLocks noGrp="1"/>
          </p:cNvSpPr>
          <p:nvPr>
            <p:ph idx="1"/>
          </p:nvPr>
        </p:nvSpPr>
        <p:spPr/>
        <p:txBody>
          <a:bodyPr/>
          <a:lstStyle/>
          <a:p>
            <a:pPr>
              <a:lnSpc>
                <a:spcPts val="2200"/>
              </a:lnSpc>
              <a:tabLst>
                <a:tab pos="228600" algn="l"/>
              </a:tabLst>
            </a:pPr>
            <a:r>
              <a:rPr lang="en-US" altLang="zh-CN" dirty="0">
                <a:solidFill>
                  <a:schemeClr val="tx1"/>
                </a:solidFill>
                <a:cs typeface="Arial" pitchFamily="34" charset="0"/>
              </a:rPr>
              <a:t>After completing this module, you will be able to:</a:t>
            </a:r>
            <a:endParaRPr lang="en-US" altLang="zh-CN" dirty="0">
              <a:solidFill>
                <a:schemeClr val="tx1"/>
              </a:solidFill>
            </a:endParaRPr>
          </a:p>
          <a:p>
            <a:pPr lvl="1"/>
            <a:r>
              <a:rPr lang="en-US" dirty="0"/>
              <a:t>State various data types of C, C++ </a:t>
            </a:r>
          </a:p>
          <a:p>
            <a:pPr lvl="1"/>
            <a:r>
              <a:rPr lang="en-US" dirty="0"/>
              <a:t>Identify advantages and pitfalls of using arbitrary precision </a:t>
            </a:r>
          </a:p>
          <a:p>
            <a:pPr lvl="1"/>
            <a:r>
              <a:rPr lang="en-US" dirty="0"/>
              <a:t>List various supported quantization and overflow modes</a:t>
            </a:r>
          </a:p>
          <a:p>
            <a:pPr lvl="1"/>
            <a:r>
              <a:rPr lang="en-US" dirty="0"/>
              <a:t>Describe the floating point support</a:t>
            </a:r>
          </a:p>
        </p:txBody>
      </p:sp>
      <p:sp>
        <p:nvSpPr>
          <p:cNvPr id="6" name="Slide Number Placeholder 5"/>
          <p:cNvSpPr>
            <a:spLocks noGrp="1"/>
          </p:cNvSpPr>
          <p:nvPr>
            <p:ph type="sldNum" sz="quarter" idx="4"/>
          </p:nvPr>
        </p:nvSpPr>
        <p:spPr/>
        <p:txBody>
          <a:bodyPr/>
          <a:lstStyle/>
          <a:p>
            <a:pPr>
              <a:defRPr/>
            </a:pPr>
            <a:r>
              <a:rPr lang="en-US" dirty="0"/>
              <a:t>Data Types 14- </a:t>
            </a:r>
            <a:fld id="{060BD193-E118-4B16-863C-C8C12C675E3E}" type="slidenum">
              <a:rPr lang="en-US" smtClean="0"/>
              <a:pPr>
                <a:defRPr/>
              </a:pPr>
              <a:t>2</a:t>
            </a:fld>
            <a:endParaRPr lang="en-US" dirty="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Objectives</a:t>
            </a:r>
          </a:p>
        </p:txBody>
      </p:sp>
      <p:sp>
        <p:nvSpPr>
          <p:cNvPr id="6" name="Slide Number Placeholder 5"/>
          <p:cNvSpPr>
            <a:spLocks noGrp="1"/>
          </p:cNvSpPr>
          <p:nvPr>
            <p:ph type="sldNum" sz="quarter" idx="10"/>
          </p:nvPr>
        </p:nvSpPr>
        <p:spPr/>
        <p:txBody>
          <a:bodyPr/>
          <a:lstStyle/>
          <a:p>
            <a:pPr defTabSz="914400">
              <a:defRPr/>
            </a:pPr>
            <a:r>
              <a:rPr lang="en-US" dirty="0">
                <a:solidFill>
                  <a:srgbClr val="0C0C0C">
                    <a:tint val="75000"/>
                  </a:srgbClr>
                </a:solidFill>
                <a:latin typeface="Arial"/>
              </a:rPr>
              <a:t>Data Types 14- </a:t>
            </a:r>
            <a:fld id="{060BD193-E118-4B16-863C-C8C12C675E3E}" type="slidenum">
              <a:rPr lang="en-US">
                <a:solidFill>
                  <a:srgbClr val="0C0C0C">
                    <a:tint val="75000"/>
                  </a:srgbClr>
                </a:solidFill>
                <a:latin typeface="Arial"/>
              </a:rPr>
              <a:pPr defTabSz="914400">
                <a:defRPr/>
              </a:pPr>
              <a:t>3</a:t>
            </a:fld>
            <a:endParaRPr lang="en-US" dirty="0">
              <a:solidFill>
                <a:srgbClr val="0C0C0C">
                  <a:tint val="75000"/>
                </a:srgbClr>
              </a:solidFill>
              <a:latin typeface="Arial"/>
            </a:endParaRPr>
          </a:p>
        </p:txBody>
      </p:sp>
      <p:sp>
        <p:nvSpPr>
          <p:cNvPr id="2" name="Content Placeholder 1"/>
          <p:cNvSpPr>
            <a:spLocks noGrp="1"/>
          </p:cNvSpPr>
          <p:nvPr>
            <p:ph idx="4294967295"/>
          </p:nvPr>
        </p:nvSpPr>
        <p:spPr>
          <a:xfrm>
            <a:off x="1689101" y="1327150"/>
            <a:ext cx="10501312" cy="4268788"/>
          </a:xfrm>
        </p:spPr>
        <p:txBody>
          <a:bodyPr/>
          <a:lstStyle/>
          <a:p>
            <a:pPr>
              <a:lnSpc>
                <a:spcPts val="2200"/>
              </a:lnSpc>
              <a:tabLst>
                <a:tab pos="228600" algn="l"/>
              </a:tabLst>
            </a:pPr>
            <a:r>
              <a:rPr lang="en-US" altLang="zh-CN" dirty="0">
                <a:solidFill>
                  <a:schemeClr val="tx1"/>
                </a:solidFill>
                <a:cs typeface="Arial" pitchFamily="34" charset="0"/>
              </a:rPr>
              <a:t>After completing this module, you will be able to:</a:t>
            </a:r>
          </a:p>
          <a:p>
            <a:pPr>
              <a:lnSpc>
                <a:spcPts val="1000"/>
              </a:lnSpc>
              <a:buNone/>
            </a:pPr>
            <a:endParaRPr lang="en-US" altLang="zh-CN" dirty="0">
              <a:solidFill>
                <a:schemeClr val="tx1"/>
              </a:solidFill>
            </a:endParaRPr>
          </a:p>
          <a:p>
            <a:pPr lvl="1"/>
            <a:r>
              <a:rPr lang="en-US" dirty="0"/>
              <a:t>State various data types of C, C++</a:t>
            </a:r>
            <a:r>
              <a:rPr lang="en-US" strike="sngStrike" dirty="0"/>
              <a:t>,</a:t>
            </a:r>
            <a:r>
              <a:rPr lang="en-US" strike="sngStrike" dirty="0">
                <a:highlight>
                  <a:srgbClr val="FFFF00"/>
                </a:highlight>
              </a:rPr>
              <a:t> and </a:t>
            </a:r>
            <a:r>
              <a:rPr lang="en-US" strike="sngStrike" dirty="0" err="1">
                <a:highlight>
                  <a:srgbClr val="FFFF00"/>
                </a:highlight>
              </a:rPr>
              <a:t>SystemC</a:t>
            </a:r>
            <a:r>
              <a:rPr lang="en-US" strike="sngStrike" dirty="0">
                <a:highlight>
                  <a:srgbClr val="FFFF00"/>
                </a:highlight>
              </a:rPr>
              <a:t> </a:t>
            </a:r>
            <a:r>
              <a:rPr lang="en-US" dirty="0"/>
              <a:t>are supported </a:t>
            </a:r>
          </a:p>
          <a:p>
            <a:pPr lvl="1"/>
            <a:r>
              <a:rPr lang="en-US" dirty="0"/>
              <a:t>Identify advantages and pitfalls of using arbitrary precision </a:t>
            </a:r>
          </a:p>
          <a:p>
            <a:pPr lvl="1"/>
            <a:r>
              <a:rPr lang="en-US" dirty="0"/>
              <a:t>List various supported quantization and overflow modes</a:t>
            </a:r>
          </a:p>
          <a:p>
            <a:pPr lvl="1"/>
            <a:r>
              <a:rPr lang="en-US" dirty="0"/>
              <a:t>Describe the floating point support</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103D3C-7632-490E-8C0C-FEB269678B86}"/>
              </a:ext>
            </a:extLst>
          </p:cNvPr>
          <p:cNvSpPr>
            <a:spLocks noGrp="1"/>
          </p:cNvSpPr>
          <p:nvPr>
            <p:ph type="title"/>
          </p:nvPr>
        </p:nvSpPr>
        <p:spPr/>
        <p:txBody>
          <a:bodyPr/>
          <a:lstStyle/>
          <a:p>
            <a:r>
              <a:rPr lang="en-US" altLang="zh-CN" dirty="0"/>
              <a:t>Outline</a:t>
            </a:r>
            <a:endParaRPr lang="zh-CN" altLang="en-US" dirty="0"/>
          </a:p>
        </p:txBody>
      </p:sp>
      <p:sp>
        <p:nvSpPr>
          <p:cNvPr id="3" name="Content Placeholder 2">
            <a:extLst>
              <a:ext uri="{FF2B5EF4-FFF2-40B4-BE49-F238E27FC236}">
                <a16:creationId xmlns:a16="http://schemas.microsoft.com/office/drawing/2014/main" id="{CD8BCA27-F58A-4157-8471-E27233D9CC85}"/>
              </a:ext>
            </a:extLst>
          </p:cNvPr>
          <p:cNvSpPr>
            <a:spLocks noGrp="1"/>
          </p:cNvSpPr>
          <p:nvPr>
            <p:ph idx="1"/>
          </p:nvPr>
        </p:nvSpPr>
        <p:spPr/>
        <p:txBody>
          <a:bodyPr/>
          <a:lstStyle/>
          <a:p>
            <a:r>
              <a:rPr lang="en-US" altLang="zh-CN" i="1" dirty="0"/>
              <a:t>C and C++ Data Types</a:t>
            </a:r>
          </a:p>
          <a:p>
            <a:r>
              <a:rPr lang="en-US" altLang="zh-CN" dirty="0"/>
              <a:t>Arbitrary Precision Data Types</a:t>
            </a:r>
          </a:p>
          <a:p>
            <a:r>
              <a:rPr lang="en-US" altLang="zh-CN" dirty="0"/>
              <a:t>Floating Point Support</a:t>
            </a:r>
          </a:p>
          <a:p>
            <a:r>
              <a:rPr lang="en-US" altLang="zh-CN" dirty="0"/>
              <a:t>Summary</a:t>
            </a:r>
            <a:endParaRPr lang="zh-CN" altLang="en-US" dirty="0"/>
          </a:p>
        </p:txBody>
      </p:sp>
      <p:sp>
        <p:nvSpPr>
          <p:cNvPr id="4" name="Slide Number Placeholder 5">
            <a:extLst>
              <a:ext uri="{FF2B5EF4-FFF2-40B4-BE49-F238E27FC236}">
                <a16:creationId xmlns:a16="http://schemas.microsoft.com/office/drawing/2014/main" id="{F29A9A0A-4111-4147-8FCB-63735CB82BE4}"/>
              </a:ext>
            </a:extLst>
          </p:cNvPr>
          <p:cNvSpPr>
            <a:spLocks noGrp="1"/>
          </p:cNvSpPr>
          <p:nvPr>
            <p:ph type="sldNum" sz="quarter" idx="4"/>
          </p:nvPr>
        </p:nvSpPr>
        <p:spPr>
          <a:xfrm>
            <a:off x="579120" y="6325606"/>
            <a:ext cx="2206217" cy="365125"/>
          </a:xfrm>
        </p:spPr>
        <p:txBody>
          <a:bodyPr/>
          <a:lstStyle/>
          <a:p>
            <a:pPr>
              <a:defRPr/>
            </a:pPr>
            <a:r>
              <a:rPr lang="en-US" dirty="0"/>
              <a:t>Data Types 14- </a:t>
            </a:r>
            <a:fld id="{060BD193-E118-4B16-863C-C8C12C675E3E}" type="slidenum">
              <a:rPr lang="en-US" smtClean="0"/>
              <a:pPr>
                <a:defRPr/>
              </a:pPr>
              <a:t>4</a:t>
            </a:fld>
            <a:endParaRPr lang="en-US" dirty="0"/>
          </a:p>
        </p:txBody>
      </p:sp>
    </p:spTree>
    <p:extLst>
      <p:ext uri="{BB962C8B-B14F-4D97-AF65-F5344CB8AC3E}">
        <p14:creationId xmlns:p14="http://schemas.microsoft.com/office/powerpoint/2010/main" val="145352512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Data Types and Bit-Accuracy</a:t>
            </a:r>
          </a:p>
        </p:txBody>
      </p:sp>
      <p:sp>
        <p:nvSpPr>
          <p:cNvPr id="3" name="Content Placeholder 2"/>
          <p:cNvSpPr>
            <a:spLocks noGrp="1"/>
          </p:cNvSpPr>
          <p:nvPr>
            <p:ph idx="1"/>
          </p:nvPr>
        </p:nvSpPr>
        <p:spPr/>
        <p:txBody>
          <a:bodyPr>
            <a:normAutofit/>
          </a:bodyPr>
          <a:lstStyle/>
          <a:p>
            <a:r>
              <a:rPr lang="en-US" dirty="0"/>
              <a:t>C and C++ have standard types created on the 8-bit boundary</a:t>
            </a:r>
          </a:p>
          <a:p>
            <a:pPr lvl="1"/>
            <a:r>
              <a:rPr lang="en-US" dirty="0"/>
              <a:t>char (8-bit), short (16-bit), int (32-bit), long </a:t>
            </a:r>
            <a:r>
              <a:rPr lang="en-US" dirty="0" err="1"/>
              <a:t>long</a:t>
            </a:r>
            <a:r>
              <a:rPr lang="en-US" dirty="0"/>
              <a:t> (64-bit)</a:t>
            </a:r>
          </a:p>
          <a:p>
            <a:pPr lvl="2"/>
            <a:r>
              <a:rPr lang="en-US" dirty="0"/>
              <a:t>Also provides </a:t>
            </a:r>
            <a:r>
              <a:rPr lang="en-US" dirty="0" err="1"/>
              <a:t>stdint.h</a:t>
            </a:r>
            <a:r>
              <a:rPr lang="en-US" dirty="0"/>
              <a:t> (for C), and </a:t>
            </a:r>
            <a:r>
              <a:rPr lang="en-US" dirty="0" err="1"/>
              <a:t>stdint.h</a:t>
            </a:r>
            <a:r>
              <a:rPr lang="en-US" dirty="0"/>
              <a:t> and </a:t>
            </a:r>
            <a:r>
              <a:rPr lang="en-US" dirty="0" err="1"/>
              <a:t>cstdint</a:t>
            </a:r>
            <a:r>
              <a:rPr lang="en-US" dirty="0"/>
              <a:t> (for C++)</a:t>
            </a:r>
          </a:p>
          <a:p>
            <a:pPr lvl="2"/>
            <a:r>
              <a:rPr lang="en-US" dirty="0"/>
              <a:t>Types: int8_t, uint16_t, uint32_t, int_64_t etc. </a:t>
            </a:r>
          </a:p>
          <a:p>
            <a:pPr lvl="1"/>
            <a:r>
              <a:rPr lang="en-US" dirty="0"/>
              <a:t>They result in hardware which is not bit-accurate and can give sub-standard </a:t>
            </a:r>
            <a:r>
              <a:rPr lang="en-US" dirty="0" err="1"/>
              <a:t>QoR</a:t>
            </a:r>
            <a:endParaRPr lang="en-US" dirty="0"/>
          </a:p>
          <a:p>
            <a:r>
              <a:rPr lang="en-US" dirty="0" err="1"/>
              <a:t>Vitis</a:t>
            </a:r>
            <a:r>
              <a:rPr lang="en-US" dirty="0"/>
              <a:t> HLS provides </a:t>
            </a:r>
            <a:r>
              <a:rPr lang="en-US" altLang="zh-CN" dirty="0"/>
              <a:t>both integer and fixed-point arbitrary precision</a:t>
            </a:r>
            <a:r>
              <a:rPr lang="en-US" dirty="0"/>
              <a:t> types for C++</a:t>
            </a:r>
          </a:p>
          <a:p>
            <a:pPr lvl="1"/>
            <a:r>
              <a:rPr lang="en-US" dirty="0"/>
              <a:t>Allow any arbitrary bit-width to be specified</a:t>
            </a:r>
          </a:p>
          <a:p>
            <a:pPr lvl="1"/>
            <a:r>
              <a:rPr lang="en-US" dirty="0">
                <a:sym typeface="Wingdings" pitchFamily="2" charset="2"/>
              </a:rPr>
              <a:t>Hence designers can improve the </a:t>
            </a:r>
            <a:r>
              <a:rPr lang="en-US" dirty="0" err="1">
                <a:sym typeface="Wingdings" pitchFamily="2" charset="2"/>
              </a:rPr>
              <a:t>QoR</a:t>
            </a:r>
            <a:r>
              <a:rPr lang="en-US" dirty="0">
                <a:sym typeface="Wingdings" pitchFamily="2" charset="2"/>
              </a:rPr>
              <a:t> of the hardware by specifying exact data widths</a:t>
            </a:r>
          </a:p>
          <a:p>
            <a:pPr lvl="2"/>
            <a:r>
              <a:rPr lang="en-US" dirty="0">
                <a:sym typeface="Wingdings" pitchFamily="2" charset="2"/>
              </a:rPr>
              <a:t>Can be specified in the code and simulated to ensure there is no loss of accuracy</a:t>
            </a:r>
          </a:p>
        </p:txBody>
      </p:sp>
      <p:sp>
        <p:nvSpPr>
          <p:cNvPr id="9" name="Slide Number Placeholder 8"/>
          <p:cNvSpPr>
            <a:spLocks noGrp="1"/>
          </p:cNvSpPr>
          <p:nvPr>
            <p:ph type="sldNum" sz="quarter" idx="4"/>
          </p:nvPr>
        </p:nvSpPr>
        <p:spPr/>
        <p:txBody>
          <a:bodyPr/>
          <a:lstStyle/>
          <a:p>
            <a:pPr>
              <a:defRPr/>
            </a:pPr>
            <a:r>
              <a:rPr lang="en-US" dirty="0"/>
              <a:t>Data Types 14- </a:t>
            </a:r>
            <a:fld id="{060BD193-E118-4B16-863C-C8C12C675E3E}" type="slidenum">
              <a:rPr lang="en-US" smtClean="0"/>
              <a:pPr>
                <a:defRPr/>
              </a:pPr>
              <a:t>5</a:t>
            </a:fld>
            <a:endParaRPr lang="en-US" dirty="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Data Types and Bit-Accuracy</a:t>
            </a:r>
          </a:p>
        </p:txBody>
      </p:sp>
      <p:sp>
        <p:nvSpPr>
          <p:cNvPr id="9" name="Slide Number Placeholder 8"/>
          <p:cNvSpPr>
            <a:spLocks noGrp="1"/>
          </p:cNvSpPr>
          <p:nvPr>
            <p:ph type="sldNum" sz="quarter" idx="10"/>
          </p:nvPr>
        </p:nvSpPr>
        <p:spPr/>
        <p:txBody>
          <a:bodyPr/>
          <a:lstStyle/>
          <a:p>
            <a:pPr defTabSz="914400">
              <a:defRPr/>
            </a:pPr>
            <a:r>
              <a:rPr lang="en-US" dirty="0">
                <a:solidFill>
                  <a:srgbClr val="0C0C0C">
                    <a:tint val="75000"/>
                  </a:srgbClr>
                </a:solidFill>
                <a:latin typeface="Arial"/>
              </a:rPr>
              <a:t>Data Types 14- </a:t>
            </a:r>
            <a:fld id="{060BD193-E118-4B16-863C-C8C12C675E3E}" type="slidenum">
              <a:rPr lang="en-US">
                <a:solidFill>
                  <a:srgbClr val="0C0C0C">
                    <a:tint val="75000"/>
                  </a:srgbClr>
                </a:solidFill>
                <a:latin typeface="Arial"/>
              </a:rPr>
              <a:pPr defTabSz="914400">
                <a:defRPr/>
              </a:pPr>
              <a:t>6</a:t>
            </a:fld>
            <a:endParaRPr lang="en-US" dirty="0">
              <a:solidFill>
                <a:srgbClr val="0C0C0C">
                  <a:tint val="75000"/>
                </a:srgbClr>
              </a:solidFill>
              <a:latin typeface="Arial"/>
            </a:endParaRPr>
          </a:p>
        </p:txBody>
      </p:sp>
      <p:sp>
        <p:nvSpPr>
          <p:cNvPr id="3" name="Content Placeholder 2"/>
          <p:cNvSpPr>
            <a:spLocks noGrp="1"/>
          </p:cNvSpPr>
          <p:nvPr>
            <p:ph idx="4294967295"/>
          </p:nvPr>
        </p:nvSpPr>
        <p:spPr>
          <a:xfrm>
            <a:off x="845344" y="1294606"/>
            <a:ext cx="10501312" cy="4268788"/>
          </a:xfrm>
        </p:spPr>
        <p:txBody>
          <a:bodyPr>
            <a:normAutofit/>
          </a:bodyPr>
          <a:lstStyle/>
          <a:p>
            <a:r>
              <a:rPr lang="en-US" dirty="0"/>
              <a:t>C and C++ have standard types created on the 8-bit boundary</a:t>
            </a:r>
          </a:p>
          <a:p>
            <a:pPr lvl="1"/>
            <a:r>
              <a:rPr lang="en-US" dirty="0"/>
              <a:t>char (8-bit), short (16-bit), int (32-bit), long </a:t>
            </a:r>
            <a:r>
              <a:rPr lang="en-US" dirty="0" err="1"/>
              <a:t>long</a:t>
            </a:r>
            <a:r>
              <a:rPr lang="en-US" dirty="0"/>
              <a:t> (64-bit)</a:t>
            </a:r>
          </a:p>
          <a:p>
            <a:pPr lvl="2"/>
            <a:r>
              <a:rPr lang="en-US" dirty="0"/>
              <a:t>Also provides </a:t>
            </a:r>
            <a:r>
              <a:rPr lang="en-US" dirty="0" err="1"/>
              <a:t>stdint.h</a:t>
            </a:r>
            <a:r>
              <a:rPr lang="en-US" dirty="0"/>
              <a:t> (for C), and </a:t>
            </a:r>
            <a:r>
              <a:rPr lang="en-US" dirty="0" err="1"/>
              <a:t>stdint.h</a:t>
            </a:r>
            <a:r>
              <a:rPr lang="en-US" dirty="0"/>
              <a:t> and </a:t>
            </a:r>
            <a:r>
              <a:rPr lang="en-US" dirty="0" err="1"/>
              <a:t>cstdint</a:t>
            </a:r>
            <a:r>
              <a:rPr lang="en-US" dirty="0"/>
              <a:t> (for C++)</a:t>
            </a:r>
          </a:p>
          <a:p>
            <a:pPr lvl="2"/>
            <a:r>
              <a:rPr lang="en-US" dirty="0"/>
              <a:t>Types: int8_t, uint16_t, uint32_t, int_64_t etc. </a:t>
            </a:r>
          </a:p>
          <a:p>
            <a:pPr lvl="1"/>
            <a:r>
              <a:rPr lang="en-US" dirty="0"/>
              <a:t>They result in hardware which is not bit-accurate and can give sub-standard </a:t>
            </a:r>
            <a:r>
              <a:rPr lang="en-US" dirty="0" err="1"/>
              <a:t>QoR</a:t>
            </a:r>
            <a:endParaRPr lang="en-US" dirty="0"/>
          </a:p>
          <a:p>
            <a:r>
              <a:rPr lang="en-US" dirty="0" err="1">
                <a:highlight>
                  <a:srgbClr val="FFFF00"/>
                </a:highlight>
              </a:rPr>
              <a:t>Vitis</a:t>
            </a:r>
            <a:r>
              <a:rPr lang="en-US" dirty="0"/>
              <a:t> HLS provides</a:t>
            </a:r>
            <a:r>
              <a:rPr lang="en-US" dirty="0">
                <a:highlight>
                  <a:srgbClr val="FFFF00"/>
                </a:highlight>
              </a:rPr>
              <a:t> </a:t>
            </a:r>
            <a:r>
              <a:rPr lang="en-US" altLang="zh-CN" dirty="0">
                <a:highlight>
                  <a:srgbClr val="FFFF00"/>
                </a:highlight>
              </a:rPr>
              <a:t>both integer and fixed-point arbitrary precision</a:t>
            </a:r>
            <a:r>
              <a:rPr lang="en-US" dirty="0">
                <a:highlight>
                  <a:srgbClr val="FFFF00"/>
                </a:highlight>
              </a:rPr>
              <a:t> types for C++</a:t>
            </a:r>
          </a:p>
          <a:p>
            <a:pPr lvl="1"/>
            <a:r>
              <a:rPr lang="en-US" dirty="0"/>
              <a:t>Allow any arbitrary bit-width to be specified</a:t>
            </a:r>
          </a:p>
          <a:p>
            <a:pPr lvl="1"/>
            <a:r>
              <a:rPr lang="en-US" dirty="0">
                <a:sym typeface="Wingdings" pitchFamily="2" charset="2"/>
              </a:rPr>
              <a:t>Hence designers can improve the </a:t>
            </a:r>
            <a:r>
              <a:rPr lang="en-US" dirty="0" err="1">
                <a:sym typeface="Wingdings" pitchFamily="2" charset="2"/>
              </a:rPr>
              <a:t>QoR</a:t>
            </a:r>
            <a:r>
              <a:rPr lang="en-US" dirty="0">
                <a:sym typeface="Wingdings" pitchFamily="2" charset="2"/>
              </a:rPr>
              <a:t> of the hardware by specifying exact data widths</a:t>
            </a:r>
          </a:p>
          <a:p>
            <a:pPr lvl="2"/>
            <a:r>
              <a:rPr lang="en-US" dirty="0">
                <a:sym typeface="Wingdings" pitchFamily="2" charset="2"/>
              </a:rPr>
              <a:t>Can be specified in the code and simulated to ensure there is no loss of accuracy</a:t>
            </a:r>
          </a:p>
          <a:p>
            <a:r>
              <a:rPr lang="en-US" strike="sngStrike" dirty="0" err="1">
                <a:highlight>
                  <a:srgbClr val="FFFF00"/>
                </a:highlight>
              </a:rPr>
              <a:t>Vitis</a:t>
            </a:r>
            <a:r>
              <a:rPr lang="en-US" strike="sngStrike" dirty="0"/>
              <a:t> HLS also provides half-precision floating-point data types</a:t>
            </a:r>
          </a:p>
        </p:txBody>
      </p:sp>
      <p:sp>
        <p:nvSpPr>
          <p:cNvPr id="6" name="Slide Number Placeholder 4"/>
          <p:cNvSpPr txBox="1">
            <a:spLocks/>
          </p:cNvSpPr>
          <p:nvPr/>
        </p:nvSpPr>
        <p:spPr>
          <a:xfrm>
            <a:off x="611030" y="6347782"/>
            <a:ext cx="1117309" cy="244475"/>
          </a:xfrm>
          <a:prstGeom prst="rect">
            <a:avLst/>
          </a:prstGeom>
        </p:spPr>
        <p:txBody>
          <a:bodyPr/>
          <a:lstStyle/>
          <a:p>
            <a:pPr defTabSz="457200" fontAlgn="base">
              <a:spcBef>
                <a:spcPct val="0"/>
              </a:spcBef>
              <a:spcAft>
                <a:spcPct val="0"/>
              </a:spcAft>
              <a:defRPr/>
            </a:pPr>
            <a:r>
              <a:rPr lang="en-US" sz="1000">
                <a:solidFill>
                  <a:srgbClr val="FFFFFF"/>
                </a:solidFill>
                <a:latin typeface="Arial" charset="0"/>
                <a:ea typeface="ＭＳ Ｐゴシック" pitchFamily="34" charset="-128"/>
                <a:cs typeface="Arial" charset="0"/>
              </a:rPr>
              <a:t>14- </a:t>
            </a:r>
            <a:fld id="{0E88F696-905B-490D-9D4B-033243675593}" type="slidenum">
              <a:rPr lang="en-US" sz="1000">
                <a:solidFill>
                  <a:srgbClr val="FFFFFF"/>
                </a:solidFill>
                <a:latin typeface="Arial" charset="0"/>
                <a:ea typeface="ＭＳ Ｐゴシック" pitchFamily="34" charset="-128"/>
                <a:cs typeface="Arial" charset="0"/>
              </a:rPr>
              <a:pPr defTabSz="457200" fontAlgn="base">
                <a:spcBef>
                  <a:spcPct val="0"/>
                </a:spcBef>
                <a:spcAft>
                  <a:spcPct val="0"/>
                </a:spcAft>
                <a:defRPr/>
              </a:pPr>
              <a:t>6</a:t>
            </a:fld>
            <a:endParaRPr lang="en-US" sz="1000" dirty="0">
              <a:solidFill>
                <a:srgbClr val="FFFFFF"/>
              </a:solidFill>
              <a:latin typeface="Arial" charset="0"/>
              <a:ea typeface="ＭＳ Ｐゴシック" pitchFamily="34" charset="-128"/>
              <a:cs typeface="Arial"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Why is arbitrary precision Needed?</a:t>
            </a:r>
          </a:p>
        </p:txBody>
      </p:sp>
      <p:sp>
        <p:nvSpPr>
          <p:cNvPr id="3" name="Content Placeholder 2"/>
          <p:cNvSpPr>
            <a:spLocks noGrp="1"/>
          </p:cNvSpPr>
          <p:nvPr>
            <p:ph idx="1"/>
          </p:nvPr>
        </p:nvSpPr>
        <p:spPr>
          <a:xfrm>
            <a:off x="579121" y="1357278"/>
            <a:ext cx="11033760" cy="4632960"/>
          </a:xfrm>
        </p:spPr>
        <p:txBody>
          <a:bodyPr>
            <a:normAutofit fontScale="77500" lnSpcReduction="20000"/>
          </a:bodyPr>
          <a:lstStyle/>
          <a:p>
            <a:r>
              <a:rPr lang="en-US" dirty="0"/>
              <a:t>Code using native C </a:t>
            </a:r>
            <a:r>
              <a:rPr lang="en-US" dirty="0" err="1"/>
              <a:t>int</a:t>
            </a:r>
            <a:r>
              <a:rPr lang="en-US" dirty="0"/>
              <a:t> type</a:t>
            </a:r>
          </a:p>
          <a:p>
            <a:endParaRPr lang="en-US" dirty="0"/>
          </a:p>
          <a:p>
            <a:endParaRPr lang="en-US" dirty="0"/>
          </a:p>
          <a:p>
            <a:pPr marL="0" indent="0">
              <a:buNone/>
            </a:pPr>
            <a:endParaRPr lang="en-US" dirty="0"/>
          </a:p>
          <a:p>
            <a:r>
              <a:rPr lang="en-US" dirty="0"/>
              <a:t>However, if the inputs will only have a max range of 8-bit</a:t>
            </a:r>
          </a:p>
          <a:p>
            <a:pPr lvl="1"/>
            <a:r>
              <a:rPr lang="en-US" sz="2100" dirty="0"/>
              <a:t>Arbitrary precision data-types should be used</a:t>
            </a:r>
          </a:p>
          <a:p>
            <a:pPr lvl="1"/>
            <a:endParaRPr lang="en-US" sz="2100" dirty="0"/>
          </a:p>
          <a:p>
            <a:pPr lvl="1"/>
            <a:endParaRPr lang="en-US" sz="2100" dirty="0"/>
          </a:p>
          <a:p>
            <a:pPr lvl="1"/>
            <a:endParaRPr lang="en-US" sz="2100" dirty="0"/>
          </a:p>
          <a:p>
            <a:pPr lvl="1"/>
            <a:endParaRPr lang="en-US" sz="2100" dirty="0"/>
          </a:p>
          <a:p>
            <a:pPr lvl="1"/>
            <a:endParaRPr lang="en-US" sz="2100" dirty="0"/>
          </a:p>
          <a:p>
            <a:pPr lvl="1"/>
            <a:endParaRPr lang="en-US" sz="2100" dirty="0"/>
          </a:p>
          <a:p>
            <a:pPr lvl="1"/>
            <a:r>
              <a:rPr lang="en-US" sz="2100" dirty="0"/>
              <a:t>It will result in smaller &amp; faster hardware with the full required precision</a:t>
            </a:r>
          </a:p>
          <a:p>
            <a:pPr lvl="1"/>
            <a:r>
              <a:rPr lang="en-US" sz="2100" dirty="0"/>
              <a:t>Full precision can be simulated/validated with C simulation and hardware will behave the same</a:t>
            </a:r>
          </a:p>
          <a:p>
            <a:pPr lvl="1"/>
            <a:endParaRPr lang="en-US" sz="2100" dirty="0"/>
          </a:p>
        </p:txBody>
      </p:sp>
      <p:sp>
        <p:nvSpPr>
          <p:cNvPr id="8" name="Slide Number Placeholder 7"/>
          <p:cNvSpPr>
            <a:spLocks noGrp="1"/>
          </p:cNvSpPr>
          <p:nvPr>
            <p:ph type="sldNum" sz="quarter" idx="4"/>
          </p:nvPr>
        </p:nvSpPr>
        <p:spPr/>
        <p:txBody>
          <a:bodyPr/>
          <a:lstStyle/>
          <a:p>
            <a:pPr>
              <a:defRPr/>
            </a:pPr>
            <a:r>
              <a:rPr lang="en-US" dirty="0"/>
              <a:t>Data Types 14- </a:t>
            </a:r>
            <a:fld id="{060BD193-E118-4B16-863C-C8C12C675E3E}" type="slidenum">
              <a:rPr lang="en-US" smtClean="0"/>
              <a:pPr>
                <a:defRPr/>
              </a:pPr>
              <a:t>7</a:t>
            </a:fld>
            <a:endParaRPr lang="en-US" dirty="0"/>
          </a:p>
        </p:txBody>
      </p:sp>
      <p:pic>
        <p:nvPicPr>
          <p:cNvPr id="126978" name="Picture 2"/>
          <p:cNvPicPr>
            <a:picLocks noChangeAspect="1" noChangeArrowheads="1"/>
          </p:cNvPicPr>
          <p:nvPr/>
        </p:nvPicPr>
        <p:blipFill>
          <a:blip r:embed="rId3"/>
          <a:srcRect/>
          <a:stretch>
            <a:fillRect/>
          </a:stretch>
        </p:blipFill>
        <p:spPr bwMode="auto">
          <a:xfrm>
            <a:off x="1435894" y="1654996"/>
            <a:ext cx="7962900" cy="1431925"/>
          </a:xfrm>
          <a:prstGeom prst="rect">
            <a:avLst/>
          </a:prstGeom>
          <a:noFill/>
          <a:ln w="9525">
            <a:noFill/>
            <a:miter lim="800000"/>
            <a:headEnd/>
            <a:tailEnd/>
          </a:ln>
        </p:spPr>
      </p:pic>
      <p:pic>
        <p:nvPicPr>
          <p:cNvPr id="126979" name="Picture 3"/>
          <p:cNvPicPr>
            <a:picLocks noChangeAspect="1" noChangeArrowheads="1"/>
          </p:cNvPicPr>
          <p:nvPr/>
        </p:nvPicPr>
        <p:blipFill>
          <a:blip r:embed="rId4"/>
          <a:srcRect/>
          <a:stretch>
            <a:fillRect/>
          </a:stretch>
        </p:blipFill>
        <p:spPr bwMode="auto">
          <a:xfrm>
            <a:off x="1435894" y="3673758"/>
            <a:ext cx="7948612" cy="1425575"/>
          </a:xfrm>
          <a:prstGeom prst="rect">
            <a:avLst/>
          </a:prstGeom>
          <a:noFill/>
          <a:ln w="9525">
            <a:noFill/>
            <a:miter lim="800000"/>
            <a:headEnd/>
            <a:tailEnd/>
          </a:ln>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Why is arbitrary precision Needed?</a:t>
            </a:r>
          </a:p>
        </p:txBody>
      </p:sp>
      <p:sp>
        <p:nvSpPr>
          <p:cNvPr id="8" name="Slide Number Placeholder 7"/>
          <p:cNvSpPr>
            <a:spLocks noGrp="1"/>
          </p:cNvSpPr>
          <p:nvPr>
            <p:ph type="sldNum" sz="quarter" idx="10"/>
          </p:nvPr>
        </p:nvSpPr>
        <p:spPr/>
        <p:txBody>
          <a:bodyPr/>
          <a:lstStyle/>
          <a:p>
            <a:pPr defTabSz="914400">
              <a:defRPr/>
            </a:pPr>
            <a:r>
              <a:rPr lang="en-US" dirty="0">
                <a:solidFill>
                  <a:srgbClr val="0C0C0C">
                    <a:tint val="75000"/>
                  </a:srgbClr>
                </a:solidFill>
                <a:latin typeface="Arial"/>
              </a:rPr>
              <a:t>Data Types 14- </a:t>
            </a:r>
            <a:fld id="{060BD193-E118-4B16-863C-C8C12C675E3E}" type="slidenum">
              <a:rPr lang="en-US">
                <a:solidFill>
                  <a:srgbClr val="0C0C0C">
                    <a:tint val="75000"/>
                  </a:srgbClr>
                </a:solidFill>
                <a:latin typeface="Arial"/>
              </a:rPr>
              <a:pPr defTabSz="914400">
                <a:defRPr/>
              </a:pPr>
              <a:t>8</a:t>
            </a:fld>
            <a:endParaRPr lang="en-US" dirty="0">
              <a:solidFill>
                <a:srgbClr val="0C0C0C">
                  <a:tint val="75000"/>
                </a:srgbClr>
              </a:solidFill>
              <a:latin typeface="Arial"/>
            </a:endParaRPr>
          </a:p>
        </p:txBody>
      </p:sp>
      <p:sp>
        <p:nvSpPr>
          <p:cNvPr id="3" name="Content Placeholder 2"/>
          <p:cNvSpPr>
            <a:spLocks noGrp="1"/>
          </p:cNvSpPr>
          <p:nvPr>
            <p:ph idx="4294967295"/>
          </p:nvPr>
        </p:nvSpPr>
        <p:spPr>
          <a:xfrm>
            <a:off x="1689101" y="1204913"/>
            <a:ext cx="10501312" cy="4906962"/>
          </a:xfrm>
        </p:spPr>
        <p:txBody>
          <a:bodyPr>
            <a:normAutofit fontScale="85000" lnSpcReduction="20000"/>
          </a:bodyPr>
          <a:lstStyle/>
          <a:p>
            <a:r>
              <a:rPr lang="en-US" sz="2400" dirty="0"/>
              <a:t>Code using native C </a:t>
            </a:r>
            <a:r>
              <a:rPr lang="en-US" sz="2400" dirty="0" err="1"/>
              <a:t>int</a:t>
            </a:r>
            <a:r>
              <a:rPr lang="en-US" sz="2400" dirty="0"/>
              <a:t> type</a:t>
            </a:r>
          </a:p>
          <a:p>
            <a:endParaRPr lang="en-US" sz="2400" dirty="0"/>
          </a:p>
          <a:p>
            <a:endParaRPr lang="en-US" sz="2400" dirty="0"/>
          </a:p>
          <a:p>
            <a:endParaRPr lang="en-US" sz="2400" dirty="0"/>
          </a:p>
          <a:p>
            <a:endParaRPr lang="en-US" sz="2400" dirty="0"/>
          </a:p>
          <a:p>
            <a:r>
              <a:rPr lang="en-US" sz="2400" dirty="0"/>
              <a:t>However, if the inputs will only have a max range of 8-bit</a:t>
            </a:r>
            <a:endParaRPr lang="en-US" dirty="0"/>
          </a:p>
          <a:p>
            <a:pPr lvl="1"/>
            <a:r>
              <a:rPr lang="en-US" sz="2100" dirty="0"/>
              <a:t>Arbitrary precision data-types should be used</a:t>
            </a:r>
          </a:p>
          <a:p>
            <a:pPr lvl="1"/>
            <a:endParaRPr lang="en-US" sz="2100" dirty="0"/>
          </a:p>
          <a:p>
            <a:pPr lvl="1"/>
            <a:endParaRPr lang="en-US" sz="2100" dirty="0"/>
          </a:p>
          <a:p>
            <a:pPr lvl="1"/>
            <a:endParaRPr lang="en-US" sz="2100" dirty="0"/>
          </a:p>
          <a:p>
            <a:pPr lvl="1"/>
            <a:endParaRPr lang="en-US" sz="2100" dirty="0"/>
          </a:p>
          <a:p>
            <a:pPr lvl="1"/>
            <a:endParaRPr lang="en-US" sz="2100" dirty="0"/>
          </a:p>
          <a:p>
            <a:pPr lvl="1"/>
            <a:endParaRPr lang="en-US" sz="2100" dirty="0"/>
          </a:p>
          <a:p>
            <a:pPr lvl="1"/>
            <a:r>
              <a:rPr lang="en-US" sz="2100" dirty="0"/>
              <a:t>It will result in smaller &amp; faster hardware with the full required precision</a:t>
            </a:r>
          </a:p>
          <a:p>
            <a:pPr lvl="1"/>
            <a:r>
              <a:rPr lang="en-US" sz="2100" strike="sngStrike" dirty="0"/>
              <a:t>With arbitrary precision types on function interfaces, </a:t>
            </a:r>
            <a:r>
              <a:rPr lang="en-US" sz="2100" strike="sngStrike" dirty="0" err="1">
                <a:highlight>
                  <a:srgbClr val="FFFF00"/>
                </a:highlight>
              </a:rPr>
              <a:t>Vitis</a:t>
            </a:r>
            <a:r>
              <a:rPr lang="en-US" sz="2100" strike="sngStrike" dirty="0"/>
              <a:t> HLS can propagate the correct bit-widths throughout the design</a:t>
            </a:r>
          </a:p>
          <a:p>
            <a:pPr lvl="1"/>
            <a:endParaRPr lang="en-US" sz="2100" dirty="0"/>
          </a:p>
        </p:txBody>
      </p:sp>
      <p:pic>
        <p:nvPicPr>
          <p:cNvPr id="126978" name="Picture 2"/>
          <p:cNvPicPr>
            <a:picLocks noChangeAspect="1" noChangeArrowheads="1"/>
          </p:cNvPicPr>
          <p:nvPr/>
        </p:nvPicPr>
        <p:blipFill>
          <a:blip r:embed="rId3"/>
          <a:srcRect/>
          <a:stretch>
            <a:fillRect/>
          </a:stretch>
        </p:blipFill>
        <p:spPr bwMode="auto">
          <a:xfrm>
            <a:off x="2089151" y="1615160"/>
            <a:ext cx="7962900" cy="1431925"/>
          </a:xfrm>
          <a:prstGeom prst="rect">
            <a:avLst/>
          </a:prstGeom>
          <a:noFill/>
          <a:ln w="9525">
            <a:noFill/>
            <a:miter lim="800000"/>
            <a:headEnd/>
            <a:tailEnd/>
          </a:ln>
        </p:spPr>
      </p:pic>
      <p:pic>
        <p:nvPicPr>
          <p:cNvPr id="126979" name="Picture 3"/>
          <p:cNvPicPr>
            <a:picLocks noChangeAspect="1" noChangeArrowheads="1"/>
          </p:cNvPicPr>
          <p:nvPr/>
        </p:nvPicPr>
        <p:blipFill>
          <a:blip r:embed="rId4"/>
          <a:srcRect/>
          <a:stretch>
            <a:fillRect/>
          </a:stretch>
        </p:blipFill>
        <p:spPr bwMode="auto">
          <a:xfrm>
            <a:off x="2121694" y="3810918"/>
            <a:ext cx="7948612" cy="1425575"/>
          </a:xfrm>
          <a:prstGeom prst="rect">
            <a:avLst/>
          </a:prstGeom>
          <a:noFill/>
          <a:ln w="9525">
            <a:noFill/>
            <a:miter lim="800000"/>
            <a:headEnd/>
            <a:tailEnd/>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HLS &amp; C Types</a:t>
            </a:r>
          </a:p>
        </p:txBody>
      </p:sp>
      <p:sp>
        <p:nvSpPr>
          <p:cNvPr id="3" name="Content Placeholder 2"/>
          <p:cNvSpPr>
            <a:spLocks noGrp="1"/>
          </p:cNvSpPr>
          <p:nvPr>
            <p:ph idx="1"/>
          </p:nvPr>
        </p:nvSpPr>
        <p:spPr/>
        <p:txBody>
          <a:bodyPr>
            <a:normAutofit/>
          </a:bodyPr>
          <a:lstStyle/>
          <a:p>
            <a:r>
              <a:rPr lang="en-US" dirty="0"/>
              <a:t>There are 3 basic types you can use for HLS</a:t>
            </a:r>
          </a:p>
          <a:p>
            <a:pPr lvl="1"/>
            <a:r>
              <a:rPr lang="en-US" dirty="0"/>
              <a:t>Standard C/C++ Types</a:t>
            </a:r>
          </a:p>
          <a:p>
            <a:pPr lvl="1"/>
            <a:r>
              <a:rPr lang="en-US" dirty="0"/>
              <a:t>Vitis HLS enhancements to C++: </a:t>
            </a:r>
            <a:r>
              <a:rPr lang="en-US" dirty="0" err="1"/>
              <a:t>ap_int</a:t>
            </a:r>
            <a:r>
              <a:rPr lang="en-US" dirty="0"/>
              <a:t>,</a:t>
            </a:r>
          </a:p>
          <a:p>
            <a:pPr lvl="1"/>
            <a:r>
              <a:rPr lang="en-US" dirty="0"/>
              <a:t>Vitis HLS enhancements to C++: </a:t>
            </a:r>
            <a:r>
              <a:rPr lang="en-US" dirty="0" err="1"/>
              <a:t>ap_fixed</a:t>
            </a:r>
            <a:endParaRPr lang="en-US" dirty="0"/>
          </a:p>
          <a:p>
            <a:pPr marL="232845" lvl="1" indent="0">
              <a:buNone/>
            </a:pPr>
            <a:endParaRPr lang="en-US" strike="sngStrike" dirty="0">
              <a:sym typeface="Wingdings" pitchFamily="2" charset="2"/>
            </a:endParaRPr>
          </a:p>
          <a:p>
            <a:endParaRPr lang="en-US" dirty="0"/>
          </a:p>
          <a:p>
            <a:endParaRPr lang="en-US" dirty="0"/>
          </a:p>
        </p:txBody>
      </p:sp>
      <p:sp>
        <p:nvSpPr>
          <p:cNvPr id="8" name="Slide Number Placeholder 7"/>
          <p:cNvSpPr>
            <a:spLocks noGrp="1"/>
          </p:cNvSpPr>
          <p:nvPr>
            <p:ph type="sldNum" sz="quarter" idx="4"/>
          </p:nvPr>
        </p:nvSpPr>
        <p:spPr/>
        <p:txBody>
          <a:bodyPr/>
          <a:lstStyle/>
          <a:p>
            <a:pPr>
              <a:defRPr/>
            </a:pPr>
            <a:r>
              <a:rPr lang="en-US" dirty="0"/>
              <a:t>Data Types 14- </a:t>
            </a:r>
            <a:fld id="{060BD193-E118-4B16-863C-C8C12C675E3E}" type="slidenum">
              <a:rPr lang="en-US" smtClean="0"/>
              <a:pPr>
                <a:defRPr/>
              </a:pPr>
              <a:t>9</a:t>
            </a:fld>
            <a:endParaRPr lang="en-US" dirty="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HLS &amp; C Types</a:t>
            </a:r>
          </a:p>
        </p:txBody>
      </p:sp>
      <p:sp>
        <p:nvSpPr>
          <p:cNvPr id="8" name="Slide Number Placeholder 7"/>
          <p:cNvSpPr>
            <a:spLocks noGrp="1"/>
          </p:cNvSpPr>
          <p:nvPr>
            <p:ph type="sldNum" sz="quarter" idx="10"/>
          </p:nvPr>
        </p:nvSpPr>
        <p:spPr/>
        <p:txBody>
          <a:bodyPr/>
          <a:lstStyle/>
          <a:p>
            <a:pPr defTabSz="914400">
              <a:defRPr/>
            </a:pPr>
            <a:r>
              <a:rPr lang="en-US" dirty="0">
                <a:solidFill>
                  <a:srgbClr val="0C0C0C">
                    <a:tint val="75000"/>
                  </a:srgbClr>
                </a:solidFill>
                <a:latin typeface="Arial"/>
              </a:rPr>
              <a:t>Data Types 14- </a:t>
            </a:r>
            <a:fld id="{060BD193-E118-4B16-863C-C8C12C675E3E}" type="slidenum">
              <a:rPr lang="en-US">
                <a:solidFill>
                  <a:srgbClr val="0C0C0C">
                    <a:tint val="75000"/>
                  </a:srgbClr>
                </a:solidFill>
                <a:latin typeface="Arial"/>
              </a:rPr>
              <a:pPr defTabSz="914400">
                <a:defRPr/>
              </a:pPr>
              <a:t>10</a:t>
            </a:fld>
            <a:endParaRPr lang="en-US" dirty="0">
              <a:solidFill>
                <a:srgbClr val="0C0C0C">
                  <a:tint val="75000"/>
                </a:srgbClr>
              </a:solidFill>
              <a:latin typeface="Arial"/>
            </a:endParaRPr>
          </a:p>
        </p:txBody>
      </p:sp>
      <p:sp>
        <p:nvSpPr>
          <p:cNvPr id="3" name="Content Placeholder 2"/>
          <p:cNvSpPr>
            <a:spLocks noGrp="1"/>
          </p:cNvSpPr>
          <p:nvPr>
            <p:ph idx="4294967295"/>
          </p:nvPr>
        </p:nvSpPr>
        <p:spPr>
          <a:xfrm>
            <a:off x="1689101" y="1327150"/>
            <a:ext cx="10501312" cy="4268788"/>
          </a:xfrm>
        </p:spPr>
        <p:txBody>
          <a:bodyPr>
            <a:normAutofit/>
          </a:bodyPr>
          <a:lstStyle/>
          <a:p>
            <a:r>
              <a:rPr lang="en-US" dirty="0"/>
              <a:t>There are 4 basic types you can use for HLS</a:t>
            </a:r>
          </a:p>
          <a:p>
            <a:pPr lvl="1"/>
            <a:r>
              <a:rPr lang="en-US" dirty="0"/>
              <a:t>Standard C/C++ Types</a:t>
            </a:r>
          </a:p>
          <a:p>
            <a:pPr lvl="1"/>
            <a:r>
              <a:rPr lang="en-US" strike="sngStrike" dirty="0" err="1"/>
              <a:t>Vivado</a:t>
            </a:r>
            <a:r>
              <a:rPr lang="en-US" strike="sngStrike" dirty="0"/>
              <a:t> HLS enhancements to C: apint</a:t>
            </a:r>
          </a:p>
          <a:p>
            <a:pPr lvl="1"/>
            <a:r>
              <a:rPr lang="en-US" dirty="0" err="1"/>
              <a:t>Vivado</a:t>
            </a:r>
            <a:r>
              <a:rPr lang="en-US" dirty="0"/>
              <a:t> HLS enhancements to C++: ap_int, ap_fixed</a:t>
            </a:r>
          </a:p>
          <a:p>
            <a:pPr lvl="1"/>
            <a:r>
              <a:rPr lang="en-US" strike="sngStrike" dirty="0"/>
              <a:t>SystemC types </a:t>
            </a:r>
            <a:endParaRPr lang="en-US" strike="sngStrike" dirty="0">
              <a:sym typeface="Wingdings" pitchFamily="2" charset="2"/>
            </a:endParaRPr>
          </a:p>
          <a:p>
            <a:endParaRPr lang="en-US" dirty="0"/>
          </a:p>
          <a:p>
            <a:endParaRPr lang="en-US" dirty="0"/>
          </a:p>
        </p:txBody>
      </p:sp>
      <p:sp>
        <p:nvSpPr>
          <p:cNvPr id="7" name="Slide Number Placeholder 4"/>
          <p:cNvSpPr txBox="1">
            <a:spLocks/>
          </p:cNvSpPr>
          <p:nvPr/>
        </p:nvSpPr>
        <p:spPr>
          <a:xfrm>
            <a:off x="611030" y="6347782"/>
            <a:ext cx="1117309" cy="244475"/>
          </a:xfrm>
          <a:prstGeom prst="rect">
            <a:avLst/>
          </a:prstGeom>
        </p:spPr>
        <p:txBody>
          <a:bodyPr/>
          <a:lstStyle/>
          <a:p>
            <a:pPr defTabSz="457200" fontAlgn="base">
              <a:spcBef>
                <a:spcPct val="0"/>
              </a:spcBef>
              <a:spcAft>
                <a:spcPct val="0"/>
              </a:spcAft>
              <a:defRPr/>
            </a:pPr>
            <a:r>
              <a:rPr lang="en-US" sz="1000">
                <a:solidFill>
                  <a:srgbClr val="FFFFFF"/>
                </a:solidFill>
                <a:latin typeface="Arial" charset="0"/>
                <a:ea typeface="ＭＳ Ｐゴシック" pitchFamily="34" charset="-128"/>
                <a:cs typeface="Arial" charset="0"/>
              </a:rPr>
              <a:t>14- </a:t>
            </a:r>
            <a:fld id="{0E88F696-905B-490D-9D4B-033243675593}" type="slidenum">
              <a:rPr lang="en-US" sz="1000">
                <a:solidFill>
                  <a:srgbClr val="FFFFFF"/>
                </a:solidFill>
                <a:latin typeface="Arial" charset="0"/>
                <a:ea typeface="ＭＳ Ｐゴシック" pitchFamily="34" charset="-128"/>
                <a:cs typeface="Arial" charset="0"/>
              </a:rPr>
              <a:pPr defTabSz="457200" fontAlgn="base">
                <a:spcBef>
                  <a:spcPct val="0"/>
                </a:spcBef>
                <a:spcAft>
                  <a:spcPct val="0"/>
                </a:spcAft>
                <a:defRPr/>
              </a:pPr>
              <a:t>10</a:t>
            </a:fld>
            <a:endParaRPr lang="en-US" sz="1000" dirty="0">
              <a:solidFill>
                <a:srgbClr val="FFFFFF"/>
              </a:solidFill>
              <a:latin typeface="Arial" charset="0"/>
              <a:ea typeface="ＭＳ Ｐゴシック" pitchFamily="34" charset="-128"/>
              <a:cs typeface="Arial" charset="0"/>
            </a:endParaRPr>
          </a:p>
        </p:txBody>
      </p:sp>
      <p:pic>
        <p:nvPicPr>
          <p:cNvPr id="1026" name="Picture 2"/>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306971" y="3066428"/>
            <a:ext cx="7494888" cy="33213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3C7778-FF89-4A52-BFA5-577DEC625D84}"/>
              </a:ext>
            </a:extLst>
          </p:cNvPr>
          <p:cNvSpPr>
            <a:spLocks noGrp="1"/>
          </p:cNvSpPr>
          <p:nvPr>
            <p:ph type="title"/>
          </p:nvPr>
        </p:nvSpPr>
        <p:spPr/>
        <p:txBody>
          <a:bodyPr/>
          <a:lstStyle/>
          <a:p>
            <a:r>
              <a:rPr lang="en-US" altLang="zh-CN" dirty="0"/>
              <a:t>Arbitrary Precision Data Types</a:t>
            </a:r>
            <a:endParaRPr lang="zh-CN" altLang="en-US" dirty="0"/>
          </a:p>
        </p:txBody>
      </p:sp>
    </p:spTree>
    <p:extLst>
      <p:ext uri="{BB962C8B-B14F-4D97-AF65-F5344CB8AC3E}">
        <p14:creationId xmlns:p14="http://schemas.microsoft.com/office/powerpoint/2010/main" val="184449756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trike="sngStrike" dirty="0"/>
              <a:t>Arbitrary Precision : C apint types </a:t>
            </a:r>
          </a:p>
        </p:txBody>
      </p:sp>
      <p:sp>
        <p:nvSpPr>
          <p:cNvPr id="13" name="Slide Number Placeholder 12"/>
          <p:cNvSpPr>
            <a:spLocks noGrp="1"/>
          </p:cNvSpPr>
          <p:nvPr>
            <p:ph type="sldNum" sz="quarter" idx="10"/>
          </p:nvPr>
        </p:nvSpPr>
        <p:spPr/>
        <p:txBody>
          <a:bodyPr/>
          <a:lstStyle/>
          <a:p>
            <a:pPr defTabSz="914400">
              <a:defRPr/>
            </a:pPr>
            <a:r>
              <a:rPr lang="en-US" dirty="0">
                <a:solidFill>
                  <a:srgbClr val="0C0C0C">
                    <a:tint val="75000"/>
                  </a:srgbClr>
                </a:solidFill>
                <a:latin typeface="Arial"/>
              </a:rPr>
              <a:t>Data Types 14- </a:t>
            </a:r>
            <a:fld id="{060BD193-E118-4B16-863C-C8C12C675E3E}" type="slidenum">
              <a:rPr lang="en-US">
                <a:solidFill>
                  <a:srgbClr val="0C0C0C">
                    <a:tint val="75000"/>
                  </a:srgbClr>
                </a:solidFill>
                <a:latin typeface="Arial"/>
              </a:rPr>
              <a:pPr defTabSz="914400">
                <a:defRPr/>
              </a:pPr>
              <a:t>12</a:t>
            </a:fld>
            <a:endParaRPr lang="en-US" dirty="0">
              <a:solidFill>
                <a:srgbClr val="0C0C0C">
                  <a:tint val="75000"/>
                </a:srgbClr>
              </a:solidFill>
              <a:latin typeface="Arial"/>
            </a:endParaRPr>
          </a:p>
        </p:txBody>
      </p:sp>
      <p:sp>
        <p:nvSpPr>
          <p:cNvPr id="3" name="Content Placeholder 2"/>
          <p:cNvSpPr>
            <a:spLocks noGrp="1"/>
          </p:cNvSpPr>
          <p:nvPr>
            <p:ph idx="4294967295"/>
          </p:nvPr>
        </p:nvSpPr>
        <p:spPr>
          <a:xfrm>
            <a:off x="1689101" y="1327150"/>
            <a:ext cx="10501312" cy="4268788"/>
          </a:xfrm>
        </p:spPr>
        <p:txBody>
          <a:bodyPr>
            <a:normAutofit/>
          </a:bodyPr>
          <a:lstStyle/>
          <a:p>
            <a:r>
              <a:rPr lang="en-US" dirty="0"/>
              <a:t>For C </a:t>
            </a:r>
          </a:p>
          <a:p>
            <a:pPr lvl="1"/>
            <a:r>
              <a:rPr lang="en-US" dirty="0" err="1"/>
              <a:t>Vivado</a:t>
            </a:r>
            <a:r>
              <a:rPr lang="en-US" dirty="0"/>
              <a:t> HLS types apint can be used</a:t>
            </a:r>
          </a:p>
          <a:p>
            <a:pPr lvl="1"/>
            <a:r>
              <a:rPr lang="en-US" dirty="0"/>
              <a:t>Range: 1 to 1024 bits</a:t>
            </a:r>
          </a:p>
          <a:p>
            <a:pPr lvl="1"/>
            <a:r>
              <a:rPr lang="en-US" dirty="0"/>
              <a:t>Specify the integers as shown and just use them like any other variable</a:t>
            </a:r>
          </a:p>
          <a:p>
            <a:pPr lvl="1"/>
            <a:endParaRPr lang="en-US" dirty="0"/>
          </a:p>
          <a:p>
            <a:endParaRPr lang="en-US" dirty="0"/>
          </a:p>
          <a:p>
            <a:endParaRPr lang="en-US" dirty="0"/>
          </a:p>
          <a:p>
            <a:r>
              <a:rPr lang="en-US" dirty="0"/>
              <a:t>There are two issues to be aware of </a:t>
            </a:r>
          </a:p>
          <a:p>
            <a:pPr lvl="1"/>
            <a:r>
              <a:rPr lang="en-US" dirty="0"/>
              <a:t>C compilation : YOU MUST use </a:t>
            </a:r>
            <a:r>
              <a:rPr lang="en-US" dirty="0" err="1"/>
              <a:t>apcc</a:t>
            </a:r>
            <a:r>
              <a:rPr lang="en-US" dirty="0"/>
              <a:t> to simulate (no debugger support)</a:t>
            </a:r>
          </a:p>
          <a:p>
            <a:pPr lvl="1"/>
            <a:r>
              <a:rPr lang="en-US" dirty="0"/>
              <a:t>Be aware of integer promotion issues</a:t>
            </a:r>
          </a:p>
          <a:p>
            <a:endParaRPr lang="en-US" dirty="0"/>
          </a:p>
        </p:txBody>
      </p:sp>
      <p:sp>
        <p:nvSpPr>
          <p:cNvPr id="66" name="TextBox 65"/>
          <p:cNvSpPr txBox="1"/>
          <p:nvPr/>
        </p:nvSpPr>
        <p:spPr>
          <a:xfrm>
            <a:off x="1219428" y="5448412"/>
            <a:ext cx="5784846" cy="584775"/>
          </a:xfrm>
          <a:prstGeom prst="rect">
            <a:avLst/>
          </a:prstGeom>
          <a:solidFill>
            <a:srgbClr val="FFFF99"/>
          </a:solidFill>
          <a:ln w="28575">
            <a:solidFill>
              <a:schemeClr val="tx1"/>
            </a:solidFill>
          </a:ln>
          <a:effectLst>
            <a:innerShdw blurRad="63500" dist="50800" dir="2700000">
              <a:prstClr val="black">
                <a:alpha val="50000"/>
              </a:prstClr>
            </a:innerShdw>
          </a:effectLst>
        </p:spPr>
        <p:txBody>
          <a:bodyPr wrap="square" rtlCol="0">
            <a:spAutoFit/>
          </a:bodyPr>
          <a:lstStyle/>
          <a:p>
            <a:pPr algn="ctr" defTabSz="914400"/>
            <a:r>
              <a:rPr lang="en-US" sz="1600" b="1" dirty="0">
                <a:solidFill>
                  <a:srgbClr val="0C0C0C"/>
                </a:solidFill>
                <a:latin typeface="Arial"/>
              </a:rPr>
              <a:t>Failure to use </a:t>
            </a:r>
            <a:r>
              <a:rPr lang="en-US" sz="1600" b="1" dirty="0" err="1">
                <a:solidFill>
                  <a:srgbClr val="0C0C0C"/>
                </a:solidFill>
                <a:latin typeface="Arial"/>
              </a:rPr>
              <a:t>apcc</a:t>
            </a:r>
            <a:r>
              <a:rPr lang="en-US" sz="1600" b="1" dirty="0">
                <a:solidFill>
                  <a:srgbClr val="0C0C0C"/>
                </a:solidFill>
                <a:latin typeface="Arial"/>
              </a:rPr>
              <a:t> to compile the C will result in INCORRECT results</a:t>
            </a:r>
          </a:p>
        </p:txBody>
      </p:sp>
      <p:sp>
        <p:nvSpPr>
          <p:cNvPr id="67" name="TextBox 66"/>
          <p:cNvSpPr txBox="1"/>
          <p:nvPr/>
        </p:nvSpPr>
        <p:spPr>
          <a:xfrm>
            <a:off x="7374883" y="5466297"/>
            <a:ext cx="3788307" cy="584775"/>
          </a:xfrm>
          <a:prstGeom prst="rect">
            <a:avLst/>
          </a:prstGeom>
          <a:solidFill>
            <a:srgbClr val="FFFF99"/>
          </a:solidFill>
          <a:ln w="28575">
            <a:solidFill>
              <a:schemeClr val="tx1"/>
            </a:solidFill>
          </a:ln>
          <a:effectLst>
            <a:innerShdw blurRad="63500" dist="50800" dir="2700000">
              <a:prstClr val="black">
                <a:alpha val="50000"/>
              </a:prstClr>
            </a:innerShdw>
          </a:effectLst>
        </p:spPr>
        <p:txBody>
          <a:bodyPr wrap="square" rtlCol="0">
            <a:spAutoFit/>
          </a:bodyPr>
          <a:lstStyle/>
          <a:p>
            <a:pPr algn="ctr" defTabSz="914400"/>
            <a:r>
              <a:rPr lang="en-US" sz="1600" b="1" dirty="0">
                <a:solidFill>
                  <a:srgbClr val="0C0C0C"/>
                </a:solidFill>
                <a:latin typeface="Arial"/>
              </a:rPr>
              <a:t>This only applies to C</a:t>
            </a:r>
          </a:p>
          <a:p>
            <a:pPr algn="ctr" defTabSz="914400"/>
            <a:r>
              <a:rPr lang="en-US" sz="1600" b="1" dirty="0">
                <a:solidFill>
                  <a:srgbClr val="0C0C0C"/>
                </a:solidFill>
                <a:latin typeface="Arial"/>
              </a:rPr>
              <a:t>NOT C++ or SystemC</a:t>
            </a:r>
          </a:p>
        </p:txBody>
      </p:sp>
      <p:sp>
        <p:nvSpPr>
          <p:cNvPr id="10" name="Slide Number Placeholder 4"/>
          <p:cNvSpPr txBox="1">
            <a:spLocks/>
          </p:cNvSpPr>
          <p:nvPr/>
        </p:nvSpPr>
        <p:spPr>
          <a:xfrm>
            <a:off x="611030" y="6347782"/>
            <a:ext cx="1117309" cy="244475"/>
          </a:xfrm>
          <a:prstGeom prst="rect">
            <a:avLst/>
          </a:prstGeom>
        </p:spPr>
        <p:txBody>
          <a:bodyPr/>
          <a:lstStyle/>
          <a:p>
            <a:pPr defTabSz="457200" fontAlgn="base">
              <a:spcBef>
                <a:spcPct val="0"/>
              </a:spcBef>
              <a:spcAft>
                <a:spcPct val="0"/>
              </a:spcAft>
              <a:defRPr/>
            </a:pPr>
            <a:r>
              <a:rPr lang="en-US" sz="1000">
                <a:solidFill>
                  <a:srgbClr val="FFFFFF"/>
                </a:solidFill>
                <a:latin typeface="Arial" charset="0"/>
                <a:ea typeface="ＭＳ Ｐゴシック" pitchFamily="34" charset="-128"/>
                <a:cs typeface="Arial" charset="0"/>
              </a:rPr>
              <a:t>14- </a:t>
            </a:r>
            <a:fld id="{0E88F696-905B-490D-9D4B-033243675593}" type="slidenum">
              <a:rPr lang="en-US" sz="1000">
                <a:solidFill>
                  <a:srgbClr val="FFFFFF"/>
                </a:solidFill>
                <a:latin typeface="Arial" charset="0"/>
                <a:ea typeface="ＭＳ Ｐゴシック" pitchFamily="34" charset="-128"/>
                <a:cs typeface="Arial" charset="0"/>
              </a:rPr>
              <a:pPr defTabSz="457200" fontAlgn="base">
                <a:spcBef>
                  <a:spcPct val="0"/>
                </a:spcBef>
                <a:spcAft>
                  <a:spcPct val="0"/>
                </a:spcAft>
                <a:defRPr/>
              </a:pPr>
              <a:t>12</a:t>
            </a:fld>
            <a:endParaRPr lang="en-US" sz="1000" dirty="0">
              <a:solidFill>
                <a:srgbClr val="FFFFFF"/>
              </a:solidFill>
              <a:latin typeface="Arial" charset="0"/>
              <a:ea typeface="ＭＳ Ｐゴシック" pitchFamily="34" charset="-128"/>
              <a:cs typeface="Arial" charset="0"/>
            </a:endParaRPr>
          </a:p>
        </p:txBody>
      </p:sp>
      <p:sp>
        <p:nvSpPr>
          <p:cNvPr id="11" name="TextBox 10">
            <a:extLst>
              <a:ext uri="{FF2B5EF4-FFF2-40B4-BE49-F238E27FC236}">
                <a16:creationId xmlns:a16="http://schemas.microsoft.com/office/drawing/2014/main" id="{8CAA85A8-BCBA-45C3-B1FB-578EE367465D}"/>
              </a:ext>
            </a:extLst>
          </p:cNvPr>
          <p:cNvSpPr txBox="1"/>
          <p:nvPr/>
        </p:nvSpPr>
        <p:spPr>
          <a:xfrm>
            <a:off x="3209242" y="2888516"/>
            <a:ext cx="4453820" cy="923330"/>
          </a:xfrm>
          <a:prstGeom prst="rect">
            <a:avLst/>
          </a:prstGeom>
          <a:gradFill rotWithShape="1">
            <a:gsLst>
              <a:gs pos="0">
                <a:srgbClr val="008CA8">
                  <a:tint val="50000"/>
                  <a:satMod val="300000"/>
                </a:srgbClr>
              </a:gs>
              <a:gs pos="35000">
                <a:srgbClr val="008CA8">
                  <a:tint val="37000"/>
                  <a:satMod val="300000"/>
                </a:srgbClr>
              </a:gs>
              <a:gs pos="100000">
                <a:srgbClr val="008CA8">
                  <a:tint val="15000"/>
                  <a:satMod val="350000"/>
                </a:srgbClr>
              </a:gs>
            </a:gsLst>
            <a:lin ang="16200000" scaled="1"/>
          </a:gradFill>
          <a:ln w="9525" cap="flat" cmpd="sng" algn="ctr">
            <a:solidFill>
              <a:srgbClr val="008CA8">
                <a:shade val="95000"/>
                <a:satMod val="105000"/>
              </a:srgbClr>
            </a:solidFill>
            <a:prstDash val="solid"/>
          </a:ln>
          <a:effectLst>
            <a:outerShdw blurRad="50800" dist="63500" dir="2700000" algn="tl" rotWithShape="0">
              <a:prstClr val="black">
                <a:alpha val="40000"/>
              </a:prstClr>
            </a:outerShdw>
          </a:effectLst>
        </p:spPr>
        <p:txBody>
          <a:bodyPr wrap="square" rtlCol="0">
            <a:spAutoFit/>
          </a:bodyPr>
          <a:lstStyle/>
          <a:p>
            <a:pPr defTabSz="914400" fontAlgn="base">
              <a:spcBef>
                <a:spcPct val="0"/>
              </a:spcBef>
              <a:spcAft>
                <a:spcPct val="0"/>
              </a:spcAft>
              <a:defRPr/>
            </a:pPr>
            <a:r>
              <a:rPr lang="en-US" sz="900" b="1" kern="0" dirty="0">
                <a:solidFill>
                  <a:srgbClr val="000000"/>
                </a:solidFill>
                <a:latin typeface="Arial"/>
              </a:rPr>
              <a:t>#include </a:t>
            </a:r>
            <a:r>
              <a:rPr lang="en-US" sz="900" b="1" kern="0" dirty="0" err="1">
                <a:solidFill>
                  <a:srgbClr val="000000"/>
                </a:solidFill>
                <a:latin typeface="Arial"/>
              </a:rPr>
              <a:t>ap_cint.h</a:t>
            </a:r>
            <a:endParaRPr lang="en-US" sz="900" b="1" kern="0" dirty="0">
              <a:solidFill>
                <a:srgbClr val="000000"/>
              </a:solidFill>
              <a:latin typeface="Arial"/>
            </a:endParaRPr>
          </a:p>
          <a:p>
            <a:pPr defTabSz="914400" fontAlgn="base">
              <a:spcBef>
                <a:spcPct val="0"/>
              </a:spcBef>
              <a:spcAft>
                <a:spcPct val="0"/>
              </a:spcAft>
              <a:defRPr/>
            </a:pPr>
            <a:endParaRPr lang="en-US" sz="900" b="1" kern="0" dirty="0">
              <a:solidFill>
                <a:srgbClr val="000000"/>
              </a:solidFill>
              <a:latin typeface="Arial"/>
            </a:endParaRPr>
          </a:p>
          <a:p>
            <a:pPr defTabSz="914400" fontAlgn="base">
              <a:spcBef>
                <a:spcPct val="0"/>
              </a:spcBef>
              <a:spcAft>
                <a:spcPct val="0"/>
              </a:spcAft>
              <a:defRPr/>
            </a:pPr>
            <a:r>
              <a:rPr lang="en-US" sz="900" b="1" kern="0" dirty="0">
                <a:solidFill>
                  <a:srgbClr val="000000"/>
                </a:solidFill>
                <a:latin typeface="Arial"/>
              </a:rPr>
              <a:t>void foo_top (…) {</a:t>
            </a:r>
          </a:p>
          <a:p>
            <a:pPr defTabSz="914400" fontAlgn="base">
              <a:spcBef>
                <a:spcPct val="0"/>
              </a:spcBef>
              <a:spcAft>
                <a:spcPct val="0"/>
              </a:spcAft>
              <a:defRPr/>
            </a:pPr>
            <a:r>
              <a:rPr lang="en-US" sz="900" b="1" kern="0" dirty="0">
                <a:solidFill>
                  <a:srgbClr val="000000"/>
                </a:solidFill>
                <a:latin typeface="Arial"/>
              </a:rPr>
              <a:t>  </a:t>
            </a:r>
          </a:p>
          <a:p>
            <a:pPr defTabSz="914400" fontAlgn="base">
              <a:spcBef>
                <a:spcPct val="0"/>
              </a:spcBef>
              <a:spcAft>
                <a:spcPct val="0"/>
              </a:spcAft>
              <a:defRPr/>
            </a:pPr>
            <a:r>
              <a:rPr lang="en-US" sz="900" b="1" kern="0" dirty="0">
                <a:solidFill>
                  <a:srgbClr val="000000"/>
                </a:solidFill>
                <a:latin typeface="Arial"/>
              </a:rPr>
              <a:t>    int9 	var1; 	         // 9-bit</a:t>
            </a:r>
          </a:p>
          <a:p>
            <a:pPr defTabSz="914400" fontAlgn="base">
              <a:spcBef>
                <a:spcPct val="0"/>
              </a:spcBef>
              <a:spcAft>
                <a:spcPct val="0"/>
              </a:spcAft>
              <a:defRPr/>
            </a:pPr>
            <a:r>
              <a:rPr lang="en-US" sz="900" b="1" kern="0" dirty="0">
                <a:solidFill>
                  <a:srgbClr val="000000"/>
                </a:solidFill>
                <a:latin typeface="Arial"/>
              </a:rPr>
              <a:t>    uint10 	var2; 	         // 10-bit unsigned</a:t>
            </a:r>
          </a:p>
        </p:txBody>
      </p:sp>
      <p:sp>
        <p:nvSpPr>
          <p:cNvPr id="12" name="TextBox 11">
            <a:extLst>
              <a:ext uri="{FF2B5EF4-FFF2-40B4-BE49-F238E27FC236}">
                <a16:creationId xmlns:a16="http://schemas.microsoft.com/office/drawing/2014/main" id="{9BFF62CC-FC96-42D7-88E3-A57255CDECCF}"/>
              </a:ext>
            </a:extLst>
          </p:cNvPr>
          <p:cNvSpPr txBox="1"/>
          <p:nvPr/>
        </p:nvSpPr>
        <p:spPr>
          <a:xfrm>
            <a:off x="5359363" y="2813316"/>
            <a:ext cx="2098927" cy="261610"/>
          </a:xfrm>
          <a:prstGeom prst="rect">
            <a:avLst/>
          </a:prstGeom>
          <a:solidFill>
            <a:srgbClr val="FFFF99"/>
          </a:solidFill>
          <a:ln w="28575">
            <a:solidFill>
              <a:srgbClr val="000000"/>
            </a:solidFill>
          </a:ln>
          <a:effectLst>
            <a:innerShdw blurRad="63500" dist="50800" dir="2700000">
              <a:prstClr val="black">
                <a:alpha val="50000"/>
              </a:prstClr>
            </a:innerShdw>
          </a:effectLst>
        </p:spPr>
        <p:txBody>
          <a:bodyPr wrap="square" rtlCol="0">
            <a:spAutoFit/>
          </a:bodyPr>
          <a:lstStyle/>
          <a:p>
            <a:pPr algn="ctr" defTabSz="914400" fontAlgn="base">
              <a:spcBef>
                <a:spcPct val="0"/>
              </a:spcBef>
              <a:spcAft>
                <a:spcPct val="0"/>
              </a:spcAft>
              <a:defRPr/>
            </a:pPr>
            <a:r>
              <a:rPr lang="en-US" sz="1100" b="1" kern="0" dirty="0">
                <a:solidFill>
                  <a:srgbClr val="000000"/>
                </a:solidFill>
                <a:latin typeface="Arial"/>
              </a:rPr>
              <a:t>Include header file</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6" grpId="0" animBg="1"/>
      <p:bldP spid="67" grpId="0" animBg="1"/>
    </p:bldLst>
  </p:timing>
</p:sld>
</file>

<file path=ppt/slides/slide1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trike="sngStrike" dirty="0"/>
              <a:t>Using </a:t>
            </a:r>
            <a:r>
              <a:rPr lang="en-US" strike="sngStrike" dirty="0" err="1"/>
              <a:t>apcc</a:t>
            </a:r>
            <a:endParaRPr lang="en-US" strike="sngStrike" dirty="0"/>
          </a:p>
        </p:txBody>
      </p:sp>
      <p:sp>
        <p:nvSpPr>
          <p:cNvPr id="63" name="Slide Number Placeholder 62"/>
          <p:cNvSpPr>
            <a:spLocks noGrp="1"/>
          </p:cNvSpPr>
          <p:nvPr>
            <p:ph type="sldNum" sz="quarter" idx="10"/>
          </p:nvPr>
        </p:nvSpPr>
        <p:spPr/>
        <p:txBody>
          <a:bodyPr/>
          <a:lstStyle/>
          <a:p>
            <a:pPr defTabSz="914400">
              <a:defRPr/>
            </a:pPr>
            <a:r>
              <a:rPr lang="en-US" dirty="0">
                <a:solidFill>
                  <a:srgbClr val="0C0C0C">
                    <a:tint val="75000"/>
                  </a:srgbClr>
                </a:solidFill>
                <a:latin typeface="Arial"/>
              </a:rPr>
              <a:t>Data Types 14- </a:t>
            </a:r>
            <a:fld id="{060BD193-E118-4B16-863C-C8C12C675E3E}" type="slidenum">
              <a:rPr lang="en-US">
                <a:solidFill>
                  <a:srgbClr val="0C0C0C">
                    <a:tint val="75000"/>
                  </a:srgbClr>
                </a:solidFill>
                <a:latin typeface="Arial"/>
              </a:rPr>
              <a:pPr defTabSz="914400">
                <a:defRPr/>
              </a:pPr>
              <a:t>13</a:t>
            </a:fld>
            <a:endParaRPr lang="en-US" dirty="0">
              <a:solidFill>
                <a:srgbClr val="0C0C0C">
                  <a:tint val="75000"/>
                </a:srgbClr>
              </a:solidFill>
              <a:latin typeface="Arial"/>
            </a:endParaRPr>
          </a:p>
        </p:txBody>
      </p:sp>
      <p:sp>
        <p:nvSpPr>
          <p:cNvPr id="3" name="Content Placeholder 2"/>
          <p:cNvSpPr>
            <a:spLocks noGrp="1"/>
          </p:cNvSpPr>
          <p:nvPr>
            <p:ph idx="4294967295"/>
          </p:nvPr>
        </p:nvSpPr>
        <p:spPr>
          <a:xfrm>
            <a:off x="1689101" y="1116014"/>
            <a:ext cx="10501312" cy="4625975"/>
          </a:xfrm>
        </p:spPr>
        <p:txBody>
          <a:bodyPr>
            <a:normAutofit fontScale="92500" lnSpcReduction="20000"/>
          </a:bodyPr>
          <a:lstStyle/>
          <a:p>
            <a:r>
              <a:rPr lang="en-US" dirty="0" err="1"/>
              <a:t>apcc</a:t>
            </a:r>
            <a:endParaRPr lang="en-US" dirty="0"/>
          </a:p>
          <a:p>
            <a:pPr lvl="1"/>
            <a:r>
              <a:rPr lang="en-US" sz="1900" dirty="0"/>
              <a:t>Command line compatible with gcc</a:t>
            </a:r>
          </a:p>
          <a:p>
            <a:pPr lvl="1"/>
            <a:r>
              <a:rPr lang="en-US" sz="1900" dirty="0"/>
              <a:t>Required to support arbitrary precision for C </a:t>
            </a:r>
          </a:p>
          <a:p>
            <a:pPr lvl="1"/>
            <a:r>
              <a:rPr lang="en-US" sz="1900" dirty="0"/>
              <a:t>Use </a:t>
            </a:r>
            <a:r>
              <a:rPr lang="en-US" sz="1900" dirty="0" err="1"/>
              <a:t>apcc</a:t>
            </a:r>
            <a:r>
              <a:rPr lang="en-US" sz="1900" dirty="0"/>
              <a:t> at the </a:t>
            </a:r>
            <a:r>
              <a:rPr lang="en-US" sz="1900" dirty="0" err="1"/>
              <a:t>Vivado</a:t>
            </a:r>
            <a:r>
              <a:rPr lang="en-US" sz="1900" dirty="0"/>
              <a:t> HLS CLI (shell)</a:t>
            </a:r>
          </a:p>
          <a:p>
            <a:pPr lvl="1"/>
            <a:endParaRPr lang="en-US" dirty="0"/>
          </a:p>
          <a:p>
            <a:pPr lvl="1"/>
            <a:endParaRPr lang="en-US" dirty="0"/>
          </a:p>
          <a:p>
            <a:pPr lvl="1"/>
            <a:r>
              <a:rPr lang="en-US" sz="1900" dirty="0"/>
              <a:t>HLS uses </a:t>
            </a:r>
            <a:r>
              <a:rPr lang="en-US" sz="1900" dirty="0" err="1"/>
              <a:t>apcc</a:t>
            </a:r>
            <a:r>
              <a:rPr lang="en-US" sz="1900" dirty="0"/>
              <a:t> automatically when it sees arbitrary precision is used in C model</a:t>
            </a:r>
            <a:endParaRPr lang="en-US" dirty="0"/>
          </a:p>
          <a:p>
            <a:r>
              <a:rPr lang="en-US" dirty="0" err="1"/>
              <a:t>apcc</a:t>
            </a:r>
            <a:r>
              <a:rPr lang="en-US" dirty="0"/>
              <a:t> understands bit-accurate types</a:t>
            </a:r>
          </a:p>
          <a:p>
            <a:endParaRPr lang="en-US" dirty="0"/>
          </a:p>
          <a:p>
            <a:endParaRPr lang="en-US" dirty="0"/>
          </a:p>
          <a:p>
            <a:endParaRPr lang="en-US" dirty="0"/>
          </a:p>
          <a:p>
            <a:pPr marL="0" indent="0">
              <a:buNone/>
            </a:pPr>
            <a:endParaRPr lang="en-US" dirty="0"/>
          </a:p>
          <a:p>
            <a:pPr lvl="1"/>
            <a:r>
              <a:rPr lang="en-US" dirty="0"/>
              <a:t>Once you create bit-accurate types you must re-validate the C</a:t>
            </a:r>
          </a:p>
          <a:p>
            <a:pPr lvl="1"/>
            <a:r>
              <a:rPr lang="en-US" dirty="0"/>
              <a:t>It’s the only way to discover rounding and truncation issues</a:t>
            </a:r>
          </a:p>
          <a:p>
            <a:pPr lvl="2"/>
            <a:r>
              <a:rPr lang="en-US" dirty="0"/>
              <a:t>It’s fast in C !!!</a:t>
            </a:r>
          </a:p>
        </p:txBody>
      </p:sp>
      <p:sp>
        <p:nvSpPr>
          <p:cNvPr id="60" name="TextBox 59">
            <a:extLst>
              <a:ext uri="{FF2B5EF4-FFF2-40B4-BE49-F238E27FC236}">
                <a16:creationId xmlns:a16="http://schemas.microsoft.com/office/drawing/2014/main" id="{EFFEAB32-208C-4D4B-AC4B-0B0B7450059C}"/>
              </a:ext>
            </a:extLst>
          </p:cNvPr>
          <p:cNvSpPr txBox="1"/>
          <p:nvPr/>
        </p:nvSpPr>
        <p:spPr>
          <a:xfrm>
            <a:off x="720701" y="3457514"/>
            <a:ext cx="2610860" cy="1061829"/>
          </a:xfrm>
          <a:prstGeom prst="rect">
            <a:avLst/>
          </a:prstGeom>
          <a:gradFill rotWithShape="1">
            <a:gsLst>
              <a:gs pos="0">
                <a:srgbClr val="008CA8">
                  <a:tint val="50000"/>
                  <a:satMod val="300000"/>
                </a:srgbClr>
              </a:gs>
              <a:gs pos="35000">
                <a:srgbClr val="008CA8">
                  <a:tint val="37000"/>
                  <a:satMod val="300000"/>
                </a:srgbClr>
              </a:gs>
              <a:gs pos="100000">
                <a:srgbClr val="008CA8">
                  <a:tint val="15000"/>
                  <a:satMod val="350000"/>
                </a:srgbClr>
              </a:gs>
            </a:gsLst>
            <a:lin ang="16200000" scaled="1"/>
          </a:gradFill>
          <a:ln w="9525" cap="flat" cmpd="sng" algn="ctr">
            <a:solidFill>
              <a:srgbClr val="008CA8">
                <a:shade val="95000"/>
                <a:satMod val="105000"/>
              </a:srgbClr>
            </a:solidFill>
            <a:prstDash val="solid"/>
          </a:ln>
          <a:effectLst>
            <a:outerShdw blurRad="50800" dist="63500" dir="2700000" algn="tl" rotWithShape="0">
              <a:prstClr val="black">
                <a:alpha val="40000"/>
              </a:prstClr>
            </a:outerShdw>
          </a:effectLst>
        </p:spPr>
        <p:txBody>
          <a:bodyPr wrap="square" rtlCol="0">
            <a:spAutoFit/>
          </a:bodyPr>
          <a:lstStyle/>
          <a:p>
            <a:pPr defTabSz="914400" fontAlgn="base">
              <a:spcBef>
                <a:spcPct val="0"/>
              </a:spcBef>
              <a:spcAft>
                <a:spcPct val="0"/>
              </a:spcAft>
              <a:defRPr/>
            </a:pPr>
            <a:r>
              <a:rPr lang="en-US" sz="900" b="1" kern="0" dirty="0">
                <a:solidFill>
                  <a:srgbClr val="000000"/>
                </a:solidFill>
                <a:latin typeface="Consolas" pitchFamily="49" charset="0"/>
                <a:ea typeface="ＭＳ Ｐゴシック" pitchFamily="18" charset="-128"/>
              </a:rPr>
              <a:t>#include “</a:t>
            </a:r>
            <a:r>
              <a:rPr lang="en-US" sz="900" b="1" kern="0" dirty="0" err="1">
                <a:solidFill>
                  <a:srgbClr val="000000"/>
                </a:solidFill>
                <a:latin typeface="Consolas" pitchFamily="49" charset="0"/>
                <a:ea typeface="ＭＳ Ｐゴシック" pitchFamily="18" charset="-128"/>
              </a:rPr>
              <a:t>ap_cint.h</a:t>
            </a:r>
            <a:r>
              <a:rPr lang="en-US" sz="900" b="1" kern="0" dirty="0">
                <a:solidFill>
                  <a:srgbClr val="000000"/>
                </a:solidFill>
                <a:latin typeface="Consolas" pitchFamily="49" charset="0"/>
                <a:ea typeface="ＭＳ Ｐゴシック" pitchFamily="18" charset="-128"/>
              </a:rPr>
              <a:t>”</a:t>
            </a:r>
          </a:p>
          <a:p>
            <a:pPr defTabSz="914400" fontAlgn="base">
              <a:spcBef>
                <a:spcPct val="0"/>
              </a:spcBef>
              <a:spcAft>
                <a:spcPct val="0"/>
              </a:spcAft>
              <a:defRPr/>
            </a:pPr>
            <a:r>
              <a:rPr lang="en-US" sz="900" b="1" kern="0" dirty="0">
                <a:solidFill>
                  <a:srgbClr val="000000"/>
                </a:solidFill>
                <a:latin typeface="Consolas" pitchFamily="49" charset="0"/>
                <a:ea typeface="ＭＳ Ｐゴシック" pitchFamily="18" charset="-128"/>
              </a:rPr>
              <a:t>int3 ex_bit_accurate (</a:t>
            </a:r>
          </a:p>
          <a:p>
            <a:pPr defTabSz="914400" fontAlgn="base">
              <a:spcBef>
                <a:spcPct val="0"/>
              </a:spcBef>
              <a:spcAft>
                <a:spcPct val="0"/>
              </a:spcAft>
              <a:defRPr/>
            </a:pPr>
            <a:r>
              <a:rPr lang="en-US" sz="900" b="1" kern="0" dirty="0">
                <a:solidFill>
                  <a:srgbClr val="000000"/>
                </a:solidFill>
                <a:latin typeface="Consolas" pitchFamily="49" charset="0"/>
                <a:ea typeface="ＭＳ Ｐゴシック" pitchFamily="18" charset="-128"/>
              </a:rPr>
              <a:t>  int3 x1,</a:t>
            </a:r>
          </a:p>
          <a:p>
            <a:pPr defTabSz="914400" fontAlgn="base">
              <a:spcBef>
                <a:spcPct val="0"/>
              </a:spcBef>
              <a:spcAft>
                <a:spcPct val="0"/>
              </a:spcAft>
              <a:defRPr/>
            </a:pPr>
            <a:r>
              <a:rPr lang="en-US" sz="900" b="1" kern="0" dirty="0">
                <a:solidFill>
                  <a:srgbClr val="000000"/>
                </a:solidFill>
                <a:latin typeface="Consolas" pitchFamily="49" charset="0"/>
                <a:ea typeface="ＭＳ Ｐゴシック" pitchFamily="18" charset="-128"/>
              </a:rPr>
              <a:t>  int3 y1</a:t>
            </a:r>
          </a:p>
          <a:p>
            <a:pPr defTabSz="914400" fontAlgn="base">
              <a:spcBef>
                <a:spcPct val="0"/>
              </a:spcBef>
              <a:spcAft>
                <a:spcPct val="0"/>
              </a:spcAft>
              <a:defRPr/>
            </a:pPr>
            <a:r>
              <a:rPr lang="en-US" sz="900" b="1" kern="0" dirty="0">
                <a:solidFill>
                  <a:srgbClr val="000000"/>
                </a:solidFill>
                <a:latin typeface="Consolas" pitchFamily="49" charset="0"/>
                <a:ea typeface="ＭＳ Ｐゴシック" pitchFamily="18" charset="-128"/>
              </a:rPr>
              <a:t>  ) {</a:t>
            </a:r>
          </a:p>
          <a:p>
            <a:pPr defTabSz="914400" fontAlgn="base">
              <a:spcBef>
                <a:spcPct val="0"/>
              </a:spcBef>
              <a:spcAft>
                <a:spcPct val="0"/>
              </a:spcAft>
              <a:defRPr/>
            </a:pPr>
            <a:r>
              <a:rPr lang="en-US" sz="900" b="1" kern="0" dirty="0">
                <a:solidFill>
                  <a:srgbClr val="000000"/>
                </a:solidFill>
                <a:latin typeface="Consolas" pitchFamily="49" charset="0"/>
                <a:ea typeface="ＭＳ Ｐゴシック" pitchFamily="18" charset="-128"/>
              </a:rPr>
              <a:t>  return x1+y1;</a:t>
            </a:r>
          </a:p>
          <a:p>
            <a:pPr defTabSz="914400" fontAlgn="base">
              <a:spcBef>
                <a:spcPct val="0"/>
              </a:spcBef>
              <a:spcAft>
                <a:spcPct val="0"/>
              </a:spcAft>
              <a:defRPr/>
            </a:pPr>
            <a:r>
              <a:rPr lang="en-US" sz="900" b="1" kern="0" dirty="0">
                <a:solidFill>
                  <a:srgbClr val="000000"/>
                </a:solidFill>
                <a:latin typeface="Consolas" pitchFamily="49" charset="0"/>
                <a:ea typeface="ＭＳ Ｐゴシック" pitchFamily="18" charset="-128"/>
              </a:rPr>
              <a:t>}</a:t>
            </a:r>
          </a:p>
        </p:txBody>
      </p:sp>
      <p:grpSp>
        <p:nvGrpSpPr>
          <p:cNvPr id="61" name="Group 48">
            <a:extLst>
              <a:ext uri="{FF2B5EF4-FFF2-40B4-BE49-F238E27FC236}">
                <a16:creationId xmlns:a16="http://schemas.microsoft.com/office/drawing/2014/main" id="{8A48E4B3-7D43-432D-95F4-A1E0BEB6DEF8}"/>
              </a:ext>
            </a:extLst>
          </p:cNvPr>
          <p:cNvGrpSpPr>
            <a:grpSpLocks/>
          </p:cNvGrpSpPr>
          <p:nvPr/>
        </p:nvGrpSpPr>
        <p:grpSpPr bwMode="auto">
          <a:xfrm>
            <a:off x="5842006" y="3789648"/>
            <a:ext cx="2384602" cy="574675"/>
            <a:chOff x="4421383" y="5825550"/>
            <a:chExt cx="1788917" cy="575250"/>
          </a:xfrm>
        </p:grpSpPr>
        <p:grpSp>
          <p:nvGrpSpPr>
            <p:cNvPr id="62" name="Group 25">
              <a:extLst>
                <a:ext uri="{FF2B5EF4-FFF2-40B4-BE49-F238E27FC236}">
                  <a16:creationId xmlns:a16="http://schemas.microsoft.com/office/drawing/2014/main" id="{AA99AA9B-10CC-495D-9233-0BC6AA35265A}"/>
                </a:ext>
              </a:extLst>
            </p:cNvPr>
            <p:cNvGrpSpPr>
              <a:grpSpLocks/>
            </p:cNvGrpSpPr>
            <p:nvPr/>
          </p:nvGrpSpPr>
          <p:grpSpPr bwMode="auto">
            <a:xfrm>
              <a:off x="4838700" y="5825550"/>
              <a:ext cx="1295400" cy="155731"/>
              <a:chOff x="4838700" y="5825550"/>
              <a:chExt cx="1295400" cy="155731"/>
            </a:xfrm>
          </p:grpSpPr>
          <p:sp>
            <p:nvSpPr>
              <p:cNvPr id="84" name="Rectangle 83">
                <a:extLst>
                  <a:ext uri="{FF2B5EF4-FFF2-40B4-BE49-F238E27FC236}">
                    <a16:creationId xmlns:a16="http://schemas.microsoft.com/office/drawing/2014/main" id="{4BD0364A-851B-43D5-8500-D6654139B096}"/>
                  </a:ext>
                </a:extLst>
              </p:cNvPr>
              <p:cNvSpPr/>
              <p:nvPr/>
            </p:nvSpPr>
            <p:spPr>
              <a:xfrm>
                <a:off x="4838700" y="5825550"/>
                <a:ext cx="122238" cy="155731"/>
              </a:xfrm>
              <a:prstGeom prst="rect">
                <a:avLst/>
              </a:prstGeom>
              <a:gradFill rotWithShape="1">
                <a:gsLst>
                  <a:gs pos="0">
                    <a:srgbClr val="6D7076">
                      <a:lumMod val="75000"/>
                    </a:srgbClr>
                  </a:gs>
                  <a:gs pos="100000">
                    <a:srgbClr val="6D7076">
                      <a:lumMod val="40000"/>
                      <a:lumOff val="60000"/>
                    </a:srgbClr>
                  </a:gs>
                </a:gsLst>
                <a:lin ang="16200000" scaled="0"/>
              </a:gradFill>
              <a:ln w="9525" cap="flat" cmpd="sng" algn="ctr">
                <a:solidFill>
                  <a:srgbClr val="6D7076">
                    <a:lumMod val="50000"/>
                  </a:srgbClr>
                </a:solidFill>
                <a:prstDash val="solid"/>
              </a:ln>
              <a:effectLst>
                <a:outerShdw blurRad="40000" dist="23000" dir="5400000" rotWithShape="0">
                  <a:srgbClr val="000000">
                    <a:alpha val="35000"/>
                  </a:srgbClr>
                </a:outerShdw>
              </a:effectLst>
            </p:spPr>
            <p:txBody>
              <a:bodyPr lIns="0" rIns="0" anchor="ctr"/>
              <a:lstStyle/>
              <a:p>
                <a:pPr algn="ctr" defTabSz="914400" fontAlgn="base">
                  <a:spcBef>
                    <a:spcPct val="0"/>
                  </a:spcBef>
                  <a:spcAft>
                    <a:spcPct val="0"/>
                  </a:spcAft>
                  <a:defRPr/>
                </a:pPr>
                <a:r>
                  <a:rPr lang="en-US" sz="1200" kern="0" dirty="0">
                    <a:solidFill>
                      <a:srgbClr val="FFFFFF"/>
                    </a:solidFill>
                    <a:latin typeface="Arial"/>
                  </a:rPr>
                  <a:t>0</a:t>
                </a:r>
              </a:p>
            </p:txBody>
          </p:sp>
          <p:sp>
            <p:nvSpPr>
              <p:cNvPr id="85" name="Rectangle 84">
                <a:extLst>
                  <a:ext uri="{FF2B5EF4-FFF2-40B4-BE49-F238E27FC236}">
                    <a16:creationId xmlns:a16="http://schemas.microsoft.com/office/drawing/2014/main" id="{6AFA5DA1-8682-41EC-9ED7-61F0AF3C8953}"/>
                  </a:ext>
                </a:extLst>
              </p:cNvPr>
              <p:cNvSpPr/>
              <p:nvPr/>
            </p:nvSpPr>
            <p:spPr>
              <a:xfrm>
                <a:off x="5707063" y="5825550"/>
                <a:ext cx="122237" cy="155731"/>
              </a:xfrm>
              <a:prstGeom prst="rect">
                <a:avLst/>
              </a:prstGeom>
              <a:gradFill rotWithShape="1">
                <a:gsLst>
                  <a:gs pos="0">
                    <a:srgbClr val="6D7076">
                      <a:lumMod val="75000"/>
                    </a:srgbClr>
                  </a:gs>
                  <a:gs pos="100000">
                    <a:srgbClr val="6D7076">
                      <a:lumMod val="60000"/>
                      <a:lumOff val="40000"/>
                    </a:srgbClr>
                  </a:gs>
                </a:gsLst>
                <a:lin ang="16200000" scaled="0"/>
              </a:gradFill>
              <a:ln w="9525" cap="flat" cmpd="sng" algn="ctr">
                <a:solidFill>
                  <a:srgbClr val="6D7076">
                    <a:lumMod val="50000"/>
                  </a:srgbClr>
                </a:solidFill>
                <a:prstDash val="solid"/>
              </a:ln>
              <a:effectLst>
                <a:outerShdw blurRad="40000" dist="23000" dir="5400000" rotWithShape="0">
                  <a:srgbClr val="000000">
                    <a:alpha val="35000"/>
                  </a:srgbClr>
                </a:outerShdw>
              </a:effectLst>
            </p:spPr>
            <p:txBody>
              <a:bodyPr lIns="0" rIns="0" anchor="ctr"/>
              <a:lstStyle/>
              <a:p>
                <a:pPr algn="ctr" defTabSz="914400" fontAlgn="base">
                  <a:spcBef>
                    <a:spcPct val="0"/>
                  </a:spcBef>
                  <a:spcAft>
                    <a:spcPct val="0"/>
                  </a:spcAft>
                  <a:defRPr/>
                </a:pPr>
                <a:r>
                  <a:rPr lang="en-US" sz="1200" kern="0" dirty="0">
                    <a:solidFill>
                      <a:srgbClr val="FFFFFF"/>
                    </a:solidFill>
                    <a:latin typeface="Arial"/>
                  </a:rPr>
                  <a:t>0</a:t>
                </a:r>
              </a:p>
            </p:txBody>
          </p:sp>
          <p:sp>
            <p:nvSpPr>
              <p:cNvPr id="86" name="Rectangle 85">
                <a:extLst>
                  <a:ext uri="{FF2B5EF4-FFF2-40B4-BE49-F238E27FC236}">
                    <a16:creationId xmlns:a16="http://schemas.microsoft.com/office/drawing/2014/main" id="{D53BB60E-11F7-40C2-B83B-40486455421F}"/>
                  </a:ext>
                </a:extLst>
              </p:cNvPr>
              <p:cNvSpPr/>
              <p:nvPr/>
            </p:nvSpPr>
            <p:spPr>
              <a:xfrm>
                <a:off x="5859463" y="5825550"/>
                <a:ext cx="122237" cy="155731"/>
              </a:xfrm>
              <a:prstGeom prst="rect">
                <a:avLst/>
              </a:prstGeom>
              <a:gradFill rotWithShape="1">
                <a:gsLst>
                  <a:gs pos="0">
                    <a:srgbClr val="6D7076">
                      <a:lumMod val="75000"/>
                    </a:srgbClr>
                  </a:gs>
                  <a:gs pos="100000">
                    <a:srgbClr val="6D7076">
                      <a:lumMod val="60000"/>
                      <a:lumOff val="40000"/>
                    </a:srgbClr>
                  </a:gs>
                </a:gsLst>
                <a:lin ang="16200000" scaled="0"/>
              </a:gradFill>
              <a:ln w="9525" cap="flat" cmpd="sng" algn="ctr">
                <a:solidFill>
                  <a:srgbClr val="6D7076">
                    <a:lumMod val="50000"/>
                  </a:srgbClr>
                </a:solidFill>
                <a:prstDash val="solid"/>
              </a:ln>
              <a:effectLst>
                <a:outerShdw blurRad="40000" dist="23000" dir="5400000" rotWithShape="0">
                  <a:srgbClr val="000000">
                    <a:alpha val="35000"/>
                  </a:srgbClr>
                </a:outerShdw>
              </a:effectLst>
            </p:spPr>
            <p:txBody>
              <a:bodyPr lIns="0" rIns="0" anchor="ctr"/>
              <a:lstStyle/>
              <a:p>
                <a:pPr algn="ctr" defTabSz="914400" fontAlgn="base">
                  <a:spcBef>
                    <a:spcPct val="0"/>
                  </a:spcBef>
                  <a:spcAft>
                    <a:spcPct val="0"/>
                  </a:spcAft>
                  <a:defRPr/>
                </a:pPr>
                <a:r>
                  <a:rPr lang="en-US" sz="1200" kern="0" dirty="0">
                    <a:solidFill>
                      <a:srgbClr val="FFFFFF"/>
                    </a:solidFill>
                    <a:latin typeface="Arial"/>
                  </a:rPr>
                  <a:t>1</a:t>
                </a:r>
              </a:p>
            </p:txBody>
          </p:sp>
          <p:sp>
            <p:nvSpPr>
              <p:cNvPr id="87" name="Rectangle 86">
                <a:extLst>
                  <a:ext uri="{FF2B5EF4-FFF2-40B4-BE49-F238E27FC236}">
                    <a16:creationId xmlns:a16="http://schemas.microsoft.com/office/drawing/2014/main" id="{AED78A94-DEC5-4FE1-A7BF-BCEC85FE0014}"/>
                  </a:ext>
                </a:extLst>
              </p:cNvPr>
              <p:cNvSpPr/>
              <p:nvPr/>
            </p:nvSpPr>
            <p:spPr>
              <a:xfrm>
                <a:off x="6011863" y="5825550"/>
                <a:ext cx="122237" cy="155731"/>
              </a:xfrm>
              <a:prstGeom prst="rect">
                <a:avLst/>
              </a:prstGeom>
              <a:gradFill rotWithShape="1">
                <a:gsLst>
                  <a:gs pos="0">
                    <a:srgbClr val="6D7076">
                      <a:lumMod val="75000"/>
                    </a:srgbClr>
                  </a:gs>
                  <a:gs pos="100000">
                    <a:srgbClr val="6D7076">
                      <a:lumMod val="60000"/>
                      <a:lumOff val="40000"/>
                    </a:srgbClr>
                  </a:gs>
                </a:gsLst>
                <a:lin ang="16200000" scaled="0"/>
              </a:gradFill>
              <a:ln w="9525" cap="flat" cmpd="sng" algn="ctr">
                <a:solidFill>
                  <a:srgbClr val="6D7076">
                    <a:lumMod val="50000"/>
                  </a:srgbClr>
                </a:solidFill>
                <a:prstDash val="solid"/>
              </a:ln>
              <a:effectLst>
                <a:outerShdw blurRad="40000" dist="23000" dir="5400000" rotWithShape="0">
                  <a:srgbClr val="000000">
                    <a:alpha val="35000"/>
                  </a:srgbClr>
                </a:outerShdw>
              </a:effectLst>
            </p:spPr>
            <p:txBody>
              <a:bodyPr lIns="0" rIns="0" anchor="ctr"/>
              <a:lstStyle/>
              <a:p>
                <a:pPr algn="ctr" defTabSz="914400" fontAlgn="base">
                  <a:spcBef>
                    <a:spcPct val="0"/>
                  </a:spcBef>
                  <a:spcAft>
                    <a:spcPct val="0"/>
                  </a:spcAft>
                  <a:defRPr/>
                </a:pPr>
                <a:r>
                  <a:rPr lang="en-US" sz="1200" kern="0" dirty="0">
                    <a:solidFill>
                      <a:srgbClr val="FFFFFF"/>
                    </a:solidFill>
                    <a:latin typeface="Arial"/>
                  </a:rPr>
                  <a:t>0</a:t>
                </a:r>
              </a:p>
            </p:txBody>
          </p:sp>
          <p:sp>
            <p:nvSpPr>
              <p:cNvPr id="88" name="Rectangle 87">
                <a:extLst>
                  <a:ext uri="{FF2B5EF4-FFF2-40B4-BE49-F238E27FC236}">
                    <a16:creationId xmlns:a16="http://schemas.microsoft.com/office/drawing/2014/main" id="{D92C5E7A-440A-4C46-8DA7-0F65EA193BCF}"/>
                  </a:ext>
                </a:extLst>
              </p:cNvPr>
              <p:cNvSpPr/>
              <p:nvPr/>
            </p:nvSpPr>
            <p:spPr>
              <a:xfrm>
                <a:off x="4983163" y="5825550"/>
                <a:ext cx="122237" cy="155731"/>
              </a:xfrm>
              <a:prstGeom prst="rect">
                <a:avLst/>
              </a:prstGeom>
              <a:gradFill rotWithShape="1">
                <a:gsLst>
                  <a:gs pos="0">
                    <a:srgbClr val="6D7076">
                      <a:lumMod val="75000"/>
                    </a:srgbClr>
                  </a:gs>
                  <a:gs pos="100000">
                    <a:srgbClr val="6D7076">
                      <a:lumMod val="40000"/>
                      <a:lumOff val="60000"/>
                    </a:srgbClr>
                  </a:gs>
                </a:gsLst>
                <a:lin ang="16200000" scaled="0"/>
              </a:gradFill>
              <a:ln w="9525" cap="flat" cmpd="sng" algn="ctr">
                <a:solidFill>
                  <a:srgbClr val="6D7076">
                    <a:lumMod val="50000"/>
                  </a:srgbClr>
                </a:solidFill>
                <a:prstDash val="solid"/>
              </a:ln>
              <a:effectLst>
                <a:outerShdw blurRad="40000" dist="23000" dir="5400000" rotWithShape="0">
                  <a:srgbClr val="000000">
                    <a:alpha val="35000"/>
                  </a:srgbClr>
                </a:outerShdw>
              </a:effectLst>
            </p:spPr>
            <p:txBody>
              <a:bodyPr lIns="0" rIns="0" anchor="ctr"/>
              <a:lstStyle/>
              <a:p>
                <a:pPr algn="ctr" defTabSz="914400" fontAlgn="base">
                  <a:spcBef>
                    <a:spcPct val="0"/>
                  </a:spcBef>
                  <a:spcAft>
                    <a:spcPct val="0"/>
                  </a:spcAft>
                  <a:defRPr/>
                </a:pPr>
                <a:r>
                  <a:rPr lang="en-US" sz="1200" kern="0" dirty="0">
                    <a:solidFill>
                      <a:srgbClr val="FFFFFF"/>
                    </a:solidFill>
                    <a:latin typeface="Arial"/>
                  </a:rPr>
                  <a:t>0</a:t>
                </a:r>
              </a:p>
            </p:txBody>
          </p:sp>
          <p:sp>
            <p:nvSpPr>
              <p:cNvPr id="89" name="Rectangle 88">
                <a:extLst>
                  <a:ext uri="{FF2B5EF4-FFF2-40B4-BE49-F238E27FC236}">
                    <a16:creationId xmlns:a16="http://schemas.microsoft.com/office/drawing/2014/main" id="{3FA0648A-2932-4760-A0F5-7294A0218E9C}"/>
                  </a:ext>
                </a:extLst>
              </p:cNvPr>
              <p:cNvSpPr/>
              <p:nvPr/>
            </p:nvSpPr>
            <p:spPr>
              <a:xfrm>
                <a:off x="5402263" y="5825550"/>
                <a:ext cx="122237" cy="155731"/>
              </a:xfrm>
              <a:prstGeom prst="rect">
                <a:avLst/>
              </a:prstGeom>
              <a:gradFill rotWithShape="1">
                <a:gsLst>
                  <a:gs pos="0">
                    <a:srgbClr val="6D7076">
                      <a:lumMod val="75000"/>
                    </a:srgbClr>
                  </a:gs>
                  <a:gs pos="100000">
                    <a:srgbClr val="6D7076">
                      <a:lumMod val="40000"/>
                      <a:lumOff val="60000"/>
                    </a:srgbClr>
                  </a:gs>
                </a:gsLst>
                <a:lin ang="16200000" scaled="0"/>
              </a:gradFill>
              <a:ln w="9525" cap="flat" cmpd="sng" algn="ctr">
                <a:solidFill>
                  <a:srgbClr val="6D7076">
                    <a:lumMod val="50000"/>
                  </a:srgbClr>
                </a:solidFill>
                <a:prstDash val="solid"/>
              </a:ln>
              <a:effectLst>
                <a:outerShdw blurRad="40000" dist="23000" dir="5400000" rotWithShape="0">
                  <a:srgbClr val="000000">
                    <a:alpha val="35000"/>
                  </a:srgbClr>
                </a:outerShdw>
              </a:effectLst>
            </p:spPr>
            <p:txBody>
              <a:bodyPr lIns="0" rIns="0" anchor="ctr"/>
              <a:lstStyle/>
              <a:p>
                <a:pPr algn="ctr" defTabSz="914400" fontAlgn="base">
                  <a:spcBef>
                    <a:spcPct val="0"/>
                  </a:spcBef>
                  <a:spcAft>
                    <a:spcPct val="0"/>
                  </a:spcAft>
                  <a:defRPr/>
                </a:pPr>
                <a:r>
                  <a:rPr lang="en-US" sz="1200" kern="0" dirty="0">
                    <a:solidFill>
                      <a:srgbClr val="FFFFFF"/>
                    </a:solidFill>
                    <a:latin typeface="Arial"/>
                  </a:rPr>
                  <a:t>0</a:t>
                </a:r>
              </a:p>
            </p:txBody>
          </p:sp>
          <p:sp>
            <p:nvSpPr>
              <p:cNvPr id="90" name="Rectangle 89">
                <a:extLst>
                  <a:ext uri="{FF2B5EF4-FFF2-40B4-BE49-F238E27FC236}">
                    <a16:creationId xmlns:a16="http://schemas.microsoft.com/office/drawing/2014/main" id="{A890B170-6CAA-4E89-BB3D-22AC68751364}"/>
                  </a:ext>
                </a:extLst>
              </p:cNvPr>
              <p:cNvSpPr/>
              <p:nvPr/>
            </p:nvSpPr>
            <p:spPr>
              <a:xfrm>
                <a:off x="5546725" y="5825550"/>
                <a:ext cx="122238" cy="155731"/>
              </a:xfrm>
              <a:prstGeom prst="rect">
                <a:avLst/>
              </a:prstGeom>
              <a:gradFill rotWithShape="1">
                <a:gsLst>
                  <a:gs pos="0">
                    <a:srgbClr val="6D7076">
                      <a:lumMod val="75000"/>
                    </a:srgbClr>
                  </a:gs>
                  <a:gs pos="100000">
                    <a:srgbClr val="6D7076">
                      <a:lumMod val="40000"/>
                      <a:lumOff val="60000"/>
                    </a:srgbClr>
                  </a:gs>
                </a:gsLst>
                <a:lin ang="16200000" scaled="0"/>
              </a:gradFill>
              <a:ln w="9525" cap="flat" cmpd="sng" algn="ctr">
                <a:solidFill>
                  <a:srgbClr val="6D7076">
                    <a:lumMod val="50000"/>
                  </a:srgbClr>
                </a:solidFill>
                <a:prstDash val="solid"/>
              </a:ln>
              <a:effectLst>
                <a:outerShdw blurRad="40000" dist="23000" dir="5400000" rotWithShape="0">
                  <a:srgbClr val="000000">
                    <a:alpha val="35000"/>
                  </a:srgbClr>
                </a:outerShdw>
              </a:effectLst>
            </p:spPr>
            <p:txBody>
              <a:bodyPr lIns="0" rIns="0" anchor="ctr"/>
              <a:lstStyle/>
              <a:p>
                <a:pPr algn="ctr" defTabSz="914400" fontAlgn="base">
                  <a:spcBef>
                    <a:spcPct val="0"/>
                  </a:spcBef>
                  <a:spcAft>
                    <a:spcPct val="0"/>
                  </a:spcAft>
                  <a:defRPr/>
                </a:pPr>
                <a:r>
                  <a:rPr lang="en-US" sz="1200" kern="0" dirty="0">
                    <a:solidFill>
                      <a:srgbClr val="FFFFFF"/>
                    </a:solidFill>
                    <a:latin typeface="Arial"/>
                  </a:rPr>
                  <a:t>0</a:t>
                </a:r>
              </a:p>
            </p:txBody>
          </p:sp>
          <p:sp>
            <p:nvSpPr>
              <p:cNvPr id="91" name="Rectangle 90">
                <a:extLst>
                  <a:ext uri="{FF2B5EF4-FFF2-40B4-BE49-F238E27FC236}">
                    <a16:creationId xmlns:a16="http://schemas.microsoft.com/office/drawing/2014/main" id="{BD52D0B8-287C-4948-94AF-8F1E319CBB0F}"/>
                  </a:ext>
                </a:extLst>
              </p:cNvPr>
              <p:cNvSpPr/>
              <p:nvPr/>
            </p:nvSpPr>
            <p:spPr>
              <a:xfrm>
                <a:off x="5211763" y="5825550"/>
                <a:ext cx="122237" cy="155731"/>
              </a:xfrm>
              <a:prstGeom prst="rect">
                <a:avLst/>
              </a:prstGeom>
              <a:gradFill rotWithShape="1">
                <a:gsLst>
                  <a:gs pos="0">
                    <a:srgbClr val="6D7076">
                      <a:lumMod val="75000"/>
                    </a:srgbClr>
                  </a:gs>
                  <a:gs pos="100000">
                    <a:srgbClr val="6D7076">
                      <a:lumMod val="40000"/>
                      <a:lumOff val="60000"/>
                    </a:srgbClr>
                  </a:gs>
                </a:gsLst>
                <a:lin ang="16200000" scaled="0"/>
              </a:gradFill>
              <a:ln w="9525" cap="flat" cmpd="sng" algn="ctr">
                <a:solidFill>
                  <a:srgbClr val="6D7076">
                    <a:lumMod val="50000"/>
                  </a:srgbClr>
                </a:solidFill>
                <a:prstDash val="solid"/>
              </a:ln>
              <a:effectLst>
                <a:outerShdw blurRad="40000" dist="23000" dir="5400000" rotWithShape="0">
                  <a:srgbClr val="000000">
                    <a:alpha val="35000"/>
                  </a:srgbClr>
                </a:outerShdw>
              </a:effectLst>
            </p:spPr>
            <p:txBody>
              <a:bodyPr lIns="0" rIns="0" anchor="ctr"/>
              <a:lstStyle/>
              <a:p>
                <a:pPr algn="ctr" defTabSz="914400" fontAlgn="base">
                  <a:spcBef>
                    <a:spcPct val="0"/>
                  </a:spcBef>
                  <a:spcAft>
                    <a:spcPct val="0"/>
                  </a:spcAft>
                  <a:defRPr/>
                </a:pPr>
                <a:r>
                  <a:rPr lang="en-US" sz="1200" kern="0" dirty="0">
                    <a:solidFill>
                      <a:srgbClr val="FFFFFF"/>
                    </a:solidFill>
                    <a:latin typeface="Arial"/>
                  </a:rPr>
                  <a:t>…</a:t>
                </a:r>
              </a:p>
            </p:txBody>
          </p:sp>
        </p:grpSp>
        <p:grpSp>
          <p:nvGrpSpPr>
            <p:cNvPr id="64" name="Group 26">
              <a:extLst>
                <a:ext uri="{FF2B5EF4-FFF2-40B4-BE49-F238E27FC236}">
                  <a16:creationId xmlns:a16="http://schemas.microsoft.com/office/drawing/2014/main" id="{B430B396-441C-489F-82B4-C5CC4112F66F}"/>
                </a:ext>
              </a:extLst>
            </p:cNvPr>
            <p:cNvGrpSpPr>
              <a:grpSpLocks/>
            </p:cNvGrpSpPr>
            <p:nvPr/>
          </p:nvGrpSpPr>
          <p:grpSpPr bwMode="auto">
            <a:xfrm>
              <a:off x="4838700" y="6016240"/>
              <a:ext cx="1295400" cy="155731"/>
              <a:chOff x="4838700" y="5825740"/>
              <a:chExt cx="1295400" cy="155731"/>
            </a:xfrm>
          </p:grpSpPr>
          <p:sp>
            <p:nvSpPr>
              <p:cNvPr id="76" name="Rectangle 75">
                <a:extLst>
                  <a:ext uri="{FF2B5EF4-FFF2-40B4-BE49-F238E27FC236}">
                    <a16:creationId xmlns:a16="http://schemas.microsoft.com/office/drawing/2014/main" id="{096A443D-62F8-4306-AC13-6FE024497B71}"/>
                  </a:ext>
                </a:extLst>
              </p:cNvPr>
              <p:cNvSpPr/>
              <p:nvPr/>
            </p:nvSpPr>
            <p:spPr>
              <a:xfrm>
                <a:off x="4838700" y="5825740"/>
                <a:ext cx="122238" cy="155731"/>
              </a:xfrm>
              <a:prstGeom prst="rect">
                <a:avLst/>
              </a:prstGeom>
              <a:gradFill rotWithShape="1">
                <a:gsLst>
                  <a:gs pos="0">
                    <a:srgbClr val="6D7076">
                      <a:lumMod val="75000"/>
                    </a:srgbClr>
                  </a:gs>
                  <a:gs pos="100000">
                    <a:srgbClr val="6D7076">
                      <a:lumMod val="40000"/>
                      <a:lumOff val="60000"/>
                    </a:srgbClr>
                  </a:gs>
                </a:gsLst>
                <a:lin ang="16200000" scaled="0"/>
              </a:gradFill>
              <a:ln w="9525" cap="flat" cmpd="sng" algn="ctr">
                <a:solidFill>
                  <a:srgbClr val="6D7076">
                    <a:lumMod val="50000"/>
                  </a:srgbClr>
                </a:solidFill>
                <a:prstDash val="solid"/>
              </a:ln>
              <a:effectLst>
                <a:outerShdw blurRad="40000" dist="23000" dir="5400000" rotWithShape="0">
                  <a:srgbClr val="000000">
                    <a:alpha val="35000"/>
                  </a:srgbClr>
                </a:outerShdw>
              </a:effectLst>
            </p:spPr>
            <p:txBody>
              <a:bodyPr lIns="0" rIns="0" anchor="ctr"/>
              <a:lstStyle/>
              <a:p>
                <a:pPr algn="ctr" defTabSz="914400" fontAlgn="base">
                  <a:spcBef>
                    <a:spcPct val="0"/>
                  </a:spcBef>
                  <a:spcAft>
                    <a:spcPct val="0"/>
                  </a:spcAft>
                  <a:defRPr/>
                </a:pPr>
                <a:r>
                  <a:rPr lang="en-US" sz="1200" kern="0" dirty="0">
                    <a:solidFill>
                      <a:srgbClr val="FFFFFF"/>
                    </a:solidFill>
                    <a:latin typeface="Arial"/>
                  </a:rPr>
                  <a:t>0</a:t>
                </a:r>
              </a:p>
            </p:txBody>
          </p:sp>
          <p:sp>
            <p:nvSpPr>
              <p:cNvPr id="77" name="Rectangle 76">
                <a:extLst>
                  <a:ext uri="{FF2B5EF4-FFF2-40B4-BE49-F238E27FC236}">
                    <a16:creationId xmlns:a16="http://schemas.microsoft.com/office/drawing/2014/main" id="{27E14D38-7019-4427-B07D-FCC361F9A56E}"/>
                  </a:ext>
                </a:extLst>
              </p:cNvPr>
              <p:cNvSpPr/>
              <p:nvPr/>
            </p:nvSpPr>
            <p:spPr>
              <a:xfrm>
                <a:off x="5707063" y="5825740"/>
                <a:ext cx="122237" cy="155731"/>
              </a:xfrm>
              <a:prstGeom prst="rect">
                <a:avLst/>
              </a:prstGeom>
              <a:gradFill rotWithShape="1">
                <a:gsLst>
                  <a:gs pos="0">
                    <a:srgbClr val="6D7076">
                      <a:lumMod val="75000"/>
                    </a:srgbClr>
                  </a:gs>
                  <a:gs pos="100000">
                    <a:srgbClr val="6D7076">
                      <a:lumMod val="60000"/>
                      <a:lumOff val="40000"/>
                    </a:srgbClr>
                  </a:gs>
                </a:gsLst>
                <a:lin ang="16200000" scaled="0"/>
              </a:gradFill>
              <a:ln w="9525" cap="flat" cmpd="sng" algn="ctr">
                <a:solidFill>
                  <a:srgbClr val="6D7076">
                    <a:lumMod val="50000"/>
                  </a:srgbClr>
                </a:solidFill>
                <a:prstDash val="solid"/>
              </a:ln>
              <a:effectLst>
                <a:outerShdw blurRad="40000" dist="23000" dir="5400000" rotWithShape="0">
                  <a:srgbClr val="000000">
                    <a:alpha val="35000"/>
                  </a:srgbClr>
                </a:outerShdw>
              </a:effectLst>
            </p:spPr>
            <p:txBody>
              <a:bodyPr lIns="0" rIns="0" anchor="ctr"/>
              <a:lstStyle/>
              <a:p>
                <a:pPr algn="ctr" defTabSz="914400" fontAlgn="base">
                  <a:spcBef>
                    <a:spcPct val="0"/>
                  </a:spcBef>
                  <a:spcAft>
                    <a:spcPct val="0"/>
                  </a:spcAft>
                  <a:defRPr/>
                </a:pPr>
                <a:r>
                  <a:rPr lang="en-US" sz="1200" kern="0" dirty="0">
                    <a:solidFill>
                      <a:srgbClr val="FFFFFF"/>
                    </a:solidFill>
                    <a:latin typeface="Arial"/>
                  </a:rPr>
                  <a:t>0</a:t>
                </a:r>
              </a:p>
            </p:txBody>
          </p:sp>
          <p:sp>
            <p:nvSpPr>
              <p:cNvPr id="78" name="Rectangle 77">
                <a:extLst>
                  <a:ext uri="{FF2B5EF4-FFF2-40B4-BE49-F238E27FC236}">
                    <a16:creationId xmlns:a16="http://schemas.microsoft.com/office/drawing/2014/main" id="{A2C2C804-E1CB-410B-8A81-7A1CAA09FEF0}"/>
                  </a:ext>
                </a:extLst>
              </p:cNvPr>
              <p:cNvSpPr/>
              <p:nvPr/>
            </p:nvSpPr>
            <p:spPr>
              <a:xfrm>
                <a:off x="5859463" y="5825740"/>
                <a:ext cx="122237" cy="155731"/>
              </a:xfrm>
              <a:prstGeom prst="rect">
                <a:avLst/>
              </a:prstGeom>
              <a:gradFill rotWithShape="1">
                <a:gsLst>
                  <a:gs pos="0">
                    <a:srgbClr val="6D7076">
                      <a:lumMod val="75000"/>
                    </a:srgbClr>
                  </a:gs>
                  <a:gs pos="100000">
                    <a:srgbClr val="6D7076">
                      <a:lumMod val="60000"/>
                      <a:lumOff val="40000"/>
                    </a:srgbClr>
                  </a:gs>
                </a:gsLst>
                <a:lin ang="16200000" scaled="0"/>
              </a:gradFill>
              <a:ln w="9525" cap="flat" cmpd="sng" algn="ctr">
                <a:solidFill>
                  <a:srgbClr val="6D7076">
                    <a:lumMod val="50000"/>
                  </a:srgbClr>
                </a:solidFill>
                <a:prstDash val="solid"/>
              </a:ln>
              <a:effectLst>
                <a:outerShdw blurRad="40000" dist="23000" dir="5400000" rotWithShape="0">
                  <a:srgbClr val="000000">
                    <a:alpha val="35000"/>
                  </a:srgbClr>
                </a:outerShdw>
              </a:effectLst>
            </p:spPr>
            <p:txBody>
              <a:bodyPr lIns="0" rIns="0" anchor="ctr"/>
              <a:lstStyle/>
              <a:p>
                <a:pPr algn="ctr" defTabSz="914400" fontAlgn="base">
                  <a:spcBef>
                    <a:spcPct val="0"/>
                  </a:spcBef>
                  <a:spcAft>
                    <a:spcPct val="0"/>
                  </a:spcAft>
                  <a:defRPr/>
                </a:pPr>
                <a:r>
                  <a:rPr lang="en-US" sz="1200" kern="0" dirty="0">
                    <a:solidFill>
                      <a:srgbClr val="FFFFFF"/>
                    </a:solidFill>
                    <a:latin typeface="Arial"/>
                  </a:rPr>
                  <a:t>1</a:t>
                </a:r>
              </a:p>
            </p:txBody>
          </p:sp>
          <p:sp>
            <p:nvSpPr>
              <p:cNvPr id="79" name="Rectangle 78">
                <a:extLst>
                  <a:ext uri="{FF2B5EF4-FFF2-40B4-BE49-F238E27FC236}">
                    <a16:creationId xmlns:a16="http://schemas.microsoft.com/office/drawing/2014/main" id="{94D883E8-24E8-4CFD-A9B9-7A3BA094477F}"/>
                  </a:ext>
                </a:extLst>
              </p:cNvPr>
              <p:cNvSpPr/>
              <p:nvPr/>
            </p:nvSpPr>
            <p:spPr>
              <a:xfrm>
                <a:off x="6011863" y="5825740"/>
                <a:ext cx="122237" cy="155731"/>
              </a:xfrm>
              <a:prstGeom prst="rect">
                <a:avLst/>
              </a:prstGeom>
              <a:gradFill rotWithShape="1">
                <a:gsLst>
                  <a:gs pos="0">
                    <a:srgbClr val="6D7076">
                      <a:lumMod val="75000"/>
                    </a:srgbClr>
                  </a:gs>
                  <a:gs pos="100000">
                    <a:srgbClr val="6D7076">
                      <a:lumMod val="60000"/>
                      <a:lumOff val="40000"/>
                    </a:srgbClr>
                  </a:gs>
                </a:gsLst>
                <a:lin ang="16200000" scaled="0"/>
              </a:gradFill>
              <a:ln w="9525" cap="flat" cmpd="sng" algn="ctr">
                <a:solidFill>
                  <a:srgbClr val="6D7076">
                    <a:lumMod val="50000"/>
                  </a:srgbClr>
                </a:solidFill>
                <a:prstDash val="solid"/>
              </a:ln>
              <a:effectLst>
                <a:outerShdw blurRad="40000" dist="23000" dir="5400000" rotWithShape="0">
                  <a:srgbClr val="000000">
                    <a:alpha val="35000"/>
                  </a:srgbClr>
                </a:outerShdw>
              </a:effectLst>
            </p:spPr>
            <p:txBody>
              <a:bodyPr lIns="0" rIns="0" anchor="ctr"/>
              <a:lstStyle/>
              <a:p>
                <a:pPr algn="ctr" defTabSz="914400" fontAlgn="base">
                  <a:spcBef>
                    <a:spcPct val="0"/>
                  </a:spcBef>
                  <a:spcAft>
                    <a:spcPct val="0"/>
                  </a:spcAft>
                  <a:defRPr/>
                </a:pPr>
                <a:r>
                  <a:rPr lang="en-US" sz="1200" kern="0" dirty="0">
                    <a:solidFill>
                      <a:srgbClr val="FFFFFF"/>
                    </a:solidFill>
                    <a:latin typeface="Arial"/>
                  </a:rPr>
                  <a:t>0</a:t>
                </a:r>
              </a:p>
            </p:txBody>
          </p:sp>
          <p:sp>
            <p:nvSpPr>
              <p:cNvPr id="80" name="Rectangle 79">
                <a:extLst>
                  <a:ext uri="{FF2B5EF4-FFF2-40B4-BE49-F238E27FC236}">
                    <a16:creationId xmlns:a16="http://schemas.microsoft.com/office/drawing/2014/main" id="{953D2264-7D08-4FE4-A55C-07D0C7642A29}"/>
                  </a:ext>
                </a:extLst>
              </p:cNvPr>
              <p:cNvSpPr/>
              <p:nvPr/>
            </p:nvSpPr>
            <p:spPr>
              <a:xfrm>
                <a:off x="4983163" y="5825740"/>
                <a:ext cx="122237" cy="155731"/>
              </a:xfrm>
              <a:prstGeom prst="rect">
                <a:avLst/>
              </a:prstGeom>
              <a:gradFill rotWithShape="1">
                <a:gsLst>
                  <a:gs pos="0">
                    <a:srgbClr val="6D7076">
                      <a:lumMod val="75000"/>
                    </a:srgbClr>
                  </a:gs>
                  <a:gs pos="100000">
                    <a:srgbClr val="6D7076">
                      <a:lumMod val="40000"/>
                      <a:lumOff val="60000"/>
                    </a:srgbClr>
                  </a:gs>
                </a:gsLst>
                <a:lin ang="16200000" scaled="0"/>
              </a:gradFill>
              <a:ln w="9525" cap="flat" cmpd="sng" algn="ctr">
                <a:solidFill>
                  <a:srgbClr val="6D7076">
                    <a:lumMod val="50000"/>
                  </a:srgbClr>
                </a:solidFill>
                <a:prstDash val="solid"/>
              </a:ln>
              <a:effectLst>
                <a:outerShdw blurRad="40000" dist="23000" dir="5400000" rotWithShape="0">
                  <a:srgbClr val="000000">
                    <a:alpha val="35000"/>
                  </a:srgbClr>
                </a:outerShdw>
              </a:effectLst>
            </p:spPr>
            <p:txBody>
              <a:bodyPr lIns="0" rIns="0" anchor="ctr"/>
              <a:lstStyle/>
              <a:p>
                <a:pPr algn="ctr" defTabSz="914400" fontAlgn="base">
                  <a:spcBef>
                    <a:spcPct val="0"/>
                  </a:spcBef>
                  <a:spcAft>
                    <a:spcPct val="0"/>
                  </a:spcAft>
                  <a:defRPr/>
                </a:pPr>
                <a:r>
                  <a:rPr lang="en-US" sz="1200" kern="0" dirty="0">
                    <a:solidFill>
                      <a:srgbClr val="FFFFFF"/>
                    </a:solidFill>
                    <a:latin typeface="Arial"/>
                  </a:rPr>
                  <a:t>0</a:t>
                </a:r>
              </a:p>
            </p:txBody>
          </p:sp>
          <p:sp>
            <p:nvSpPr>
              <p:cNvPr id="81" name="Rectangle 80">
                <a:extLst>
                  <a:ext uri="{FF2B5EF4-FFF2-40B4-BE49-F238E27FC236}">
                    <a16:creationId xmlns:a16="http://schemas.microsoft.com/office/drawing/2014/main" id="{74B82352-F176-4E78-9A8E-2307284F7CE6}"/>
                  </a:ext>
                </a:extLst>
              </p:cNvPr>
              <p:cNvSpPr/>
              <p:nvPr/>
            </p:nvSpPr>
            <p:spPr>
              <a:xfrm>
                <a:off x="5402263" y="5825740"/>
                <a:ext cx="122237" cy="155731"/>
              </a:xfrm>
              <a:prstGeom prst="rect">
                <a:avLst/>
              </a:prstGeom>
              <a:gradFill rotWithShape="1">
                <a:gsLst>
                  <a:gs pos="0">
                    <a:srgbClr val="6D7076">
                      <a:lumMod val="75000"/>
                    </a:srgbClr>
                  </a:gs>
                  <a:gs pos="100000">
                    <a:srgbClr val="6D7076">
                      <a:lumMod val="40000"/>
                      <a:lumOff val="60000"/>
                    </a:srgbClr>
                  </a:gs>
                </a:gsLst>
                <a:lin ang="16200000" scaled="0"/>
              </a:gradFill>
              <a:ln w="9525" cap="flat" cmpd="sng" algn="ctr">
                <a:solidFill>
                  <a:srgbClr val="6D7076">
                    <a:lumMod val="50000"/>
                  </a:srgbClr>
                </a:solidFill>
                <a:prstDash val="solid"/>
              </a:ln>
              <a:effectLst>
                <a:outerShdw blurRad="40000" dist="23000" dir="5400000" rotWithShape="0">
                  <a:srgbClr val="000000">
                    <a:alpha val="35000"/>
                  </a:srgbClr>
                </a:outerShdw>
              </a:effectLst>
            </p:spPr>
            <p:txBody>
              <a:bodyPr lIns="0" rIns="0" anchor="ctr"/>
              <a:lstStyle/>
              <a:p>
                <a:pPr algn="ctr" defTabSz="914400" fontAlgn="base">
                  <a:spcBef>
                    <a:spcPct val="0"/>
                  </a:spcBef>
                  <a:spcAft>
                    <a:spcPct val="0"/>
                  </a:spcAft>
                  <a:defRPr/>
                </a:pPr>
                <a:r>
                  <a:rPr lang="en-US" sz="1200" kern="0" dirty="0">
                    <a:solidFill>
                      <a:srgbClr val="FFFFFF"/>
                    </a:solidFill>
                    <a:latin typeface="Arial"/>
                  </a:rPr>
                  <a:t>0</a:t>
                </a:r>
              </a:p>
            </p:txBody>
          </p:sp>
          <p:sp>
            <p:nvSpPr>
              <p:cNvPr id="82" name="Rectangle 81">
                <a:extLst>
                  <a:ext uri="{FF2B5EF4-FFF2-40B4-BE49-F238E27FC236}">
                    <a16:creationId xmlns:a16="http://schemas.microsoft.com/office/drawing/2014/main" id="{864E88E3-AD6B-4558-9F10-019766180CDE}"/>
                  </a:ext>
                </a:extLst>
              </p:cNvPr>
              <p:cNvSpPr/>
              <p:nvPr/>
            </p:nvSpPr>
            <p:spPr>
              <a:xfrm>
                <a:off x="5546725" y="5825740"/>
                <a:ext cx="122238" cy="155731"/>
              </a:xfrm>
              <a:prstGeom prst="rect">
                <a:avLst/>
              </a:prstGeom>
              <a:gradFill rotWithShape="1">
                <a:gsLst>
                  <a:gs pos="0">
                    <a:srgbClr val="6D7076">
                      <a:lumMod val="75000"/>
                    </a:srgbClr>
                  </a:gs>
                  <a:gs pos="100000">
                    <a:srgbClr val="6D7076">
                      <a:lumMod val="40000"/>
                      <a:lumOff val="60000"/>
                    </a:srgbClr>
                  </a:gs>
                </a:gsLst>
                <a:lin ang="16200000" scaled="0"/>
              </a:gradFill>
              <a:ln w="9525" cap="flat" cmpd="sng" algn="ctr">
                <a:solidFill>
                  <a:srgbClr val="6D7076">
                    <a:lumMod val="50000"/>
                  </a:srgbClr>
                </a:solidFill>
                <a:prstDash val="solid"/>
              </a:ln>
              <a:effectLst>
                <a:outerShdw blurRad="40000" dist="23000" dir="5400000" rotWithShape="0">
                  <a:srgbClr val="000000">
                    <a:alpha val="35000"/>
                  </a:srgbClr>
                </a:outerShdw>
              </a:effectLst>
            </p:spPr>
            <p:txBody>
              <a:bodyPr lIns="0" rIns="0" anchor="ctr"/>
              <a:lstStyle/>
              <a:p>
                <a:pPr algn="ctr" defTabSz="914400" fontAlgn="base">
                  <a:spcBef>
                    <a:spcPct val="0"/>
                  </a:spcBef>
                  <a:spcAft>
                    <a:spcPct val="0"/>
                  </a:spcAft>
                  <a:defRPr/>
                </a:pPr>
                <a:r>
                  <a:rPr lang="en-US" sz="1200" kern="0" dirty="0">
                    <a:solidFill>
                      <a:srgbClr val="FFFFFF"/>
                    </a:solidFill>
                    <a:latin typeface="Arial"/>
                  </a:rPr>
                  <a:t>0</a:t>
                </a:r>
              </a:p>
            </p:txBody>
          </p:sp>
          <p:sp>
            <p:nvSpPr>
              <p:cNvPr id="83" name="Rectangle 82">
                <a:extLst>
                  <a:ext uri="{FF2B5EF4-FFF2-40B4-BE49-F238E27FC236}">
                    <a16:creationId xmlns:a16="http://schemas.microsoft.com/office/drawing/2014/main" id="{583731E9-5057-4E84-A6BC-7CFBCE5EECD1}"/>
                  </a:ext>
                </a:extLst>
              </p:cNvPr>
              <p:cNvSpPr/>
              <p:nvPr/>
            </p:nvSpPr>
            <p:spPr>
              <a:xfrm>
                <a:off x="5211763" y="5825740"/>
                <a:ext cx="122237" cy="155731"/>
              </a:xfrm>
              <a:prstGeom prst="rect">
                <a:avLst/>
              </a:prstGeom>
              <a:gradFill rotWithShape="1">
                <a:gsLst>
                  <a:gs pos="0">
                    <a:srgbClr val="6D7076">
                      <a:lumMod val="75000"/>
                    </a:srgbClr>
                  </a:gs>
                  <a:gs pos="100000">
                    <a:srgbClr val="6D7076">
                      <a:lumMod val="40000"/>
                      <a:lumOff val="60000"/>
                    </a:srgbClr>
                  </a:gs>
                </a:gsLst>
                <a:lin ang="16200000" scaled="0"/>
              </a:gradFill>
              <a:ln w="9525" cap="flat" cmpd="sng" algn="ctr">
                <a:solidFill>
                  <a:srgbClr val="6D7076">
                    <a:lumMod val="50000"/>
                  </a:srgbClr>
                </a:solidFill>
                <a:prstDash val="solid"/>
              </a:ln>
              <a:effectLst>
                <a:outerShdw blurRad="40000" dist="23000" dir="5400000" rotWithShape="0">
                  <a:srgbClr val="000000">
                    <a:alpha val="35000"/>
                  </a:srgbClr>
                </a:outerShdw>
              </a:effectLst>
            </p:spPr>
            <p:txBody>
              <a:bodyPr lIns="0" rIns="0" anchor="ctr"/>
              <a:lstStyle/>
              <a:p>
                <a:pPr algn="ctr" defTabSz="914400" fontAlgn="base">
                  <a:spcBef>
                    <a:spcPct val="0"/>
                  </a:spcBef>
                  <a:spcAft>
                    <a:spcPct val="0"/>
                  </a:spcAft>
                  <a:defRPr/>
                </a:pPr>
                <a:r>
                  <a:rPr lang="en-US" sz="1200" kern="0" dirty="0">
                    <a:solidFill>
                      <a:srgbClr val="FFFFFF"/>
                    </a:solidFill>
                    <a:latin typeface="Arial"/>
                  </a:rPr>
                  <a:t>…</a:t>
                </a:r>
              </a:p>
            </p:txBody>
          </p:sp>
        </p:grpSp>
        <p:grpSp>
          <p:nvGrpSpPr>
            <p:cNvPr id="65" name="Group 35">
              <a:extLst>
                <a:ext uri="{FF2B5EF4-FFF2-40B4-BE49-F238E27FC236}">
                  <a16:creationId xmlns:a16="http://schemas.microsoft.com/office/drawing/2014/main" id="{15BE4C00-E3E9-42DF-B4A9-D6BF23A97922}"/>
                </a:ext>
              </a:extLst>
            </p:cNvPr>
            <p:cNvGrpSpPr>
              <a:grpSpLocks/>
            </p:cNvGrpSpPr>
            <p:nvPr/>
          </p:nvGrpSpPr>
          <p:grpSpPr bwMode="auto">
            <a:xfrm>
              <a:off x="4838700" y="6245069"/>
              <a:ext cx="1295400" cy="155731"/>
              <a:chOff x="4838700" y="5825969"/>
              <a:chExt cx="1295400" cy="155731"/>
            </a:xfrm>
          </p:grpSpPr>
          <p:sp>
            <p:nvSpPr>
              <p:cNvPr id="68" name="Rectangle 67">
                <a:extLst>
                  <a:ext uri="{FF2B5EF4-FFF2-40B4-BE49-F238E27FC236}">
                    <a16:creationId xmlns:a16="http://schemas.microsoft.com/office/drawing/2014/main" id="{1E89AE1B-0148-4F44-97D0-11945C6FAEA2}"/>
                  </a:ext>
                </a:extLst>
              </p:cNvPr>
              <p:cNvSpPr/>
              <p:nvPr/>
            </p:nvSpPr>
            <p:spPr>
              <a:xfrm>
                <a:off x="4838700" y="5825969"/>
                <a:ext cx="122238" cy="155731"/>
              </a:xfrm>
              <a:prstGeom prst="rect">
                <a:avLst/>
              </a:prstGeom>
              <a:gradFill rotWithShape="1">
                <a:gsLst>
                  <a:gs pos="0">
                    <a:srgbClr val="6D7076">
                      <a:lumMod val="75000"/>
                    </a:srgbClr>
                  </a:gs>
                  <a:gs pos="100000">
                    <a:srgbClr val="6D7076">
                      <a:lumMod val="40000"/>
                      <a:lumOff val="60000"/>
                    </a:srgbClr>
                  </a:gs>
                </a:gsLst>
                <a:lin ang="16200000" scaled="0"/>
              </a:gradFill>
              <a:ln w="9525" cap="flat" cmpd="sng" algn="ctr">
                <a:solidFill>
                  <a:srgbClr val="6D7076">
                    <a:lumMod val="50000"/>
                  </a:srgbClr>
                </a:solidFill>
                <a:prstDash val="solid"/>
              </a:ln>
              <a:effectLst>
                <a:outerShdw blurRad="40000" dist="23000" dir="5400000" rotWithShape="0">
                  <a:srgbClr val="000000">
                    <a:alpha val="35000"/>
                  </a:srgbClr>
                </a:outerShdw>
              </a:effectLst>
            </p:spPr>
            <p:txBody>
              <a:bodyPr lIns="0" rIns="0" anchor="ctr"/>
              <a:lstStyle/>
              <a:p>
                <a:pPr algn="ctr" defTabSz="914400" fontAlgn="base">
                  <a:spcBef>
                    <a:spcPct val="0"/>
                  </a:spcBef>
                  <a:spcAft>
                    <a:spcPct val="0"/>
                  </a:spcAft>
                  <a:defRPr/>
                </a:pPr>
                <a:r>
                  <a:rPr lang="en-US" sz="1200" kern="0" dirty="0">
                    <a:solidFill>
                      <a:srgbClr val="FFFFFF"/>
                    </a:solidFill>
                    <a:latin typeface="Arial"/>
                  </a:rPr>
                  <a:t>0</a:t>
                </a:r>
              </a:p>
            </p:txBody>
          </p:sp>
          <p:sp>
            <p:nvSpPr>
              <p:cNvPr id="69" name="Rectangle 68">
                <a:extLst>
                  <a:ext uri="{FF2B5EF4-FFF2-40B4-BE49-F238E27FC236}">
                    <a16:creationId xmlns:a16="http://schemas.microsoft.com/office/drawing/2014/main" id="{F6EB5C24-03F6-49D9-82B1-C7103AD36CEA}"/>
                  </a:ext>
                </a:extLst>
              </p:cNvPr>
              <p:cNvSpPr/>
              <p:nvPr/>
            </p:nvSpPr>
            <p:spPr>
              <a:xfrm>
                <a:off x="5707063" y="5825969"/>
                <a:ext cx="122237" cy="155731"/>
              </a:xfrm>
              <a:prstGeom prst="rect">
                <a:avLst/>
              </a:prstGeom>
              <a:gradFill rotWithShape="1">
                <a:gsLst>
                  <a:gs pos="0">
                    <a:srgbClr val="6D7076">
                      <a:lumMod val="75000"/>
                    </a:srgbClr>
                  </a:gs>
                  <a:gs pos="100000">
                    <a:srgbClr val="6D7076">
                      <a:lumMod val="60000"/>
                      <a:lumOff val="40000"/>
                    </a:srgbClr>
                  </a:gs>
                </a:gsLst>
                <a:lin ang="16200000" scaled="0"/>
              </a:gradFill>
              <a:ln w="9525" cap="flat" cmpd="sng" algn="ctr">
                <a:solidFill>
                  <a:srgbClr val="6D7076">
                    <a:lumMod val="50000"/>
                  </a:srgbClr>
                </a:solidFill>
                <a:prstDash val="solid"/>
              </a:ln>
              <a:effectLst>
                <a:outerShdw blurRad="40000" dist="23000" dir="5400000" rotWithShape="0">
                  <a:srgbClr val="000000">
                    <a:alpha val="35000"/>
                  </a:srgbClr>
                </a:outerShdw>
              </a:effectLst>
            </p:spPr>
            <p:txBody>
              <a:bodyPr lIns="0" rIns="0" anchor="ctr"/>
              <a:lstStyle/>
              <a:p>
                <a:pPr algn="ctr" defTabSz="914400" fontAlgn="base">
                  <a:spcBef>
                    <a:spcPct val="0"/>
                  </a:spcBef>
                  <a:spcAft>
                    <a:spcPct val="0"/>
                  </a:spcAft>
                  <a:defRPr/>
                </a:pPr>
                <a:r>
                  <a:rPr lang="en-US" sz="1200" kern="0" dirty="0">
                    <a:solidFill>
                      <a:srgbClr val="FFFFFF"/>
                    </a:solidFill>
                    <a:latin typeface="Arial"/>
                  </a:rPr>
                  <a:t>1</a:t>
                </a:r>
              </a:p>
            </p:txBody>
          </p:sp>
          <p:sp>
            <p:nvSpPr>
              <p:cNvPr id="70" name="Rectangle 69">
                <a:extLst>
                  <a:ext uri="{FF2B5EF4-FFF2-40B4-BE49-F238E27FC236}">
                    <a16:creationId xmlns:a16="http://schemas.microsoft.com/office/drawing/2014/main" id="{DEA59A6A-4990-4140-8713-E2F9023B58E1}"/>
                  </a:ext>
                </a:extLst>
              </p:cNvPr>
              <p:cNvSpPr/>
              <p:nvPr/>
            </p:nvSpPr>
            <p:spPr>
              <a:xfrm>
                <a:off x="5859463" y="5825969"/>
                <a:ext cx="122237" cy="155731"/>
              </a:xfrm>
              <a:prstGeom prst="rect">
                <a:avLst/>
              </a:prstGeom>
              <a:gradFill rotWithShape="1">
                <a:gsLst>
                  <a:gs pos="0">
                    <a:srgbClr val="6D7076">
                      <a:lumMod val="75000"/>
                    </a:srgbClr>
                  </a:gs>
                  <a:gs pos="100000">
                    <a:srgbClr val="6D7076">
                      <a:lumMod val="60000"/>
                      <a:lumOff val="40000"/>
                    </a:srgbClr>
                  </a:gs>
                </a:gsLst>
                <a:lin ang="16200000" scaled="0"/>
              </a:gradFill>
              <a:ln w="9525" cap="flat" cmpd="sng" algn="ctr">
                <a:solidFill>
                  <a:srgbClr val="6D7076">
                    <a:lumMod val="50000"/>
                  </a:srgbClr>
                </a:solidFill>
                <a:prstDash val="solid"/>
              </a:ln>
              <a:effectLst>
                <a:outerShdw blurRad="40000" dist="23000" dir="5400000" rotWithShape="0">
                  <a:srgbClr val="000000">
                    <a:alpha val="35000"/>
                  </a:srgbClr>
                </a:outerShdw>
              </a:effectLst>
            </p:spPr>
            <p:txBody>
              <a:bodyPr lIns="0" rIns="0" anchor="ctr"/>
              <a:lstStyle/>
              <a:p>
                <a:pPr algn="ctr" defTabSz="914400" fontAlgn="base">
                  <a:spcBef>
                    <a:spcPct val="0"/>
                  </a:spcBef>
                  <a:spcAft>
                    <a:spcPct val="0"/>
                  </a:spcAft>
                  <a:defRPr/>
                </a:pPr>
                <a:r>
                  <a:rPr lang="en-US" sz="1200" kern="0" dirty="0">
                    <a:solidFill>
                      <a:srgbClr val="FFFFFF"/>
                    </a:solidFill>
                    <a:latin typeface="Arial"/>
                  </a:rPr>
                  <a:t>0</a:t>
                </a:r>
              </a:p>
            </p:txBody>
          </p:sp>
          <p:sp>
            <p:nvSpPr>
              <p:cNvPr id="71" name="Rectangle 70">
                <a:extLst>
                  <a:ext uri="{FF2B5EF4-FFF2-40B4-BE49-F238E27FC236}">
                    <a16:creationId xmlns:a16="http://schemas.microsoft.com/office/drawing/2014/main" id="{3BD68597-3791-42C2-8EF8-8E5548ED6672}"/>
                  </a:ext>
                </a:extLst>
              </p:cNvPr>
              <p:cNvSpPr/>
              <p:nvPr/>
            </p:nvSpPr>
            <p:spPr>
              <a:xfrm>
                <a:off x="6011863" y="5825969"/>
                <a:ext cx="122237" cy="155731"/>
              </a:xfrm>
              <a:prstGeom prst="rect">
                <a:avLst/>
              </a:prstGeom>
              <a:gradFill rotWithShape="1">
                <a:gsLst>
                  <a:gs pos="0">
                    <a:srgbClr val="6D7076">
                      <a:lumMod val="75000"/>
                    </a:srgbClr>
                  </a:gs>
                  <a:gs pos="100000">
                    <a:srgbClr val="6D7076">
                      <a:lumMod val="60000"/>
                      <a:lumOff val="40000"/>
                    </a:srgbClr>
                  </a:gs>
                </a:gsLst>
                <a:lin ang="16200000" scaled="0"/>
              </a:gradFill>
              <a:ln w="9525" cap="flat" cmpd="sng" algn="ctr">
                <a:solidFill>
                  <a:srgbClr val="6D7076">
                    <a:lumMod val="50000"/>
                  </a:srgbClr>
                </a:solidFill>
                <a:prstDash val="solid"/>
              </a:ln>
              <a:effectLst>
                <a:outerShdw blurRad="40000" dist="23000" dir="5400000" rotWithShape="0">
                  <a:srgbClr val="000000">
                    <a:alpha val="35000"/>
                  </a:srgbClr>
                </a:outerShdw>
              </a:effectLst>
            </p:spPr>
            <p:txBody>
              <a:bodyPr lIns="0" rIns="0" anchor="ctr"/>
              <a:lstStyle/>
              <a:p>
                <a:pPr algn="ctr" defTabSz="914400" fontAlgn="base">
                  <a:spcBef>
                    <a:spcPct val="0"/>
                  </a:spcBef>
                  <a:spcAft>
                    <a:spcPct val="0"/>
                  </a:spcAft>
                  <a:defRPr/>
                </a:pPr>
                <a:r>
                  <a:rPr lang="en-US" sz="1200" kern="0" dirty="0">
                    <a:solidFill>
                      <a:srgbClr val="FFFFFF"/>
                    </a:solidFill>
                    <a:latin typeface="Arial"/>
                  </a:rPr>
                  <a:t>0</a:t>
                </a:r>
              </a:p>
            </p:txBody>
          </p:sp>
          <p:sp>
            <p:nvSpPr>
              <p:cNvPr id="72" name="Rectangle 71">
                <a:extLst>
                  <a:ext uri="{FF2B5EF4-FFF2-40B4-BE49-F238E27FC236}">
                    <a16:creationId xmlns:a16="http://schemas.microsoft.com/office/drawing/2014/main" id="{FD430B65-F027-4D5F-BE19-77245FD9BC1B}"/>
                  </a:ext>
                </a:extLst>
              </p:cNvPr>
              <p:cNvSpPr/>
              <p:nvPr/>
            </p:nvSpPr>
            <p:spPr>
              <a:xfrm>
                <a:off x="4983163" y="5825969"/>
                <a:ext cx="122237" cy="155731"/>
              </a:xfrm>
              <a:prstGeom prst="rect">
                <a:avLst/>
              </a:prstGeom>
              <a:gradFill rotWithShape="1">
                <a:gsLst>
                  <a:gs pos="0">
                    <a:srgbClr val="6D7076">
                      <a:lumMod val="75000"/>
                    </a:srgbClr>
                  </a:gs>
                  <a:gs pos="100000">
                    <a:srgbClr val="6D7076">
                      <a:lumMod val="40000"/>
                      <a:lumOff val="60000"/>
                    </a:srgbClr>
                  </a:gs>
                </a:gsLst>
                <a:lin ang="16200000" scaled="0"/>
              </a:gradFill>
              <a:ln w="9525" cap="flat" cmpd="sng" algn="ctr">
                <a:solidFill>
                  <a:srgbClr val="6D7076">
                    <a:lumMod val="50000"/>
                  </a:srgbClr>
                </a:solidFill>
                <a:prstDash val="solid"/>
              </a:ln>
              <a:effectLst>
                <a:outerShdw blurRad="40000" dist="23000" dir="5400000" rotWithShape="0">
                  <a:srgbClr val="000000">
                    <a:alpha val="35000"/>
                  </a:srgbClr>
                </a:outerShdw>
              </a:effectLst>
            </p:spPr>
            <p:txBody>
              <a:bodyPr lIns="0" rIns="0" anchor="ctr"/>
              <a:lstStyle/>
              <a:p>
                <a:pPr algn="ctr" defTabSz="914400" fontAlgn="base">
                  <a:spcBef>
                    <a:spcPct val="0"/>
                  </a:spcBef>
                  <a:spcAft>
                    <a:spcPct val="0"/>
                  </a:spcAft>
                  <a:defRPr/>
                </a:pPr>
                <a:r>
                  <a:rPr lang="en-US" sz="1200" kern="0" dirty="0">
                    <a:solidFill>
                      <a:srgbClr val="FFFFFF"/>
                    </a:solidFill>
                    <a:latin typeface="Arial"/>
                  </a:rPr>
                  <a:t>0</a:t>
                </a:r>
              </a:p>
            </p:txBody>
          </p:sp>
          <p:sp>
            <p:nvSpPr>
              <p:cNvPr id="73" name="Rectangle 72">
                <a:extLst>
                  <a:ext uri="{FF2B5EF4-FFF2-40B4-BE49-F238E27FC236}">
                    <a16:creationId xmlns:a16="http://schemas.microsoft.com/office/drawing/2014/main" id="{A0B5DCC8-ACDE-47CC-9F2E-E3FABEE874AA}"/>
                  </a:ext>
                </a:extLst>
              </p:cNvPr>
              <p:cNvSpPr/>
              <p:nvPr/>
            </p:nvSpPr>
            <p:spPr>
              <a:xfrm>
                <a:off x="5402263" y="5825969"/>
                <a:ext cx="122237" cy="155731"/>
              </a:xfrm>
              <a:prstGeom prst="rect">
                <a:avLst/>
              </a:prstGeom>
              <a:gradFill rotWithShape="1">
                <a:gsLst>
                  <a:gs pos="0">
                    <a:srgbClr val="6D7076">
                      <a:lumMod val="75000"/>
                    </a:srgbClr>
                  </a:gs>
                  <a:gs pos="100000">
                    <a:srgbClr val="6D7076">
                      <a:lumMod val="40000"/>
                      <a:lumOff val="60000"/>
                    </a:srgbClr>
                  </a:gs>
                </a:gsLst>
                <a:lin ang="16200000" scaled="0"/>
              </a:gradFill>
              <a:ln w="9525" cap="flat" cmpd="sng" algn="ctr">
                <a:solidFill>
                  <a:srgbClr val="6D7076">
                    <a:lumMod val="50000"/>
                  </a:srgbClr>
                </a:solidFill>
                <a:prstDash val="solid"/>
              </a:ln>
              <a:effectLst>
                <a:outerShdw blurRad="40000" dist="23000" dir="5400000" rotWithShape="0">
                  <a:srgbClr val="000000">
                    <a:alpha val="35000"/>
                  </a:srgbClr>
                </a:outerShdw>
              </a:effectLst>
            </p:spPr>
            <p:txBody>
              <a:bodyPr lIns="0" rIns="0" anchor="ctr"/>
              <a:lstStyle/>
              <a:p>
                <a:pPr algn="ctr" defTabSz="914400" fontAlgn="base">
                  <a:spcBef>
                    <a:spcPct val="0"/>
                  </a:spcBef>
                  <a:spcAft>
                    <a:spcPct val="0"/>
                  </a:spcAft>
                  <a:defRPr/>
                </a:pPr>
                <a:r>
                  <a:rPr lang="en-US" sz="1200" kern="0" dirty="0">
                    <a:solidFill>
                      <a:srgbClr val="FFFFFF"/>
                    </a:solidFill>
                    <a:latin typeface="Arial"/>
                  </a:rPr>
                  <a:t>0</a:t>
                </a:r>
              </a:p>
            </p:txBody>
          </p:sp>
          <p:sp>
            <p:nvSpPr>
              <p:cNvPr id="74" name="Rectangle 73">
                <a:extLst>
                  <a:ext uri="{FF2B5EF4-FFF2-40B4-BE49-F238E27FC236}">
                    <a16:creationId xmlns:a16="http://schemas.microsoft.com/office/drawing/2014/main" id="{E525BE68-2292-4F9D-94BC-1F29923B0754}"/>
                  </a:ext>
                </a:extLst>
              </p:cNvPr>
              <p:cNvSpPr/>
              <p:nvPr/>
            </p:nvSpPr>
            <p:spPr>
              <a:xfrm>
                <a:off x="5546725" y="5825969"/>
                <a:ext cx="122238" cy="155731"/>
              </a:xfrm>
              <a:prstGeom prst="rect">
                <a:avLst/>
              </a:prstGeom>
              <a:gradFill rotWithShape="1">
                <a:gsLst>
                  <a:gs pos="0">
                    <a:srgbClr val="6D7076">
                      <a:lumMod val="75000"/>
                    </a:srgbClr>
                  </a:gs>
                  <a:gs pos="100000">
                    <a:srgbClr val="6D7076">
                      <a:lumMod val="40000"/>
                      <a:lumOff val="60000"/>
                    </a:srgbClr>
                  </a:gs>
                </a:gsLst>
                <a:lin ang="16200000" scaled="0"/>
              </a:gradFill>
              <a:ln w="9525" cap="flat" cmpd="sng" algn="ctr">
                <a:solidFill>
                  <a:srgbClr val="6D7076">
                    <a:lumMod val="50000"/>
                  </a:srgbClr>
                </a:solidFill>
                <a:prstDash val="solid"/>
              </a:ln>
              <a:effectLst>
                <a:outerShdw blurRad="40000" dist="23000" dir="5400000" rotWithShape="0">
                  <a:srgbClr val="000000">
                    <a:alpha val="35000"/>
                  </a:srgbClr>
                </a:outerShdw>
              </a:effectLst>
            </p:spPr>
            <p:txBody>
              <a:bodyPr lIns="0" rIns="0" anchor="ctr"/>
              <a:lstStyle/>
              <a:p>
                <a:pPr algn="ctr" defTabSz="914400" fontAlgn="base">
                  <a:spcBef>
                    <a:spcPct val="0"/>
                  </a:spcBef>
                  <a:spcAft>
                    <a:spcPct val="0"/>
                  </a:spcAft>
                  <a:defRPr/>
                </a:pPr>
                <a:r>
                  <a:rPr lang="en-US" sz="1200" kern="0" dirty="0">
                    <a:solidFill>
                      <a:srgbClr val="FFFFFF"/>
                    </a:solidFill>
                    <a:latin typeface="Arial"/>
                  </a:rPr>
                  <a:t>0</a:t>
                </a:r>
              </a:p>
            </p:txBody>
          </p:sp>
          <p:sp>
            <p:nvSpPr>
              <p:cNvPr id="75" name="Rectangle 74">
                <a:extLst>
                  <a:ext uri="{FF2B5EF4-FFF2-40B4-BE49-F238E27FC236}">
                    <a16:creationId xmlns:a16="http://schemas.microsoft.com/office/drawing/2014/main" id="{5EFE8F6B-DF27-4813-A93E-631E2FF561FF}"/>
                  </a:ext>
                </a:extLst>
              </p:cNvPr>
              <p:cNvSpPr/>
              <p:nvPr/>
            </p:nvSpPr>
            <p:spPr>
              <a:xfrm>
                <a:off x="5211763" y="5825969"/>
                <a:ext cx="122237" cy="155731"/>
              </a:xfrm>
              <a:prstGeom prst="rect">
                <a:avLst/>
              </a:prstGeom>
              <a:gradFill rotWithShape="1">
                <a:gsLst>
                  <a:gs pos="0">
                    <a:srgbClr val="6D7076">
                      <a:lumMod val="75000"/>
                    </a:srgbClr>
                  </a:gs>
                  <a:gs pos="100000">
                    <a:srgbClr val="6D7076">
                      <a:lumMod val="40000"/>
                      <a:lumOff val="60000"/>
                    </a:srgbClr>
                  </a:gs>
                </a:gsLst>
                <a:lin ang="16200000" scaled="0"/>
              </a:gradFill>
              <a:ln w="9525" cap="flat" cmpd="sng" algn="ctr">
                <a:solidFill>
                  <a:srgbClr val="6D7076">
                    <a:lumMod val="50000"/>
                  </a:srgbClr>
                </a:solidFill>
                <a:prstDash val="solid"/>
              </a:ln>
              <a:effectLst>
                <a:outerShdw blurRad="40000" dist="23000" dir="5400000" rotWithShape="0">
                  <a:srgbClr val="000000">
                    <a:alpha val="35000"/>
                  </a:srgbClr>
                </a:outerShdw>
              </a:effectLst>
            </p:spPr>
            <p:txBody>
              <a:bodyPr lIns="0" rIns="0" anchor="ctr"/>
              <a:lstStyle/>
              <a:p>
                <a:pPr algn="ctr" defTabSz="914400" fontAlgn="base">
                  <a:spcBef>
                    <a:spcPct val="0"/>
                  </a:spcBef>
                  <a:spcAft>
                    <a:spcPct val="0"/>
                  </a:spcAft>
                  <a:defRPr/>
                </a:pPr>
                <a:r>
                  <a:rPr lang="en-US" sz="1200" kern="0" dirty="0">
                    <a:solidFill>
                      <a:srgbClr val="FFFFFF"/>
                    </a:solidFill>
                    <a:latin typeface="Arial"/>
                  </a:rPr>
                  <a:t>…</a:t>
                </a:r>
              </a:p>
            </p:txBody>
          </p:sp>
        </p:grpSp>
        <p:cxnSp>
          <p:nvCxnSpPr>
            <p:cNvPr id="66" name="Straight Connector 65">
              <a:extLst>
                <a:ext uri="{FF2B5EF4-FFF2-40B4-BE49-F238E27FC236}">
                  <a16:creationId xmlns:a16="http://schemas.microsoft.com/office/drawing/2014/main" id="{C899414D-42EC-41A2-8955-CCCEE7A665F9}"/>
                </a:ext>
              </a:extLst>
            </p:cNvPr>
            <p:cNvCxnSpPr/>
            <p:nvPr/>
          </p:nvCxnSpPr>
          <p:spPr>
            <a:xfrm>
              <a:off x="4686300" y="6210109"/>
              <a:ext cx="1524000" cy="0"/>
            </a:xfrm>
            <a:prstGeom prst="line">
              <a:avLst/>
            </a:prstGeom>
            <a:noFill/>
            <a:ln w="25400" cap="flat" cmpd="sng" algn="ctr">
              <a:solidFill>
                <a:srgbClr val="008CA8"/>
              </a:solidFill>
              <a:prstDash val="solid"/>
            </a:ln>
            <a:effectLst>
              <a:outerShdw blurRad="40000" dist="20000" dir="5400000" rotWithShape="0">
                <a:srgbClr val="000000">
                  <a:alpha val="38000"/>
                </a:srgbClr>
              </a:outerShdw>
            </a:effectLst>
          </p:spPr>
        </p:cxnSp>
        <p:sp>
          <p:nvSpPr>
            <p:cNvPr id="67" name="TextBox 53">
              <a:extLst>
                <a:ext uri="{FF2B5EF4-FFF2-40B4-BE49-F238E27FC236}">
                  <a16:creationId xmlns:a16="http://schemas.microsoft.com/office/drawing/2014/main" id="{2796D445-3874-4457-BBCB-1D5DED1B1CE0}"/>
                </a:ext>
              </a:extLst>
            </p:cNvPr>
            <p:cNvSpPr txBox="1">
              <a:spLocks noChangeArrowheads="1"/>
            </p:cNvSpPr>
            <p:nvPr/>
          </p:nvSpPr>
          <p:spPr bwMode="auto">
            <a:xfrm>
              <a:off x="4421383" y="6019800"/>
              <a:ext cx="239551" cy="3697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itchFamily="34" charset="0"/>
                  <a:ea typeface="ＭＳ Ｐゴシック" pitchFamily="34" charset="-128"/>
                </a:defRPr>
              </a:lvl1pPr>
              <a:lvl2pPr marL="742950" indent="-285750">
                <a:defRPr>
                  <a:solidFill>
                    <a:schemeClr val="tx1"/>
                  </a:solidFill>
                  <a:latin typeface="Arial" pitchFamily="34" charset="0"/>
                  <a:ea typeface="ＭＳ Ｐゴシック" pitchFamily="34" charset="-128"/>
                </a:defRPr>
              </a:lvl2pPr>
              <a:lvl3pPr marL="1143000" indent="-228600">
                <a:defRPr>
                  <a:solidFill>
                    <a:schemeClr val="tx1"/>
                  </a:solidFill>
                  <a:latin typeface="Arial" pitchFamily="34" charset="0"/>
                  <a:ea typeface="ＭＳ Ｐゴシック" pitchFamily="34" charset="-128"/>
                </a:defRPr>
              </a:lvl3pPr>
              <a:lvl4pPr marL="1600200" indent="-228600">
                <a:defRPr>
                  <a:solidFill>
                    <a:schemeClr val="tx1"/>
                  </a:solidFill>
                  <a:latin typeface="Arial" pitchFamily="34" charset="0"/>
                  <a:ea typeface="ＭＳ Ｐゴシック" pitchFamily="34" charset="-128"/>
                </a:defRPr>
              </a:lvl4pPr>
              <a:lvl5pPr marL="2057400" indent="-228600">
                <a:defRPr>
                  <a:solidFill>
                    <a:schemeClr val="tx1"/>
                  </a:solidFill>
                  <a:latin typeface="Arial" pitchFamily="34" charset="0"/>
                  <a:ea typeface="ＭＳ Ｐゴシック" pitchFamily="34" charset="-128"/>
                </a:defRPr>
              </a:lvl5pPr>
              <a:lvl6pPr marL="2514600" indent="-228600" defTabSz="457200" fontAlgn="base">
                <a:spcBef>
                  <a:spcPct val="0"/>
                </a:spcBef>
                <a:spcAft>
                  <a:spcPct val="0"/>
                </a:spcAft>
                <a:defRPr>
                  <a:solidFill>
                    <a:schemeClr val="tx1"/>
                  </a:solidFill>
                  <a:latin typeface="Arial" pitchFamily="34" charset="0"/>
                  <a:ea typeface="ＭＳ Ｐゴシック" pitchFamily="34" charset="-128"/>
                </a:defRPr>
              </a:lvl6pPr>
              <a:lvl7pPr marL="2971800" indent="-228600" defTabSz="457200" fontAlgn="base">
                <a:spcBef>
                  <a:spcPct val="0"/>
                </a:spcBef>
                <a:spcAft>
                  <a:spcPct val="0"/>
                </a:spcAft>
                <a:defRPr>
                  <a:solidFill>
                    <a:schemeClr val="tx1"/>
                  </a:solidFill>
                  <a:latin typeface="Arial" pitchFamily="34" charset="0"/>
                  <a:ea typeface="ＭＳ Ｐゴシック" pitchFamily="34" charset="-128"/>
                </a:defRPr>
              </a:lvl7pPr>
              <a:lvl8pPr marL="3429000" indent="-228600" defTabSz="457200" fontAlgn="base">
                <a:spcBef>
                  <a:spcPct val="0"/>
                </a:spcBef>
                <a:spcAft>
                  <a:spcPct val="0"/>
                </a:spcAft>
                <a:defRPr>
                  <a:solidFill>
                    <a:schemeClr val="tx1"/>
                  </a:solidFill>
                  <a:latin typeface="Arial" pitchFamily="34" charset="0"/>
                  <a:ea typeface="ＭＳ Ｐゴシック" pitchFamily="34" charset="-128"/>
                </a:defRPr>
              </a:lvl8pPr>
              <a:lvl9pPr marL="3886200" indent="-228600" defTabSz="457200" fontAlgn="base">
                <a:spcBef>
                  <a:spcPct val="0"/>
                </a:spcBef>
                <a:spcAft>
                  <a:spcPct val="0"/>
                </a:spcAft>
                <a:defRPr>
                  <a:solidFill>
                    <a:schemeClr val="tx1"/>
                  </a:solidFill>
                  <a:latin typeface="Arial" pitchFamily="34" charset="0"/>
                  <a:ea typeface="ＭＳ Ｐゴシック" pitchFamily="34" charset="-128"/>
                </a:defRPr>
              </a:lvl9pPr>
            </a:lstStyle>
            <a:p>
              <a:pPr algn="ctr" defTabSz="914400" fontAlgn="base">
                <a:spcBef>
                  <a:spcPct val="0"/>
                </a:spcBef>
                <a:spcAft>
                  <a:spcPct val="0"/>
                </a:spcAft>
                <a:defRPr/>
              </a:pPr>
              <a:r>
                <a:rPr lang="en-US" kern="0" dirty="0">
                  <a:solidFill>
                    <a:srgbClr val="000000"/>
                  </a:solidFill>
                </a:rPr>
                <a:t>+</a:t>
              </a:r>
            </a:p>
          </p:txBody>
        </p:sp>
      </p:grpSp>
      <p:sp>
        <p:nvSpPr>
          <p:cNvPr id="92" name="TextBox 91">
            <a:extLst>
              <a:ext uri="{FF2B5EF4-FFF2-40B4-BE49-F238E27FC236}">
                <a16:creationId xmlns:a16="http://schemas.microsoft.com/office/drawing/2014/main" id="{3EC4CD19-6486-4AA0-8640-C39ECE6C1D1E}"/>
              </a:ext>
            </a:extLst>
          </p:cNvPr>
          <p:cNvSpPr txBox="1"/>
          <p:nvPr/>
        </p:nvSpPr>
        <p:spPr>
          <a:xfrm>
            <a:off x="6625454" y="3472844"/>
            <a:ext cx="1263487" cy="276999"/>
          </a:xfrm>
          <a:prstGeom prst="rect">
            <a:avLst/>
          </a:prstGeom>
          <a:noFill/>
        </p:spPr>
        <p:txBody>
          <a:bodyPr wrap="none" rtlCol="0">
            <a:spAutoFit/>
          </a:bodyPr>
          <a:lstStyle/>
          <a:p>
            <a:pPr algn="ctr" defTabSz="914400" fontAlgn="base">
              <a:spcBef>
                <a:spcPct val="0"/>
              </a:spcBef>
              <a:spcAft>
                <a:spcPct val="0"/>
              </a:spcAft>
              <a:defRPr/>
            </a:pPr>
            <a:r>
              <a:rPr lang="en-US" sz="1200" b="1" u="sng" kern="0" dirty="0">
                <a:solidFill>
                  <a:srgbClr val="000000"/>
                </a:solidFill>
                <a:latin typeface="Arial"/>
              </a:rPr>
              <a:t>gcc simulation</a:t>
            </a:r>
          </a:p>
        </p:txBody>
      </p:sp>
      <p:sp>
        <p:nvSpPr>
          <p:cNvPr id="93" name="Right Arrow 230">
            <a:extLst>
              <a:ext uri="{FF2B5EF4-FFF2-40B4-BE49-F238E27FC236}">
                <a16:creationId xmlns:a16="http://schemas.microsoft.com/office/drawing/2014/main" id="{81F11019-BD5A-44EB-A999-1FB689C21F16}"/>
              </a:ext>
            </a:extLst>
          </p:cNvPr>
          <p:cNvSpPr/>
          <p:nvPr/>
        </p:nvSpPr>
        <p:spPr>
          <a:xfrm>
            <a:off x="4457815" y="3773184"/>
            <a:ext cx="716707" cy="460860"/>
          </a:xfrm>
          <a:prstGeom prst="rightArrow">
            <a:avLst/>
          </a:prstGeom>
          <a:gradFill rotWithShape="1">
            <a:gsLst>
              <a:gs pos="0">
                <a:srgbClr val="008CA8">
                  <a:shade val="51000"/>
                  <a:satMod val="130000"/>
                </a:srgbClr>
              </a:gs>
              <a:gs pos="80000">
                <a:srgbClr val="008CA8">
                  <a:shade val="93000"/>
                  <a:satMod val="130000"/>
                </a:srgbClr>
              </a:gs>
              <a:gs pos="100000">
                <a:srgbClr val="008CA8">
                  <a:shade val="94000"/>
                  <a:satMod val="135000"/>
                </a:srgbClr>
              </a:gs>
            </a:gsLst>
            <a:lin ang="16200000" scaled="0"/>
          </a:gradFill>
          <a:ln w="9525" cap="flat" cmpd="sng" algn="ctr">
            <a:solidFill>
              <a:srgbClr val="008CA8">
                <a:shade val="95000"/>
                <a:satMod val="105000"/>
              </a:srgbClr>
            </a:solidFill>
            <a:prstDash val="solid"/>
          </a:ln>
          <a:effectLst>
            <a:outerShdw blurRad="40000" dist="23000" dir="5400000" rotWithShape="0">
              <a:srgbClr val="000000">
                <a:alpha val="35000"/>
              </a:srgbClr>
            </a:outerShdw>
          </a:effectLst>
        </p:spPr>
        <p:txBody>
          <a:bodyPr rtlCol="0" anchor="ctr"/>
          <a:lstStyle/>
          <a:p>
            <a:pPr algn="ctr" defTabSz="914400" fontAlgn="base">
              <a:spcBef>
                <a:spcPct val="0"/>
              </a:spcBef>
              <a:spcAft>
                <a:spcPct val="0"/>
              </a:spcAft>
              <a:defRPr/>
            </a:pPr>
            <a:endParaRPr lang="en-US" kern="0" dirty="0">
              <a:solidFill>
                <a:srgbClr val="FFFFFF"/>
              </a:solidFill>
              <a:latin typeface="Arial"/>
            </a:endParaRPr>
          </a:p>
        </p:txBody>
      </p:sp>
      <p:sp>
        <p:nvSpPr>
          <p:cNvPr id="94" name="TextBox 93">
            <a:extLst>
              <a:ext uri="{FF2B5EF4-FFF2-40B4-BE49-F238E27FC236}">
                <a16:creationId xmlns:a16="http://schemas.microsoft.com/office/drawing/2014/main" id="{233DCDEC-0D8F-477D-B2C7-F5F53DFEC1BE}"/>
              </a:ext>
            </a:extLst>
          </p:cNvPr>
          <p:cNvSpPr txBox="1"/>
          <p:nvPr/>
        </p:nvSpPr>
        <p:spPr>
          <a:xfrm>
            <a:off x="8204651" y="3749038"/>
            <a:ext cx="269625" cy="461665"/>
          </a:xfrm>
          <a:prstGeom prst="rect">
            <a:avLst/>
          </a:prstGeom>
          <a:noFill/>
        </p:spPr>
        <p:txBody>
          <a:bodyPr wrap="none" rtlCol="0">
            <a:spAutoFit/>
          </a:bodyPr>
          <a:lstStyle/>
          <a:p>
            <a:pPr algn="ctr" defTabSz="914400" fontAlgn="base">
              <a:spcBef>
                <a:spcPct val="0"/>
              </a:spcBef>
              <a:spcAft>
                <a:spcPct val="0"/>
              </a:spcAft>
              <a:defRPr/>
            </a:pPr>
            <a:r>
              <a:rPr lang="en-US" sz="1200" b="1" kern="0" dirty="0">
                <a:solidFill>
                  <a:srgbClr val="000000"/>
                </a:solidFill>
                <a:latin typeface="Arial"/>
              </a:rPr>
              <a:t>2</a:t>
            </a:r>
          </a:p>
          <a:p>
            <a:pPr algn="ctr" defTabSz="914400" fontAlgn="base">
              <a:spcBef>
                <a:spcPct val="0"/>
              </a:spcBef>
              <a:spcAft>
                <a:spcPct val="0"/>
              </a:spcAft>
              <a:defRPr/>
            </a:pPr>
            <a:r>
              <a:rPr lang="en-US" sz="1200" b="1" kern="0" dirty="0">
                <a:solidFill>
                  <a:srgbClr val="000000"/>
                </a:solidFill>
                <a:latin typeface="Arial"/>
              </a:rPr>
              <a:t>2</a:t>
            </a:r>
          </a:p>
        </p:txBody>
      </p:sp>
      <p:sp>
        <p:nvSpPr>
          <p:cNvPr id="95" name="TextBox 94">
            <a:extLst>
              <a:ext uri="{FF2B5EF4-FFF2-40B4-BE49-F238E27FC236}">
                <a16:creationId xmlns:a16="http://schemas.microsoft.com/office/drawing/2014/main" id="{8E9BD117-3642-4C1A-8F30-556A066CA592}"/>
              </a:ext>
            </a:extLst>
          </p:cNvPr>
          <p:cNvSpPr txBox="1"/>
          <p:nvPr/>
        </p:nvSpPr>
        <p:spPr>
          <a:xfrm>
            <a:off x="8204651" y="4164134"/>
            <a:ext cx="269625" cy="276999"/>
          </a:xfrm>
          <a:prstGeom prst="rect">
            <a:avLst/>
          </a:prstGeom>
          <a:noFill/>
        </p:spPr>
        <p:txBody>
          <a:bodyPr wrap="none" rtlCol="0">
            <a:spAutoFit/>
          </a:bodyPr>
          <a:lstStyle/>
          <a:p>
            <a:pPr algn="ctr" defTabSz="914400" fontAlgn="base">
              <a:spcBef>
                <a:spcPct val="0"/>
              </a:spcBef>
              <a:spcAft>
                <a:spcPct val="0"/>
              </a:spcAft>
              <a:defRPr/>
            </a:pPr>
            <a:r>
              <a:rPr lang="en-US" sz="1200" b="1" kern="0" dirty="0">
                <a:solidFill>
                  <a:srgbClr val="000000"/>
                </a:solidFill>
                <a:latin typeface="Arial"/>
              </a:rPr>
              <a:t>4</a:t>
            </a:r>
          </a:p>
        </p:txBody>
      </p:sp>
      <p:sp>
        <p:nvSpPr>
          <p:cNvPr id="96" name="Rectangle 95">
            <a:extLst>
              <a:ext uri="{FF2B5EF4-FFF2-40B4-BE49-F238E27FC236}">
                <a16:creationId xmlns:a16="http://schemas.microsoft.com/office/drawing/2014/main" id="{63D0A3A0-ABF2-4003-9F56-103470D31415}"/>
              </a:ext>
            </a:extLst>
          </p:cNvPr>
          <p:cNvSpPr/>
          <p:nvPr/>
        </p:nvSpPr>
        <p:spPr bwMode="auto">
          <a:xfrm>
            <a:off x="9552338" y="3796873"/>
            <a:ext cx="162940" cy="155575"/>
          </a:xfrm>
          <a:prstGeom prst="rect">
            <a:avLst/>
          </a:prstGeom>
          <a:gradFill rotWithShape="1">
            <a:gsLst>
              <a:gs pos="0">
                <a:srgbClr val="6D7076">
                  <a:lumMod val="75000"/>
                </a:srgbClr>
              </a:gs>
              <a:gs pos="100000">
                <a:srgbClr val="6D7076">
                  <a:lumMod val="60000"/>
                  <a:lumOff val="40000"/>
                </a:srgbClr>
              </a:gs>
            </a:gsLst>
            <a:lin ang="16200000" scaled="0"/>
          </a:gradFill>
          <a:ln w="9525" cap="flat" cmpd="sng" algn="ctr">
            <a:solidFill>
              <a:srgbClr val="6D7076">
                <a:lumMod val="50000"/>
              </a:srgbClr>
            </a:solidFill>
            <a:prstDash val="solid"/>
          </a:ln>
          <a:effectLst>
            <a:outerShdw blurRad="40000" dist="23000" dir="5400000" rotWithShape="0">
              <a:srgbClr val="000000">
                <a:alpha val="35000"/>
              </a:srgbClr>
            </a:outerShdw>
          </a:effectLst>
        </p:spPr>
        <p:txBody>
          <a:bodyPr lIns="0" rIns="0" anchor="ctr"/>
          <a:lstStyle/>
          <a:p>
            <a:pPr algn="ctr" defTabSz="914400" fontAlgn="base">
              <a:spcBef>
                <a:spcPct val="0"/>
              </a:spcBef>
              <a:spcAft>
                <a:spcPct val="0"/>
              </a:spcAft>
              <a:defRPr/>
            </a:pPr>
            <a:r>
              <a:rPr lang="en-US" sz="1200" kern="0" dirty="0">
                <a:solidFill>
                  <a:srgbClr val="FFFFFF"/>
                </a:solidFill>
                <a:latin typeface="Arial"/>
              </a:rPr>
              <a:t>0</a:t>
            </a:r>
          </a:p>
        </p:txBody>
      </p:sp>
      <p:sp>
        <p:nvSpPr>
          <p:cNvPr id="97" name="Rectangle 96">
            <a:extLst>
              <a:ext uri="{FF2B5EF4-FFF2-40B4-BE49-F238E27FC236}">
                <a16:creationId xmlns:a16="http://schemas.microsoft.com/office/drawing/2014/main" id="{59B1A121-B8EA-4BFF-BD06-2C6544B39D0C}"/>
              </a:ext>
            </a:extLst>
          </p:cNvPr>
          <p:cNvSpPr/>
          <p:nvPr/>
        </p:nvSpPr>
        <p:spPr bwMode="auto">
          <a:xfrm>
            <a:off x="9755485" y="3796873"/>
            <a:ext cx="162940" cy="155575"/>
          </a:xfrm>
          <a:prstGeom prst="rect">
            <a:avLst/>
          </a:prstGeom>
          <a:gradFill rotWithShape="1">
            <a:gsLst>
              <a:gs pos="0">
                <a:srgbClr val="6D7076">
                  <a:lumMod val="75000"/>
                </a:srgbClr>
              </a:gs>
              <a:gs pos="100000">
                <a:srgbClr val="6D7076">
                  <a:lumMod val="60000"/>
                  <a:lumOff val="40000"/>
                </a:srgbClr>
              </a:gs>
            </a:gsLst>
            <a:lin ang="16200000" scaled="0"/>
          </a:gradFill>
          <a:ln w="9525" cap="flat" cmpd="sng" algn="ctr">
            <a:solidFill>
              <a:srgbClr val="6D7076">
                <a:lumMod val="50000"/>
              </a:srgbClr>
            </a:solidFill>
            <a:prstDash val="solid"/>
          </a:ln>
          <a:effectLst>
            <a:outerShdw blurRad="40000" dist="23000" dir="5400000" rotWithShape="0">
              <a:srgbClr val="000000">
                <a:alpha val="35000"/>
              </a:srgbClr>
            </a:outerShdw>
          </a:effectLst>
        </p:spPr>
        <p:txBody>
          <a:bodyPr lIns="0" rIns="0" anchor="ctr"/>
          <a:lstStyle/>
          <a:p>
            <a:pPr algn="ctr" defTabSz="914400" fontAlgn="base">
              <a:spcBef>
                <a:spcPct val="0"/>
              </a:spcBef>
              <a:spcAft>
                <a:spcPct val="0"/>
              </a:spcAft>
              <a:defRPr/>
            </a:pPr>
            <a:r>
              <a:rPr lang="en-US" sz="1200" kern="0" dirty="0">
                <a:solidFill>
                  <a:srgbClr val="FFFFFF"/>
                </a:solidFill>
                <a:latin typeface="Arial"/>
              </a:rPr>
              <a:t>1</a:t>
            </a:r>
          </a:p>
        </p:txBody>
      </p:sp>
      <p:sp>
        <p:nvSpPr>
          <p:cNvPr id="98" name="Rectangle 97">
            <a:extLst>
              <a:ext uri="{FF2B5EF4-FFF2-40B4-BE49-F238E27FC236}">
                <a16:creationId xmlns:a16="http://schemas.microsoft.com/office/drawing/2014/main" id="{4267D0A8-E4FE-41DD-8D7B-F869A1D16066}"/>
              </a:ext>
            </a:extLst>
          </p:cNvPr>
          <p:cNvSpPr/>
          <p:nvPr/>
        </p:nvSpPr>
        <p:spPr bwMode="auto">
          <a:xfrm>
            <a:off x="9958632" y="3796873"/>
            <a:ext cx="162940" cy="155575"/>
          </a:xfrm>
          <a:prstGeom prst="rect">
            <a:avLst/>
          </a:prstGeom>
          <a:gradFill rotWithShape="1">
            <a:gsLst>
              <a:gs pos="0">
                <a:srgbClr val="6D7076">
                  <a:lumMod val="75000"/>
                </a:srgbClr>
              </a:gs>
              <a:gs pos="100000">
                <a:srgbClr val="6D7076">
                  <a:lumMod val="60000"/>
                  <a:lumOff val="40000"/>
                </a:srgbClr>
              </a:gs>
            </a:gsLst>
            <a:lin ang="16200000" scaled="0"/>
          </a:gradFill>
          <a:ln w="9525" cap="flat" cmpd="sng" algn="ctr">
            <a:solidFill>
              <a:srgbClr val="6D7076">
                <a:lumMod val="50000"/>
              </a:srgbClr>
            </a:solidFill>
            <a:prstDash val="solid"/>
          </a:ln>
          <a:effectLst>
            <a:outerShdw blurRad="40000" dist="23000" dir="5400000" rotWithShape="0">
              <a:srgbClr val="000000">
                <a:alpha val="35000"/>
              </a:srgbClr>
            </a:outerShdw>
          </a:effectLst>
        </p:spPr>
        <p:txBody>
          <a:bodyPr lIns="0" rIns="0" anchor="ctr"/>
          <a:lstStyle/>
          <a:p>
            <a:pPr algn="ctr" defTabSz="914400" fontAlgn="base">
              <a:spcBef>
                <a:spcPct val="0"/>
              </a:spcBef>
              <a:spcAft>
                <a:spcPct val="0"/>
              </a:spcAft>
              <a:defRPr/>
            </a:pPr>
            <a:r>
              <a:rPr lang="en-US" sz="1200" kern="0" dirty="0">
                <a:solidFill>
                  <a:srgbClr val="FFFFFF"/>
                </a:solidFill>
                <a:latin typeface="Arial"/>
              </a:rPr>
              <a:t>0</a:t>
            </a:r>
          </a:p>
        </p:txBody>
      </p:sp>
      <p:sp>
        <p:nvSpPr>
          <p:cNvPr id="99" name="Rectangle 98">
            <a:extLst>
              <a:ext uri="{FF2B5EF4-FFF2-40B4-BE49-F238E27FC236}">
                <a16:creationId xmlns:a16="http://schemas.microsoft.com/office/drawing/2014/main" id="{C2909B7C-A4EB-4A1C-B8E5-7BD0F99547AC}"/>
              </a:ext>
            </a:extLst>
          </p:cNvPr>
          <p:cNvSpPr/>
          <p:nvPr/>
        </p:nvSpPr>
        <p:spPr bwMode="auto">
          <a:xfrm>
            <a:off x="9552338" y="3987372"/>
            <a:ext cx="162940" cy="155575"/>
          </a:xfrm>
          <a:prstGeom prst="rect">
            <a:avLst/>
          </a:prstGeom>
          <a:gradFill rotWithShape="1">
            <a:gsLst>
              <a:gs pos="0">
                <a:srgbClr val="6D7076">
                  <a:lumMod val="75000"/>
                </a:srgbClr>
              </a:gs>
              <a:gs pos="100000">
                <a:srgbClr val="6D7076">
                  <a:lumMod val="60000"/>
                  <a:lumOff val="40000"/>
                </a:srgbClr>
              </a:gs>
            </a:gsLst>
            <a:lin ang="16200000" scaled="0"/>
          </a:gradFill>
          <a:ln w="9525" cap="flat" cmpd="sng" algn="ctr">
            <a:solidFill>
              <a:srgbClr val="6D7076">
                <a:lumMod val="50000"/>
              </a:srgbClr>
            </a:solidFill>
            <a:prstDash val="solid"/>
          </a:ln>
          <a:effectLst>
            <a:outerShdw blurRad="40000" dist="23000" dir="5400000" rotWithShape="0">
              <a:srgbClr val="000000">
                <a:alpha val="35000"/>
              </a:srgbClr>
            </a:outerShdw>
          </a:effectLst>
        </p:spPr>
        <p:txBody>
          <a:bodyPr lIns="0" rIns="0" anchor="ctr"/>
          <a:lstStyle/>
          <a:p>
            <a:pPr algn="ctr" defTabSz="914400" fontAlgn="base">
              <a:spcBef>
                <a:spcPct val="0"/>
              </a:spcBef>
              <a:spcAft>
                <a:spcPct val="0"/>
              </a:spcAft>
              <a:defRPr/>
            </a:pPr>
            <a:r>
              <a:rPr lang="en-US" sz="1200" kern="0" dirty="0">
                <a:solidFill>
                  <a:srgbClr val="FFFFFF"/>
                </a:solidFill>
                <a:latin typeface="Arial"/>
              </a:rPr>
              <a:t>0</a:t>
            </a:r>
          </a:p>
        </p:txBody>
      </p:sp>
      <p:sp>
        <p:nvSpPr>
          <p:cNvPr id="100" name="Rectangle 99">
            <a:extLst>
              <a:ext uri="{FF2B5EF4-FFF2-40B4-BE49-F238E27FC236}">
                <a16:creationId xmlns:a16="http://schemas.microsoft.com/office/drawing/2014/main" id="{BBEFA3D3-059F-4A94-A620-7A74A5148D7C}"/>
              </a:ext>
            </a:extLst>
          </p:cNvPr>
          <p:cNvSpPr/>
          <p:nvPr/>
        </p:nvSpPr>
        <p:spPr bwMode="auto">
          <a:xfrm>
            <a:off x="9755485" y="3987372"/>
            <a:ext cx="162940" cy="155575"/>
          </a:xfrm>
          <a:prstGeom prst="rect">
            <a:avLst/>
          </a:prstGeom>
          <a:gradFill rotWithShape="1">
            <a:gsLst>
              <a:gs pos="0">
                <a:srgbClr val="6D7076">
                  <a:lumMod val="75000"/>
                </a:srgbClr>
              </a:gs>
              <a:gs pos="100000">
                <a:srgbClr val="6D7076">
                  <a:lumMod val="60000"/>
                  <a:lumOff val="40000"/>
                </a:srgbClr>
              </a:gs>
            </a:gsLst>
            <a:lin ang="16200000" scaled="0"/>
          </a:gradFill>
          <a:ln w="9525" cap="flat" cmpd="sng" algn="ctr">
            <a:solidFill>
              <a:srgbClr val="6D7076">
                <a:lumMod val="50000"/>
              </a:srgbClr>
            </a:solidFill>
            <a:prstDash val="solid"/>
          </a:ln>
          <a:effectLst>
            <a:outerShdw blurRad="40000" dist="23000" dir="5400000" rotWithShape="0">
              <a:srgbClr val="000000">
                <a:alpha val="35000"/>
              </a:srgbClr>
            </a:outerShdw>
          </a:effectLst>
        </p:spPr>
        <p:txBody>
          <a:bodyPr lIns="0" rIns="0" anchor="ctr"/>
          <a:lstStyle/>
          <a:p>
            <a:pPr algn="ctr" defTabSz="914400" fontAlgn="base">
              <a:spcBef>
                <a:spcPct val="0"/>
              </a:spcBef>
              <a:spcAft>
                <a:spcPct val="0"/>
              </a:spcAft>
              <a:defRPr/>
            </a:pPr>
            <a:r>
              <a:rPr lang="en-US" sz="1200" kern="0" dirty="0">
                <a:solidFill>
                  <a:srgbClr val="FFFFFF"/>
                </a:solidFill>
                <a:latin typeface="Arial"/>
              </a:rPr>
              <a:t>1</a:t>
            </a:r>
          </a:p>
        </p:txBody>
      </p:sp>
      <p:sp>
        <p:nvSpPr>
          <p:cNvPr id="101" name="Rectangle 100">
            <a:extLst>
              <a:ext uri="{FF2B5EF4-FFF2-40B4-BE49-F238E27FC236}">
                <a16:creationId xmlns:a16="http://schemas.microsoft.com/office/drawing/2014/main" id="{FE471070-2961-45EF-A2A8-2C8D03451118}"/>
              </a:ext>
            </a:extLst>
          </p:cNvPr>
          <p:cNvSpPr/>
          <p:nvPr/>
        </p:nvSpPr>
        <p:spPr bwMode="auto">
          <a:xfrm>
            <a:off x="9958632" y="3987372"/>
            <a:ext cx="162940" cy="155575"/>
          </a:xfrm>
          <a:prstGeom prst="rect">
            <a:avLst/>
          </a:prstGeom>
          <a:gradFill rotWithShape="1">
            <a:gsLst>
              <a:gs pos="0">
                <a:srgbClr val="6D7076">
                  <a:lumMod val="75000"/>
                </a:srgbClr>
              </a:gs>
              <a:gs pos="100000">
                <a:srgbClr val="6D7076">
                  <a:lumMod val="60000"/>
                  <a:lumOff val="40000"/>
                </a:srgbClr>
              </a:gs>
            </a:gsLst>
            <a:lin ang="16200000" scaled="0"/>
          </a:gradFill>
          <a:ln w="9525" cap="flat" cmpd="sng" algn="ctr">
            <a:solidFill>
              <a:srgbClr val="6D7076">
                <a:lumMod val="50000"/>
              </a:srgbClr>
            </a:solidFill>
            <a:prstDash val="solid"/>
          </a:ln>
          <a:effectLst>
            <a:outerShdw blurRad="40000" dist="23000" dir="5400000" rotWithShape="0">
              <a:srgbClr val="000000">
                <a:alpha val="35000"/>
              </a:srgbClr>
            </a:outerShdw>
          </a:effectLst>
        </p:spPr>
        <p:txBody>
          <a:bodyPr lIns="0" rIns="0" anchor="ctr"/>
          <a:lstStyle/>
          <a:p>
            <a:pPr algn="ctr" defTabSz="914400" fontAlgn="base">
              <a:spcBef>
                <a:spcPct val="0"/>
              </a:spcBef>
              <a:spcAft>
                <a:spcPct val="0"/>
              </a:spcAft>
              <a:defRPr/>
            </a:pPr>
            <a:r>
              <a:rPr lang="en-US" sz="1200" kern="0" dirty="0">
                <a:solidFill>
                  <a:srgbClr val="FFFFFF"/>
                </a:solidFill>
                <a:latin typeface="Arial"/>
              </a:rPr>
              <a:t>0</a:t>
            </a:r>
          </a:p>
        </p:txBody>
      </p:sp>
      <p:sp>
        <p:nvSpPr>
          <p:cNvPr id="102" name="Rectangle 101">
            <a:extLst>
              <a:ext uri="{FF2B5EF4-FFF2-40B4-BE49-F238E27FC236}">
                <a16:creationId xmlns:a16="http://schemas.microsoft.com/office/drawing/2014/main" id="{9270B73D-7F6D-4BA6-B74C-10553488E5A7}"/>
              </a:ext>
            </a:extLst>
          </p:cNvPr>
          <p:cNvSpPr/>
          <p:nvPr/>
        </p:nvSpPr>
        <p:spPr bwMode="auto">
          <a:xfrm>
            <a:off x="9552338" y="4215973"/>
            <a:ext cx="162940" cy="155575"/>
          </a:xfrm>
          <a:prstGeom prst="rect">
            <a:avLst/>
          </a:prstGeom>
          <a:gradFill rotWithShape="1">
            <a:gsLst>
              <a:gs pos="0">
                <a:srgbClr val="6D7076">
                  <a:lumMod val="75000"/>
                </a:srgbClr>
              </a:gs>
              <a:gs pos="100000">
                <a:srgbClr val="6D7076">
                  <a:lumMod val="60000"/>
                  <a:lumOff val="40000"/>
                </a:srgbClr>
              </a:gs>
            </a:gsLst>
            <a:lin ang="16200000" scaled="0"/>
          </a:gradFill>
          <a:ln w="9525" cap="flat" cmpd="sng" algn="ctr">
            <a:solidFill>
              <a:srgbClr val="6D7076">
                <a:lumMod val="50000"/>
              </a:srgbClr>
            </a:solidFill>
            <a:prstDash val="solid"/>
          </a:ln>
          <a:effectLst>
            <a:outerShdw blurRad="40000" dist="23000" dir="5400000" rotWithShape="0">
              <a:srgbClr val="000000">
                <a:alpha val="35000"/>
              </a:srgbClr>
            </a:outerShdw>
          </a:effectLst>
        </p:spPr>
        <p:txBody>
          <a:bodyPr lIns="0" rIns="0" anchor="ctr"/>
          <a:lstStyle/>
          <a:p>
            <a:pPr algn="ctr" defTabSz="914400" fontAlgn="base">
              <a:spcBef>
                <a:spcPct val="0"/>
              </a:spcBef>
              <a:spcAft>
                <a:spcPct val="0"/>
              </a:spcAft>
              <a:defRPr/>
            </a:pPr>
            <a:r>
              <a:rPr lang="en-US" sz="1200" kern="0" dirty="0">
                <a:solidFill>
                  <a:srgbClr val="FFFFFF"/>
                </a:solidFill>
                <a:latin typeface="Arial"/>
              </a:rPr>
              <a:t>1</a:t>
            </a:r>
          </a:p>
        </p:txBody>
      </p:sp>
      <p:sp>
        <p:nvSpPr>
          <p:cNvPr id="103" name="Rectangle 102">
            <a:extLst>
              <a:ext uri="{FF2B5EF4-FFF2-40B4-BE49-F238E27FC236}">
                <a16:creationId xmlns:a16="http://schemas.microsoft.com/office/drawing/2014/main" id="{082F659A-D7BD-419E-A9D2-833D5CFA107D}"/>
              </a:ext>
            </a:extLst>
          </p:cNvPr>
          <p:cNvSpPr/>
          <p:nvPr/>
        </p:nvSpPr>
        <p:spPr bwMode="auto">
          <a:xfrm>
            <a:off x="9755485" y="4215973"/>
            <a:ext cx="162940" cy="155575"/>
          </a:xfrm>
          <a:prstGeom prst="rect">
            <a:avLst/>
          </a:prstGeom>
          <a:gradFill rotWithShape="1">
            <a:gsLst>
              <a:gs pos="0">
                <a:srgbClr val="6D7076">
                  <a:lumMod val="75000"/>
                </a:srgbClr>
              </a:gs>
              <a:gs pos="100000">
                <a:srgbClr val="6D7076">
                  <a:lumMod val="60000"/>
                  <a:lumOff val="40000"/>
                </a:srgbClr>
              </a:gs>
            </a:gsLst>
            <a:lin ang="16200000" scaled="0"/>
          </a:gradFill>
          <a:ln w="9525" cap="flat" cmpd="sng" algn="ctr">
            <a:solidFill>
              <a:srgbClr val="6D7076">
                <a:lumMod val="50000"/>
              </a:srgbClr>
            </a:solidFill>
            <a:prstDash val="solid"/>
          </a:ln>
          <a:effectLst>
            <a:outerShdw blurRad="40000" dist="23000" dir="5400000" rotWithShape="0">
              <a:srgbClr val="000000">
                <a:alpha val="35000"/>
              </a:srgbClr>
            </a:outerShdw>
          </a:effectLst>
        </p:spPr>
        <p:txBody>
          <a:bodyPr lIns="0" rIns="0" anchor="ctr"/>
          <a:lstStyle/>
          <a:p>
            <a:pPr algn="ctr" defTabSz="914400" fontAlgn="base">
              <a:spcBef>
                <a:spcPct val="0"/>
              </a:spcBef>
              <a:spcAft>
                <a:spcPct val="0"/>
              </a:spcAft>
              <a:defRPr/>
            </a:pPr>
            <a:r>
              <a:rPr lang="en-US" sz="1200" kern="0" dirty="0">
                <a:solidFill>
                  <a:srgbClr val="FFFFFF"/>
                </a:solidFill>
                <a:latin typeface="Arial"/>
              </a:rPr>
              <a:t>0</a:t>
            </a:r>
          </a:p>
        </p:txBody>
      </p:sp>
      <p:sp>
        <p:nvSpPr>
          <p:cNvPr id="104" name="Rectangle 103">
            <a:extLst>
              <a:ext uri="{FF2B5EF4-FFF2-40B4-BE49-F238E27FC236}">
                <a16:creationId xmlns:a16="http://schemas.microsoft.com/office/drawing/2014/main" id="{C70FA15D-BB34-4EEF-A320-D80D01F354B8}"/>
              </a:ext>
            </a:extLst>
          </p:cNvPr>
          <p:cNvSpPr/>
          <p:nvPr/>
        </p:nvSpPr>
        <p:spPr bwMode="auto">
          <a:xfrm>
            <a:off x="9958632" y="4215973"/>
            <a:ext cx="162940" cy="155575"/>
          </a:xfrm>
          <a:prstGeom prst="rect">
            <a:avLst/>
          </a:prstGeom>
          <a:gradFill rotWithShape="1">
            <a:gsLst>
              <a:gs pos="0">
                <a:srgbClr val="6D7076">
                  <a:lumMod val="75000"/>
                </a:srgbClr>
              </a:gs>
              <a:gs pos="100000">
                <a:srgbClr val="6D7076">
                  <a:lumMod val="60000"/>
                  <a:lumOff val="40000"/>
                </a:srgbClr>
              </a:gs>
            </a:gsLst>
            <a:lin ang="16200000" scaled="0"/>
          </a:gradFill>
          <a:ln w="9525" cap="flat" cmpd="sng" algn="ctr">
            <a:solidFill>
              <a:srgbClr val="6D7076">
                <a:lumMod val="50000"/>
              </a:srgbClr>
            </a:solidFill>
            <a:prstDash val="solid"/>
          </a:ln>
          <a:effectLst>
            <a:outerShdw blurRad="40000" dist="23000" dir="5400000" rotWithShape="0">
              <a:srgbClr val="000000">
                <a:alpha val="35000"/>
              </a:srgbClr>
            </a:outerShdw>
          </a:effectLst>
        </p:spPr>
        <p:txBody>
          <a:bodyPr lIns="0" rIns="0" anchor="ctr"/>
          <a:lstStyle/>
          <a:p>
            <a:pPr algn="ctr" defTabSz="914400" fontAlgn="base">
              <a:spcBef>
                <a:spcPct val="0"/>
              </a:spcBef>
              <a:spcAft>
                <a:spcPct val="0"/>
              </a:spcAft>
              <a:defRPr/>
            </a:pPr>
            <a:r>
              <a:rPr lang="en-US" sz="1200" kern="0" dirty="0">
                <a:solidFill>
                  <a:srgbClr val="FFFFFF"/>
                </a:solidFill>
                <a:latin typeface="Arial"/>
              </a:rPr>
              <a:t>0</a:t>
            </a:r>
          </a:p>
        </p:txBody>
      </p:sp>
      <p:cxnSp>
        <p:nvCxnSpPr>
          <p:cNvPr id="105" name="Straight Connector 104">
            <a:extLst>
              <a:ext uri="{FF2B5EF4-FFF2-40B4-BE49-F238E27FC236}">
                <a16:creationId xmlns:a16="http://schemas.microsoft.com/office/drawing/2014/main" id="{DCA8EAC6-72E3-471E-B45B-13F5CC95050C}"/>
              </a:ext>
            </a:extLst>
          </p:cNvPr>
          <p:cNvCxnSpPr/>
          <p:nvPr/>
        </p:nvCxnSpPr>
        <p:spPr bwMode="auto">
          <a:xfrm>
            <a:off x="9423567" y="4180923"/>
            <a:ext cx="799578" cy="125"/>
          </a:xfrm>
          <a:prstGeom prst="line">
            <a:avLst/>
          </a:prstGeom>
          <a:noFill/>
          <a:ln w="25400" cap="flat" cmpd="sng" algn="ctr">
            <a:solidFill>
              <a:srgbClr val="008CA8"/>
            </a:solidFill>
            <a:prstDash val="solid"/>
          </a:ln>
          <a:effectLst>
            <a:outerShdw blurRad="40000" dist="20000" dir="5400000" rotWithShape="0">
              <a:srgbClr val="000000">
                <a:alpha val="38000"/>
              </a:srgbClr>
            </a:outerShdw>
          </a:effectLst>
        </p:spPr>
      </p:cxnSp>
      <p:sp>
        <p:nvSpPr>
          <p:cNvPr id="106" name="TextBox 46">
            <a:extLst>
              <a:ext uri="{FF2B5EF4-FFF2-40B4-BE49-F238E27FC236}">
                <a16:creationId xmlns:a16="http://schemas.microsoft.com/office/drawing/2014/main" id="{CD5AC25F-4667-41B6-953C-D5F351C7212D}"/>
              </a:ext>
            </a:extLst>
          </p:cNvPr>
          <p:cNvSpPr txBox="1">
            <a:spLocks noChangeArrowheads="1"/>
          </p:cNvSpPr>
          <p:nvPr/>
        </p:nvSpPr>
        <p:spPr bwMode="auto">
          <a:xfrm>
            <a:off x="9102278" y="3990928"/>
            <a:ext cx="319318"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itchFamily="34" charset="0"/>
                <a:ea typeface="ＭＳ Ｐゴシック" pitchFamily="34" charset="-128"/>
              </a:defRPr>
            </a:lvl1pPr>
            <a:lvl2pPr marL="742950" indent="-285750">
              <a:defRPr>
                <a:solidFill>
                  <a:schemeClr val="tx1"/>
                </a:solidFill>
                <a:latin typeface="Arial" pitchFamily="34" charset="0"/>
                <a:ea typeface="ＭＳ Ｐゴシック" pitchFamily="34" charset="-128"/>
              </a:defRPr>
            </a:lvl2pPr>
            <a:lvl3pPr marL="1143000" indent="-228600">
              <a:defRPr>
                <a:solidFill>
                  <a:schemeClr val="tx1"/>
                </a:solidFill>
                <a:latin typeface="Arial" pitchFamily="34" charset="0"/>
                <a:ea typeface="ＭＳ Ｐゴシック" pitchFamily="34" charset="-128"/>
              </a:defRPr>
            </a:lvl3pPr>
            <a:lvl4pPr marL="1600200" indent="-228600">
              <a:defRPr>
                <a:solidFill>
                  <a:schemeClr val="tx1"/>
                </a:solidFill>
                <a:latin typeface="Arial" pitchFamily="34" charset="0"/>
                <a:ea typeface="ＭＳ Ｐゴシック" pitchFamily="34" charset="-128"/>
              </a:defRPr>
            </a:lvl4pPr>
            <a:lvl5pPr marL="2057400" indent="-228600">
              <a:defRPr>
                <a:solidFill>
                  <a:schemeClr val="tx1"/>
                </a:solidFill>
                <a:latin typeface="Arial" pitchFamily="34" charset="0"/>
                <a:ea typeface="ＭＳ Ｐゴシック" pitchFamily="34" charset="-128"/>
              </a:defRPr>
            </a:lvl5pPr>
            <a:lvl6pPr marL="2514600" indent="-228600" defTabSz="457200" fontAlgn="base">
              <a:spcBef>
                <a:spcPct val="0"/>
              </a:spcBef>
              <a:spcAft>
                <a:spcPct val="0"/>
              </a:spcAft>
              <a:defRPr>
                <a:solidFill>
                  <a:schemeClr val="tx1"/>
                </a:solidFill>
                <a:latin typeface="Arial" pitchFamily="34" charset="0"/>
                <a:ea typeface="ＭＳ Ｐゴシック" pitchFamily="34" charset="-128"/>
              </a:defRPr>
            </a:lvl6pPr>
            <a:lvl7pPr marL="2971800" indent="-228600" defTabSz="457200" fontAlgn="base">
              <a:spcBef>
                <a:spcPct val="0"/>
              </a:spcBef>
              <a:spcAft>
                <a:spcPct val="0"/>
              </a:spcAft>
              <a:defRPr>
                <a:solidFill>
                  <a:schemeClr val="tx1"/>
                </a:solidFill>
                <a:latin typeface="Arial" pitchFamily="34" charset="0"/>
                <a:ea typeface="ＭＳ Ｐゴシック" pitchFamily="34" charset="-128"/>
              </a:defRPr>
            </a:lvl7pPr>
            <a:lvl8pPr marL="3429000" indent="-228600" defTabSz="457200" fontAlgn="base">
              <a:spcBef>
                <a:spcPct val="0"/>
              </a:spcBef>
              <a:spcAft>
                <a:spcPct val="0"/>
              </a:spcAft>
              <a:defRPr>
                <a:solidFill>
                  <a:schemeClr val="tx1"/>
                </a:solidFill>
                <a:latin typeface="Arial" pitchFamily="34" charset="0"/>
                <a:ea typeface="ＭＳ Ｐゴシック" pitchFamily="34" charset="-128"/>
              </a:defRPr>
            </a:lvl8pPr>
            <a:lvl9pPr marL="3886200" indent="-228600" defTabSz="457200" fontAlgn="base">
              <a:spcBef>
                <a:spcPct val="0"/>
              </a:spcBef>
              <a:spcAft>
                <a:spcPct val="0"/>
              </a:spcAft>
              <a:defRPr>
                <a:solidFill>
                  <a:schemeClr val="tx1"/>
                </a:solidFill>
                <a:latin typeface="Arial" pitchFamily="34" charset="0"/>
                <a:ea typeface="ＭＳ Ｐゴシック" pitchFamily="34" charset="-128"/>
              </a:defRPr>
            </a:lvl9pPr>
          </a:lstStyle>
          <a:p>
            <a:pPr algn="ctr" defTabSz="914400" fontAlgn="base">
              <a:spcBef>
                <a:spcPct val="0"/>
              </a:spcBef>
              <a:spcAft>
                <a:spcPct val="0"/>
              </a:spcAft>
              <a:defRPr/>
            </a:pPr>
            <a:r>
              <a:rPr lang="en-US" kern="0" dirty="0">
                <a:solidFill>
                  <a:srgbClr val="000000"/>
                </a:solidFill>
              </a:rPr>
              <a:t>+</a:t>
            </a:r>
          </a:p>
        </p:txBody>
      </p:sp>
      <p:sp>
        <p:nvSpPr>
          <p:cNvPr id="107" name="TextBox 106">
            <a:extLst>
              <a:ext uri="{FF2B5EF4-FFF2-40B4-BE49-F238E27FC236}">
                <a16:creationId xmlns:a16="http://schemas.microsoft.com/office/drawing/2014/main" id="{E0C28CC9-B025-4D31-9BA6-17767B4C7D08}"/>
              </a:ext>
            </a:extLst>
          </p:cNvPr>
          <p:cNvSpPr txBox="1"/>
          <p:nvPr/>
        </p:nvSpPr>
        <p:spPr>
          <a:xfrm>
            <a:off x="9500105" y="3528038"/>
            <a:ext cx="1348446" cy="276999"/>
          </a:xfrm>
          <a:prstGeom prst="rect">
            <a:avLst/>
          </a:prstGeom>
          <a:noFill/>
        </p:spPr>
        <p:txBody>
          <a:bodyPr wrap="none" rtlCol="0">
            <a:spAutoFit/>
          </a:bodyPr>
          <a:lstStyle/>
          <a:p>
            <a:pPr algn="ctr" defTabSz="914400" fontAlgn="base">
              <a:spcBef>
                <a:spcPct val="0"/>
              </a:spcBef>
              <a:spcAft>
                <a:spcPct val="0"/>
              </a:spcAft>
              <a:defRPr/>
            </a:pPr>
            <a:r>
              <a:rPr lang="en-US" sz="1200" b="1" u="sng" kern="0" dirty="0" err="1">
                <a:solidFill>
                  <a:srgbClr val="000000"/>
                </a:solidFill>
                <a:latin typeface="Arial"/>
              </a:rPr>
              <a:t>apcc</a:t>
            </a:r>
            <a:r>
              <a:rPr lang="en-US" sz="1200" b="1" u="sng" kern="0" dirty="0">
                <a:solidFill>
                  <a:srgbClr val="000000"/>
                </a:solidFill>
                <a:latin typeface="Arial"/>
              </a:rPr>
              <a:t> simulation</a:t>
            </a:r>
          </a:p>
        </p:txBody>
      </p:sp>
      <p:sp>
        <p:nvSpPr>
          <p:cNvPr id="108" name="TextBox 107">
            <a:extLst>
              <a:ext uri="{FF2B5EF4-FFF2-40B4-BE49-F238E27FC236}">
                <a16:creationId xmlns:a16="http://schemas.microsoft.com/office/drawing/2014/main" id="{B4D85B0B-0531-456D-BFF1-8C11905A8972}"/>
              </a:ext>
            </a:extLst>
          </p:cNvPr>
          <p:cNvSpPr txBox="1"/>
          <p:nvPr/>
        </p:nvSpPr>
        <p:spPr>
          <a:xfrm>
            <a:off x="10219279" y="3757068"/>
            <a:ext cx="269625" cy="461665"/>
          </a:xfrm>
          <a:prstGeom prst="rect">
            <a:avLst/>
          </a:prstGeom>
          <a:noFill/>
        </p:spPr>
        <p:txBody>
          <a:bodyPr wrap="none" rtlCol="0">
            <a:spAutoFit/>
          </a:bodyPr>
          <a:lstStyle/>
          <a:p>
            <a:pPr algn="ctr" defTabSz="914400" fontAlgn="base">
              <a:spcBef>
                <a:spcPct val="0"/>
              </a:spcBef>
              <a:spcAft>
                <a:spcPct val="0"/>
              </a:spcAft>
              <a:defRPr/>
            </a:pPr>
            <a:r>
              <a:rPr lang="en-US" sz="1200" b="1" kern="0" dirty="0">
                <a:solidFill>
                  <a:srgbClr val="000000"/>
                </a:solidFill>
                <a:latin typeface="Arial"/>
              </a:rPr>
              <a:t>2</a:t>
            </a:r>
          </a:p>
          <a:p>
            <a:pPr algn="ctr" defTabSz="914400" fontAlgn="base">
              <a:spcBef>
                <a:spcPct val="0"/>
              </a:spcBef>
              <a:spcAft>
                <a:spcPct val="0"/>
              </a:spcAft>
              <a:defRPr/>
            </a:pPr>
            <a:r>
              <a:rPr lang="en-US" sz="1200" b="1" kern="0" dirty="0">
                <a:solidFill>
                  <a:srgbClr val="000000"/>
                </a:solidFill>
                <a:latin typeface="Arial"/>
              </a:rPr>
              <a:t>2</a:t>
            </a:r>
          </a:p>
        </p:txBody>
      </p:sp>
      <p:sp>
        <p:nvSpPr>
          <p:cNvPr id="109" name="TextBox 108">
            <a:extLst>
              <a:ext uri="{FF2B5EF4-FFF2-40B4-BE49-F238E27FC236}">
                <a16:creationId xmlns:a16="http://schemas.microsoft.com/office/drawing/2014/main" id="{9D739AC8-2E56-4C9C-A058-C0EED09AD70B}"/>
              </a:ext>
            </a:extLst>
          </p:cNvPr>
          <p:cNvSpPr txBox="1"/>
          <p:nvPr/>
        </p:nvSpPr>
        <p:spPr>
          <a:xfrm>
            <a:off x="10166576" y="4172164"/>
            <a:ext cx="320922" cy="276999"/>
          </a:xfrm>
          <a:prstGeom prst="rect">
            <a:avLst/>
          </a:prstGeom>
          <a:noFill/>
        </p:spPr>
        <p:txBody>
          <a:bodyPr wrap="none" rtlCol="0">
            <a:spAutoFit/>
          </a:bodyPr>
          <a:lstStyle/>
          <a:p>
            <a:pPr algn="ctr" defTabSz="914400" fontAlgn="base">
              <a:spcBef>
                <a:spcPct val="0"/>
              </a:spcBef>
              <a:spcAft>
                <a:spcPct val="0"/>
              </a:spcAft>
              <a:defRPr/>
            </a:pPr>
            <a:r>
              <a:rPr lang="en-US" sz="1200" b="1" kern="0" dirty="0">
                <a:solidFill>
                  <a:srgbClr val="000000"/>
                </a:solidFill>
                <a:latin typeface="Arial"/>
              </a:rPr>
              <a:t>-4</a:t>
            </a:r>
          </a:p>
        </p:txBody>
      </p:sp>
      <p:sp>
        <p:nvSpPr>
          <p:cNvPr id="110" name="TextBox 109">
            <a:extLst>
              <a:ext uri="{FF2B5EF4-FFF2-40B4-BE49-F238E27FC236}">
                <a16:creationId xmlns:a16="http://schemas.microsoft.com/office/drawing/2014/main" id="{55A5428A-147E-4F51-A64F-99B193A8C1CE}"/>
              </a:ext>
            </a:extLst>
          </p:cNvPr>
          <p:cNvSpPr txBox="1"/>
          <p:nvPr/>
        </p:nvSpPr>
        <p:spPr>
          <a:xfrm>
            <a:off x="5639019" y="3765634"/>
            <a:ext cx="354584" cy="461665"/>
          </a:xfrm>
          <a:prstGeom prst="rect">
            <a:avLst/>
          </a:prstGeom>
          <a:noFill/>
        </p:spPr>
        <p:txBody>
          <a:bodyPr wrap="none" rtlCol="0">
            <a:spAutoFit/>
          </a:bodyPr>
          <a:lstStyle/>
          <a:p>
            <a:pPr algn="r" defTabSz="914400" fontAlgn="base">
              <a:spcBef>
                <a:spcPct val="0"/>
              </a:spcBef>
              <a:spcAft>
                <a:spcPct val="0"/>
              </a:spcAft>
              <a:defRPr/>
            </a:pPr>
            <a:r>
              <a:rPr lang="en-US" sz="1200" b="1" kern="0" dirty="0">
                <a:solidFill>
                  <a:srgbClr val="000000"/>
                </a:solidFill>
                <a:latin typeface="Arial"/>
              </a:rPr>
              <a:t>x1</a:t>
            </a:r>
          </a:p>
          <a:p>
            <a:pPr algn="r" defTabSz="914400" fontAlgn="base">
              <a:spcBef>
                <a:spcPct val="0"/>
              </a:spcBef>
              <a:spcAft>
                <a:spcPct val="0"/>
              </a:spcAft>
              <a:defRPr/>
            </a:pPr>
            <a:r>
              <a:rPr lang="en-US" sz="1200" b="1" kern="0" dirty="0">
                <a:solidFill>
                  <a:srgbClr val="000000"/>
                </a:solidFill>
                <a:latin typeface="Arial"/>
              </a:rPr>
              <a:t>y1</a:t>
            </a:r>
          </a:p>
        </p:txBody>
      </p:sp>
      <p:sp>
        <p:nvSpPr>
          <p:cNvPr id="111" name="TextBox 110">
            <a:extLst>
              <a:ext uri="{FF2B5EF4-FFF2-40B4-BE49-F238E27FC236}">
                <a16:creationId xmlns:a16="http://schemas.microsoft.com/office/drawing/2014/main" id="{95812F11-FA04-49D4-BE2B-524B5B72D143}"/>
              </a:ext>
            </a:extLst>
          </p:cNvPr>
          <p:cNvSpPr txBox="1"/>
          <p:nvPr/>
        </p:nvSpPr>
        <p:spPr>
          <a:xfrm>
            <a:off x="5364908" y="4180730"/>
            <a:ext cx="628697" cy="276999"/>
          </a:xfrm>
          <a:prstGeom prst="rect">
            <a:avLst/>
          </a:prstGeom>
          <a:noFill/>
        </p:spPr>
        <p:txBody>
          <a:bodyPr wrap="none" rtlCol="0">
            <a:spAutoFit/>
          </a:bodyPr>
          <a:lstStyle/>
          <a:p>
            <a:pPr algn="r" defTabSz="914400" fontAlgn="base">
              <a:spcBef>
                <a:spcPct val="0"/>
              </a:spcBef>
              <a:spcAft>
                <a:spcPct val="0"/>
              </a:spcAft>
              <a:defRPr/>
            </a:pPr>
            <a:r>
              <a:rPr lang="en-US" sz="1200" b="1" kern="0" dirty="0">
                <a:solidFill>
                  <a:srgbClr val="000000"/>
                </a:solidFill>
                <a:latin typeface="Arial"/>
              </a:rPr>
              <a:t>return</a:t>
            </a:r>
          </a:p>
        </p:txBody>
      </p:sp>
      <p:sp>
        <p:nvSpPr>
          <p:cNvPr id="112" name="TextBox 111">
            <a:extLst>
              <a:ext uri="{FF2B5EF4-FFF2-40B4-BE49-F238E27FC236}">
                <a16:creationId xmlns:a16="http://schemas.microsoft.com/office/drawing/2014/main" id="{DAFFB21C-1099-4F24-936E-488621C781EB}"/>
              </a:ext>
            </a:extLst>
          </p:cNvPr>
          <p:cNvSpPr txBox="1"/>
          <p:nvPr/>
        </p:nvSpPr>
        <p:spPr>
          <a:xfrm>
            <a:off x="3126789" y="3751242"/>
            <a:ext cx="1228639" cy="430887"/>
          </a:xfrm>
          <a:prstGeom prst="rect">
            <a:avLst/>
          </a:prstGeom>
          <a:solidFill>
            <a:srgbClr val="FFFF99"/>
          </a:solidFill>
          <a:ln w="28575">
            <a:solidFill>
              <a:srgbClr val="000000"/>
            </a:solidFill>
          </a:ln>
          <a:effectLst>
            <a:innerShdw blurRad="63500" dist="50800" dir="2700000">
              <a:prstClr val="black">
                <a:alpha val="50000"/>
              </a:prstClr>
            </a:innerShdw>
          </a:effectLst>
        </p:spPr>
        <p:txBody>
          <a:bodyPr wrap="square" rtlCol="0">
            <a:spAutoFit/>
          </a:bodyPr>
          <a:lstStyle/>
          <a:p>
            <a:pPr algn="ctr" defTabSz="914400" fontAlgn="base">
              <a:spcBef>
                <a:spcPct val="0"/>
              </a:spcBef>
              <a:spcAft>
                <a:spcPct val="0"/>
              </a:spcAft>
              <a:defRPr/>
            </a:pPr>
            <a:r>
              <a:rPr lang="en-US" sz="1100" b="1" kern="0" dirty="0">
                <a:solidFill>
                  <a:srgbClr val="000000"/>
                </a:solidFill>
                <a:latin typeface="Arial"/>
              </a:rPr>
              <a:t>Given: x1=2 </a:t>
            </a:r>
          </a:p>
          <a:p>
            <a:pPr algn="ctr" defTabSz="914400" fontAlgn="base">
              <a:spcBef>
                <a:spcPct val="0"/>
              </a:spcBef>
              <a:spcAft>
                <a:spcPct val="0"/>
              </a:spcAft>
              <a:defRPr/>
            </a:pPr>
            <a:r>
              <a:rPr lang="en-US" sz="1100" b="1" kern="0" dirty="0">
                <a:solidFill>
                  <a:srgbClr val="000000"/>
                </a:solidFill>
                <a:latin typeface="Arial"/>
              </a:rPr>
              <a:t>y1=2</a:t>
            </a:r>
          </a:p>
        </p:txBody>
      </p:sp>
      <p:sp>
        <p:nvSpPr>
          <p:cNvPr id="113" name="TextBox 112">
            <a:extLst>
              <a:ext uri="{FF2B5EF4-FFF2-40B4-BE49-F238E27FC236}">
                <a16:creationId xmlns:a16="http://schemas.microsoft.com/office/drawing/2014/main" id="{A6D3DAAC-F824-4D4E-9976-DD0088B59A03}"/>
              </a:ext>
            </a:extLst>
          </p:cNvPr>
          <p:cNvSpPr txBox="1"/>
          <p:nvPr/>
        </p:nvSpPr>
        <p:spPr>
          <a:xfrm>
            <a:off x="10601014" y="3866458"/>
            <a:ext cx="1331027" cy="430887"/>
          </a:xfrm>
          <a:prstGeom prst="rect">
            <a:avLst/>
          </a:prstGeom>
          <a:solidFill>
            <a:srgbClr val="FFFF99"/>
          </a:solidFill>
          <a:ln w="28575">
            <a:solidFill>
              <a:srgbClr val="000000"/>
            </a:solidFill>
          </a:ln>
          <a:effectLst>
            <a:innerShdw blurRad="63500" dist="50800" dir="2700000">
              <a:prstClr val="black">
                <a:alpha val="50000"/>
              </a:prstClr>
            </a:innerShdw>
          </a:effectLst>
        </p:spPr>
        <p:txBody>
          <a:bodyPr wrap="square" rtlCol="0">
            <a:spAutoFit/>
          </a:bodyPr>
          <a:lstStyle/>
          <a:p>
            <a:pPr algn="ctr" defTabSz="914400" fontAlgn="base">
              <a:spcBef>
                <a:spcPct val="0"/>
              </a:spcBef>
              <a:spcAft>
                <a:spcPct val="0"/>
              </a:spcAft>
              <a:defRPr/>
            </a:pPr>
            <a:r>
              <a:rPr lang="en-US" sz="1100" b="1" kern="0" dirty="0">
                <a:solidFill>
                  <a:srgbClr val="000000"/>
                </a:solidFill>
                <a:latin typeface="Arial"/>
              </a:rPr>
              <a:t>Simulates as hardware</a:t>
            </a:r>
          </a:p>
        </p:txBody>
      </p:sp>
      <p:sp>
        <p:nvSpPr>
          <p:cNvPr id="114" name="&quot;No&quot; Symbol 251">
            <a:extLst>
              <a:ext uri="{FF2B5EF4-FFF2-40B4-BE49-F238E27FC236}">
                <a16:creationId xmlns:a16="http://schemas.microsoft.com/office/drawing/2014/main" id="{8AB00431-7244-4EC8-913A-0CC9D7C87AA2}"/>
              </a:ext>
            </a:extLst>
          </p:cNvPr>
          <p:cNvSpPr/>
          <p:nvPr/>
        </p:nvSpPr>
        <p:spPr>
          <a:xfrm>
            <a:off x="8450896" y="4173698"/>
            <a:ext cx="358353" cy="268835"/>
          </a:xfrm>
          <a:prstGeom prst="noSmoking">
            <a:avLst/>
          </a:prstGeom>
          <a:solidFill>
            <a:srgbClr val="FF0000"/>
          </a:solidFill>
          <a:ln w="19050">
            <a:solidFill>
              <a:srgbClr val="000000"/>
            </a:solid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prst="angle"/>
          </a:sp3d>
        </p:spPr>
        <p:txBody>
          <a:bodyPr rtlCol="0" anchor="ctr"/>
          <a:lstStyle/>
          <a:p>
            <a:pPr algn="ctr" defTabSz="914400" fontAlgn="base">
              <a:spcBef>
                <a:spcPct val="0"/>
              </a:spcBef>
              <a:spcAft>
                <a:spcPct val="0"/>
              </a:spcAft>
              <a:defRPr/>
            </a:pPr>
            <a:endParaRPr lang="en-US" kern="0" dirty="0">
              <a:solidFill>
                <a:srgbClr val="FF0000"/>
              </a:solidFill>
              <a:latin typeface="Arial"/>
            </a:endParaRPr>
          </a:p>
        </p:txBody>
      </p:sp>
      <p:sp>
        <p:nvSpPr>
          <p:cNvPr id="115" name="TextBox 114">
            <a:extLst>
              <a:ext uri="{FF2B5EF4-FFF2-40B4-BE49-F238E27FC236}">
                <a16:creationId xmlns:a16="http://schemas.microsoft.com/office/drawing/2014/main" id="{0BB56DCC-F1CD-4B20-B4EC-75EF55A7EF03}"/>
              </a:ext>
            </a:extLst>
          </p:cNvPr>
          <p:cNvSpPr txBox="1"/>
          <p:nvPr/>
        </p:nvSpPr>
        <p:spPr>
          <a:xfrm>
            <a:off x="1656312" y="2245732"/>
            <a:ext cx="4505013" cy="276999"/>
          </a:xfrm>
          <a:prstGeom prst="rect">
            <a:avLst/>
          </a:prstGeom>
          <a:solidFill>
            <a:srgbClr val="008CA8">
              <a:lumMod val="75000"/>
            </a:srgbClr>
          </a:solidFill>
          <a:ln w="12700" cap="flat" cmpd="sng" algn="ctr">
            <a:solidFill>
              <a:srgbClr val="000000"/>
            </a:solidFill>
            <a:prstDash val="solid"/>
          </a:ln>
          <a:effectLst>
            <a:outerShdw blurRad="50800" dist="63500" dir="2700000" algn="tl" rotWithShape="0">
              <a:prstClr val="black">
                <a:alpha val="40000"/>
              </a:prstClr>
            </a:outerShdw>
          </a:effectLst>
        </p:spPr>
        <p:txBody>
          <a:bodyPr wrap="square" rtlCol="0">
            <a:spAutoFit/>
          </a:bodyPr>
          <a:lstStyle/>
          <a:p>
            <a:pPr algn="ctr" defTabSz="914400" fontAlgn="base">
              <a:spcBef>
                <a:spcPct val="0"/>
              </a:spcBef>
              <a:spcAft>
                <a:spcPct val="0"/>
              </a:spcAft>
              <a:defRPr/>
            </a:pPr>
            <a:r>
              <a:rPr lang="en-US" sz="1200" kern="0" dirty="0">
                <a:solidFill>
                  <a:srgbClr val="FFFFFF"/>
                </a:solidFill>
                <a:latin typeface="Arial"/>
              </a:rPr>
              <a:t>shell&gt; </a:t>
            </a:r>
            <a:r>
              <a:rPr lang="en-US" sz="1200" b="1" kern="0" dirty="0" err="1">
                <a:solidFill>
                  <a:srgbClr val="FFFFFF"/>
                </a:solidFill>
                <a:latin typeface="Arial"/>
              </a:rPr>
              <a:t>apcc</a:t>
            </a:r>
            <a:r>
              <a:rPr lang="en-US" sz="1200" kern="0" dirty="0">
                <a:solidFill>
                  <a:srgbClr val="FFFFFF"/>
                </a:solidFill>
                <a:latin typeface="Arial"/>
              </a:rPr>
              <a:t> –o my_test test.c test_tb.c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7" presetClass="entr" presetSubtype="0" fill="hold" grpId="0" nodeType="afterEffect">
                                  <p:stCondLst>
                                    <p:cond delay="0"/>
                                  </p:stCondLst>
                                  <p:childTnLst>
                                    <p:set>
                                      <p:cBhvr>
                                        <p:cTn id="6" dur="1" fill="hold">
                                          <p:stCondLst>
                                            <p:cond delay="0"/>
                                          </p:stCondLst>
                                        </p:cTn>
                                        <p:tgtEl>
                                          <p:spTgt spid="114"/>
                                        </p:tgtEl>
                                        <p:attrNameLst>
                                          <p:attrName>style.visibility</p:attrName>
                                        </p:attrNameLst>
                                      </p:cBhvr>
                                      <p:to>
                                        <p:strVal val="visible"/>
                                      </p:to>
                                    </p:set>
                                    <p:animEffect transition="in" filter="fade">
                                      <p:cBhvr>
                                        <p:cTn id="7" dur="1000"/>
                                        <p:tgtEl>
                                          <p:spTgt spid="114"/>
                                        </p:tgtEl>
                                      </p:cBhvr>
                                    </p:animEffect>
                                    <p:anim calcmode="lin" valueType="num">
                                      <p:cBhvr>
                                        <p:cTn id="8" dur="1000" fill="hold"/>
                                        <p:tgtEl>
                                          <p:spTgt spid="114"/>
                                        </p:tgtEl>
                                        <p:attrNameLst>
                                          <p:attrName>ppt_x</p:attrName>
                                        </p:attrNameLst>
                                      </p:cBhvr>
                                      <p:tavLst>
                                        <p:tav tm="0">
                                          <p:val>
                                            <p:strVal val="#ppt_x"/>
                                          </p:val>
                                        </p:tav>
                                        <p:tav tm="100000">
                                          <p:val>
                                            <p:strVal val="#ppt_x"/>
                                          </p:val>
                                        </p:tav>
                                      </p:tavLst>
                                    </p:anim>
                                    <p:anim calcmode="lin" valueType="num">
                                      <p:cBhvr>
                                        <p:cTn id="9" dur="1000" fill="hold"/>
                                        <p:tgtEl>
                                          <p:spTgt spid="11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4" grpId="0" animBg="1"/>
    </p:bldLst>
  </p:timing>
</p:sld>
</file>

<file path=ppt/slides/slide1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trike="sngStrike" dirty="0"/>
              <a:t>Integer Promotion</a:t>
            </a:r>
          </a:p>
        </p:txBody>
      </p:sp>
      <p:sp>
        <p:nvSpPr>
          <p:cNvPr id="98" name="Slide Number Placeholder 97"/>
          <p:cNvSpPr>
            <a:spLocks noGrp="1"/>
          </p:cNvSpPr>
          <p:nvPr>
            <p:ph type="sldNum" sz="quarter" idx="10"/>
          </p:nvPr>
        </p:nvSpPr>
        <p:spPr/>
        <p:txBody>
          <a:bodyPr/>
          <a:lstStyle/>
          <a:p>
            <a:pPr defTabSz="914400">
              <a:defRPr/>
            </a:pPr>
            <a:r>
              <a:rPr lang="en-US" dirty="0">
                <a:solidFill>
                  <a:srgbClr val="0C0C0C">
                    <a:tint val="75000"/>
                  </a:srgbClr>
                </a:solidFill>
                <a:latin typeface="Arial"/>
              </a:rPr>
              <a:t>Data Types 14- </a:t>
            </a:r>
            <a:fld id="{060BD193-E118-4B16-863C-C8C12C675E3E}" type="slidenum">
              <a:rPr lang="en-US">
                <a:solidFill>
                  <a:srgbClr val="0C0C0C">
                    <a:tint val="75000"/>
                  </a:srgbClr>
                </a:solidFill>
                <a:latin typeface="Arial"/>
              </a:rPr>
              <a:pPr defTabSz="914400">
                <a:defRPr/>
              </a:pPr>
              <a:t>14</a:t>
            </a:fld>
            <a:endParaRPr lang="en-US" dirty="0">
              <a:solidFill>
                <a:srgbClr val="0C0C0C">
                  <a:tint val="75000"/>
                </a:srgbClr>
              </a:solidFill>
              <a:latin typeface="Arial"/>
            </a:endParaRPr>
          </a:p>
        </p:txBody>
      </p:sp>
      <p:sp>
        <p:nvSpPr>
          <p:cNvPr id="3" name="Content Placeholder 2"/>
          <p:cNvSpPr>
            <a:spLocks noGrp="1"/>
          </p:cNvSpPr>
          <p:nvPr>
            <p:ph idx="4294967295"/>
          </p:nvPr>
        </p:nvSpPr>
        <p:spPr>
          <a:xfrm>
            <a:off x="1689101" y="1327150"/>
            <a:ext cx="10501312" cy="4268788"/>
          </a:xfrm>
        </p:spPr>
        <p:txBody>
          <a:bodyPr>
            <a:normAutofit/>
          </a:bodyPr>
          <a:lstStyle/>
          <a:p>
            <a:r>
              <a:rPr lang="en-US" dirty="0"/>
              <a:t>Integer promotion </a:t>
            </a:r>
          </a:p>
          <a:p>
            <a:pPr lvl="1"/>
            <a:r>
              <a:rPr lang="en-US" dirty="0"/>
              <a:t>The </a:t>
            </a:r>
            <a:r>
              <a:rPr lang="en-US" dirty="0" err="1"/>
              <a:t>apcc</a:t>
            </a:r>
            <a:r>
              <a:rPr lang="en-US" dirty="0"/>
              <a:t> utility must still obey standard C/gcc rules and protocols</a:t>
            </a:r>
          </a:p>
          <a:p>
            <a:pPr lvl="1"/>
            <a:r>
              <a:rPr lang="en-US" dirty="0"/>
              <a:t>Integer promotion:</a:t>
            </a:r>
          </a:p>
          <a:p>
            <a:pPr lvl="2"/>
            <a:r>
              <a:rPr lang="en-US" dirty="0"/>
              <a:t>If the operator result is a larger type </a:t>
            </a:r>
            <a:r>
              <a:rPr lang="en-US" dirty="0">
                <a:sym typeface="Wingdings" pitchFamily="2" charset="2"/>
              </a:rPr>
              <a:t> </a:t>
            </a:r>
          </a:p>
          <a:p>
            <a:pPr lvl="2"/>
            <a:r>
              <a:rPr lang="en-US" dirty="0">
                <a:sym typeface="Wingdings" pitchFamily="2" charset="2"/>
              </a:rPr>
              <a:t>T</a:t>
            </a:r>
            <a:r>
              <a:rPr lang="en-US" dirty="0"/>
              <a:t>he result is promoted to the target type (on 8, 16, 32 or 64 boundaries)</a:t>
            </a:r>
          </a:p>
          <a:p>
            <a:endParaRPr lang="en-US" dirty="0"/>
          </a:p>
          <a:p>
            <a:endParaRPr lang="en-US" dirty="0"/>
          </a:p>
        </p:txBody>
      </p:sp>
      <p:sp>
        <p:nvSpPr>
          <p:cNvPr id="94" name="Right Arrow 95">
            <a:extLst>
              <a:ext uri="{FF2B5EF4-FFF2-40B4-BE49-F238E27FC236}">
                <a16:creationId xmlns:a16="http://schemas.microsoft.com/office/drawing/2014/main" id="{774EFC4C-2863-4015-A5DD-C29F80F84DEF}"/>
              </a:ext>
            </a:extLst>
          </p:cNvPr>
          <p:cNvSpPr/>
          <p:nvPr/>
        </p:nvSpPr>
        <p:spPr>
          <a:xfrm>
            <a:off x="5003915" y="4005075"/>
            <a:ext cx="716707" cy="460860"/>
          </a:xfrm>
          <a:prstGeom prst="rightArrow">
            <a:avLst/>
          </a:prstGeom>
          <a:gradFill rotWithShape="1">
            <a:gsLst>
              <a:gs pos="0">
                <a:srgbClr val="008CA8">
                  <a:shade val="51000"/>
                  <a:satMod val="130000"/>
                </a:srgbClr>
              </a:gs>
              <a:gs pos="80000">
                <a:srgbClr val="008CA8">
                  <a:shade val="93000"/>
                  <a:satMod val="130000"/>
                </a:srgbClr>
              </a:gs>
              <a:gs pos="100000">
                <a:srgbClr val="008CA8">
                  <a:shade val="94000"/>
                  <a:satMod val="135000"/>
                </a:srgbClr>
              </a:gs>
            </a:gsLst>
            <a:lin ang="16200000" scaled="0"/>
          </a:gradFill>
          <a:ln w="9525" cap="flat" cmpd="sng" algn="ctr">
            <a:solidFill>
              <a:srgbClr val="008CA8">
                <a:shade val="95000"/>
                <a:satMod val="105000"/>
              </a:srgbClr>
            </a:solidFill>
            <a:prstDash val="solid"/>
          </a:ln>
          <a:effectLst>
            <a:outerShdw blurRad="40000" dist="23000" dir="5400000" rotWithShape="0">
              <a:srgbClr val="000000">
                <a:alpha val="35000"/>
              </a:srgbClr>
            </a:outerShdw>
          </a:effectLst>
        </p:spPr>
        <p:txBody>
          <a:bodyPr rtlCol="0" anchor="ctr"/>
          <a:lstStyle/>
          <a:p>
            <a:pPr algn="ctr" defTabSz="914400" fontAlgn="base">
              <a:spcBef>
                <a:spcPct val="0"/>
              </a:spcBef>
              <a:spcAft>
                <a:spcPct val="0"/>
              </a:spcAft>
              <a:defRPr/>
            </a:pPr>
            <a:endParaRPr lang="en-US" kern="0" dirty="0">
              <a:solidFill>
                <a:srgbClr val="FFFFFF"/>
              </a:solidFill>
              <a:latin typeface="Arial"/>
            </a:endParaRPr>
          </a:p>
        </p:txBody>
      </p:sp>
      <p:grpSp>
        <p:nvGrpSpPr>
          <p:cNvPr id="99" name="Group 25">
            <a:extLst>
              <a:ext uri="{FF2B5EF4-FFF2-40B4-BE49-F238E27FC236}">
                <a16:creationId xmlns:a16="http://schemas.microsoft.com/office/drawing/2014/main" id="{C48A5033-D854-4CD3-80D9-58A31348557F}"/>
              </a:ext>
            </a:extLst>
          </p:cNvPr>
          <p:cNvGrpSpPr>
            <a:grpSpLocks/>
          </p:cNvGrpSpPr>
          <p:nvPr/>
        </p:nvGrpSpPr>
        <p:grpSpPr bwMode="auto">
          <a:xfrm>
            <a:off x="6574408" y="3745209"/>
            <a:ext cx="1550625" cy="156158"/>
            <a:chOff x="4970828" y="5824966"/>
            <a:chExt cx="1163272" cy="156315"/>
          </a:xfrm>
        </p:grpSpPr>
        <p:sp>
          <p:nvSpPr>
            <p:cNvPr id="100" name="Rectangle 99">
              <a:extLst>
                <a:ext uri="{FF2B5EF4-FFF2-40B4-BE49-F238E27FC236}">
                  <a16:creationId xmlns:a16="http://schemas.microsoft.com/office/drawing/2014/main" id="{EC1EDDE5-2FA6-42AF-8935-D76CB9A443C1}"/>
                </a:ext>
              </a:extLst>
            </p:cNvPr>
            <p:cNvSpPr/>
            <p:nvPr/>
          </p:nvSpPr>
          <p:spPr>
            <a:xfrm>
              <a:off x="5113330" y="5825550"/>
              <a:ext cx="122238" cy="155731"/>
            </a:xfrm>
            <a:prstGeom prst="rect">
              <a:avLst/>
            </a:prstGeom>
            <a:gradFill rotWithShape="1">
              <a:gsLst>
                <a:gs pos="0">
                  <a:srgbClr val="6D7076">
                    <a:lumMod val="75000"/>
                  </a:srgbClr>
                </a:gs>
                <a:gs pos="100000">
                  <a:srgbClr val="6D7076">
                    <a:lumMod val="40000"/>
                    <a:lumOff val="60000"/>
                  </a:srgbClr>
                </a:gs>
              </a:gsLst>
              <a:lin ang="16200000" scaled="0"/>
            </a:gradFill>
            <a:ln w="9525" cap="flat" cmpd="sng" algn="ctr">
              <a:solidFill>
                <a:srgbClr val="6D7076">
                  <a:lumMod val="50000"/>
                </a:srgbClr>
              </a:solidFill>
              <a:prstDash val="solid"/>
            </a:ln>
            <a:effectLst>
              <a:outerShdw blurRad="40000" dist="23000" dir="5400000" rotWithShape="0">
                <a:srgbClr val="000000">
                  <a:alpha val="35000"/>
                </a:srgbClr>
              </a:outerShdw>
            </a:effectLst>
          </p:spPr>
          <p:txBody>
            <a:bodyPr lIns="0" rIns="0" anchor="ctr"/>
            <a:lstStyle/>
            <a:p>
              <a:pPr algn="ctr" defTabSz="914400" fontAlgn="base">
                <a:spcBef>
                  <a:spcPct val="0"/>
                </a:spcBef>
                <a:spcAft>
                  <a:spcPct val="0"/>
                </a:spcAft>
                <a:defRPr/>
              </a:pPr>
              <a:r>
                <a:rPr lang="en-US" sz="1200" kern="0" dirty="0">
                  <a:solidFill>
                    <a:srgbClr val="FFFFFF"/>
                  </a:solidFill>
                  <a:latin typeface="Arial"/>
                </a:rPr>
                <a:t>0</a:t>
              </a:r>
            </a:p>
          </p:txBody>
        </p:sp>
        <p:sp>
          <p:nvSpPr>
            <p:cNvPr id="101" name="Rectangle 100">
              <a:extLst>
                <a:ext uri="{FF2B5EF4-FFF2-40B4-BE49-F238E27FC236}">
                  <a16:creationId xmlns:a16="http://schemas.microsoft.com/office/drawing/2014/main" id="{EDCEA405-AB23-4265-9000-6718898A1F0C}"/>
                </a:ext>
              </a:extLst>
            </p:cNvPr>
            <p:cNvSpPr/>
            <p:nvPr/>
          </p:nvSpPr>
          <p:spPr>
            <a:xfrm>
              <a:off x="5707063" y="5825550"/>
              <a:ext cx="122237" cy="155731"/>
            </a:xfrm>
            <a:prstGeom prst="rect">
              <a:avLst/>
            </a:prstGeom>
            <a:gradFill rotWithShape="1">
              <a:gsLst>
                <a:gs pos="0">
                  <a:srgbClr val="6D7076">
                    <a:lumMod val="75000"/>
                  </a:srgbClr>
                </a:gs>
                <a:gs pos="100000">
                  <a:srgbClr val="6D7076">
                    <a:lumMod val="60000"/>
                    <a:lumOff val="40000"/>
                  </a:srgbClr>
                </a:gs>
              </a:gsLst>
              <a:lin ang="16200000" scaled="0"/>
            </a:gradFill>
            <a:ln w="9525" cap="flat" cmpd="sng" algn="ctr">
              <a:solidFill>
                <a:srgbClr val="6D7076">
                  <a:lumMod val="50000"/>
                </a:srgbClr>
              </a:solidFill>
              <a:prstDash val="solid"/>
            </a:ln>
            <a:effectLst>
              <a:outerShdw blurRad="40000" dist="23000" dir="5400000" rotWithShape="0">
                <a:srgbClr val="000000">
                  <a:alpha val="35000"/>
                </a:srgbClr>
              </a:outerShdw>
            </a:effectLst>
          </p:spPr>
          <p:txBody>
            <a:bodyPr lIns="0" rIns="0" anchor="ctr"/>
            <a:lstStyle/>
            <a:p>
              <a:pPr algn="ctr" defTabSz="914400" fontAlgn="base">
                <a:spcBef>
                  <a:spcPct val="0"/>
                </a:spcBef>
                <a:spcAft>
                  <a:spcPct val="0"/>
                </a:spcAft>
                <a:defRPr/>
              </a:pPr>
              <a:r>
                <a:rPr lang="en-US" sz="1200" kern="0" dirty="0">
                  <a:solidFill>
                    <a:srgbClr val="FFFFFF"/>
                  </a:solidFill>
                  <a:latin typeface="Arial"/>
                </a:rPr>
                <a:t>0</a:t>
              </a:r>
            </a:p>
          </p:txBody>
        </p:sp>
        <p:sp>
          <p:nvSpPr>
            <p:cNvPr id="111" name="Rectangle 110">
              <a:extLst>
                <a:ext uri="{FF2B5EF4-FFF2-40B4-BE49-F238E27FC236}">
                  <a16:creationId xmlns:a16="http://schemas.microsoft.com/office/drawing/2014/main" id="{09FE5E0B-3EDA-4676-92C6-D056969F74FD}"/>
                </a:ext>
              </a:extLst>
            </p:cNvPr>
            <p:cNvSpPr/>
            <p:nvPr/>
          </p:nvSpPr>
          <p:spPr>
            <a:xfrm>
              <a:off x="5859463" y="5825550"/>
              <a:ext cx="122237" cy="155731"/>
            </a:xfrm>
            <a:prstGeom prst="rect">
              <a:avLst/>
            </a:prstGeom>
            <a:gradFill rotWithShape="1">
              <a:gsLst>
                <a:gs pos="0">
                  <a:srgbClr val="6D7076">
                    <a:lumMod val="75000"/>
                  </a:srgbClr>
                </a:gs>
                <a:gs pos="100000">
                  <a:srgbClr val="6D7076">
                    <a:lumMod val="60000"/>
                    <a:lumOff val="40000"/>
                  </a:srgbClr>
                </a:gs>
              </a:gsLst>
              <a:lin ang="16200000" scaled="0"/>
            </a:gradFill>
            <a:ln w="9525" cap="flat" cmpd="sng" algn="ctr">
              <a:solidFill>
                <a:srgbClr val="6D7076">
                  <a:lumMod val="50000"/>
                </a:srgbClr>
              </a:solidFill>
              <a:prstDash val="solid"/>
            </a:ln>
            <a:effectLst>
              <a:outerShdw blurRad="40000" dist="23000" dir="5400000" rotWithShape="0">
                <a:srgbClr val="000000">
                  <a:alpha val="35000"/>
                </a:srgbClr>
              </a:outerShdw>
            </a:effectLst>
          </p:spPr>
          <p:txBody>
            <a:bodyPr lIns="0" rIns="0" anchor="ctr"/>
            <a:lstStyle/>
            <a:p>
              <a:pPr algn="ctr" defTabSz="914400" fontAlgn="base">
                <a:spcBef>
                  <a:spcPct val="0"/>
                </a:spcBef>
                <a:spcAft>
                  <a:spcPct val="0"/>
                </a:spcAft>
                <a:defRPr/>
              </a:pPr>
              <a:r>
                <a:rPr lang="en-US" sz="1200" kern="0" dirty="0">
                  <a:solidFill>
                    <a:srgbClr val="FFFFFF"/>
                  </a:solidFill>
                  <a:latin typeface="Arial"/>
                </a:rPr>
                <a:t>0</a:t>
              </a:r>
            </a:p>
          </p:txBody>
        </p:sp>
        <p:sp>
          <p:nvSpPr>
            <p:cNvPr id="119" name="Rectangle 118">
              <a:extLst>
                <a:ext uri="{FF2B5EF4-FFF2-40B4-BE49-F238E27FC236}">
                  <a16:creationId xmlns:a16="http://schemas.microsoft.com/office/drawing/2014/main" id="{12F437B3-1C34-4FC2-A694-40E6F5654CD3}"/>
                </a:ext>
              </a:extLst>
            </p:cNvPr>
            <p:cNvSpPr/>
            <p:nvPr/>
          </p:nvSpPr>
          <p:spPr>
            <a:xfrm>
              <a:off x="6011863" y="5825550"/>
              <a:ext cx="122237" cy="155731"/>
            </a:xfrm>
            <a:prstGeom prst="rect">
              <a:avLst/>
            </a:prstGeom>
            <a:gradFill rotWithShape="1">
              <a:gsLst>
                <a:gs pos="0">
                  <a:srgbClr val="6D7076">
                    <a:lumMod val="75000"/>
                  </a:srgbClr>
                </a:gs>
                <a:gs pos="100000">
                  <a:srgbClr val="6D7076">
                    <a:lumMod val="60000"/>
                    <a:lumOff val="40000"/>
                  </a:srgbClr>
                </a:gs>
              </a:gsLst>
              <a:lin ang="16200000" scaled="0"/>
            </a:gradFill>
            <a:ln w="9525" cap="flat" cmpd="sng" algn="ctr">
              <a:solidFill>
                <a:srgbClr val="6D7076">
                  <a:lumMod val="50000"/>
                </a:srgbClr>
              </a:solidFill>
              <a:prstDash val="solid"/>
            </a:ln>
            <a:effectLst>
              <a:outerShdw blurRad="40000" dist="23000" dir="5400000" rotWithShape="0">
                <a:srgbClr val="000000">
                  <a:alpha val="35000"/>
                </a:srgbClr>
              </a:outerShdw>
            </a:effectLst>
          </p:spPr>
          <p:txBody>
            <a:bodyPr lIns="0" rIns="0" anchor="ctr"/>
            <a:lstStyle/>
            <a:p>
              <a:pPr algn="ctr" defTabSz="914400" fontAlgn="base">
                <a:spcBef>
                  <a:spcPct val="0"/>
                </a:spcBef>
                <a:spcAft>
                  <a:spcPct val="0"/>
                </a:spcAft>
                <a:defRPr/>
              </a:pPr>
              <a:r>
                <a:rPr lang="en-US" sz="1200" kern="0" dirty="0">
                  <a:solidFill>
                    <a:srgbClr val="FFFFFF"/>
                  </a:solidFill>
                  <a:latin typeface="Arial"/>
                </a:rPr>
                <a:t>0</a:t>
              </a:r>
            </a:p>
          </p:txBody>
        </p:sp>
        <p:sp>
          <p:nvSpPr>
            <p:cNvPr id="127" name="Rectangle 126">
              <a:extLst>
                <a:ext uri="{FF2B5EF4-FFF2-40B4-BE49-F238E27FC236}">
                  <a16:creationId xmlns:a16="http://schemas.microsoft.com/office/drawing/2014/main" id="{6CDFF2F9-68C9-48A1-B4D8-FD54032496A1}"/>
                </a:ext>
              </a:extLst>
            </p:cNvPr>
            <p:cNvSpPr/>
            <p:nvPr/>
          </p:nvSpPr>
          <p:spPr>
            <a:xfrm>
              <a:off x="5257793" y="5825550"/>
              <a:ext cx="122237" cy="155731"/>
            </a:xfrm>
            <a:prstGeom prst="rect">
              <a:avLst/>
            </a:prstGeom>
            <a:gradFill rotWithShape="1">
              <a:gsLst>
                <a:gs pos="0">
                  <a:srgbClr val="6D7076">
                    <a:lumMod val="75000"/>
                  </a:srgbClr>
                </a:gs>
                <a:gs pos="100000">
                  <a:srgbClr val="6D7076">
                    <a:lumMod val="40000"/>
                    <a:lumOff val="60000"/>
                  </a:srgbClr>
                </a:gs>
              </a:gsLst>
              <a:lin ang="16200000" scaled="0"/>
            </a:gradFill>
            <a:ln w="9525" cap="flat" cmpd="sng" algn="ctr">
              <a:solidFill>
                <a:srgbClr val="6D7076">
                  <a:lumMod val="50000"/>
                </a:srgbClr>
              </a:solidFill>
              <a:prstDash val="solid"/>
            </a:ln>
            <a:effectLst>
              <a:outerShdw blurRad="40000" dist="23000" dir="5400000" rotWithShape="0">
                <a:srgbClr val="000000">
                  <a:alpha val="35000"/>
                </a:srgbClr>
              </a:outerShdw>
            </a:effectLst>
          </p:spPr>
          <p:txBody>
            <a:bodyPr lIns="0" rIns="0" anchor="ctr"/>
            <a:lstStyle/>
            <a:p>
              <a:pPr algn="ctr" defTabSz="914400" fontAlgn="base">
                <a:spcBef>
                  <a:spcPct val="0"/>
                </a:spcBef>
                <a:spcAft>
                  <a:spcPct val="0"/>
                </a:spcAft>
                <a:defRPr/>
              </a:pPr>
              <a:r>
                <a:rPr lang="en-US" sz="1200" kern="0" dirty="0">
                  <a:solidFill>
                    <a:srgbClr val="FFFFFF"/>
                  </a:solidFill>
                  <a:latin typeface="Arial"/>
                </a:rPr>
                <a:t>0</a:t>
              </a:r>
            </a:p>
          </p:txBody>
        </p:sp>
        <p:sp>
          <p:nvSpPr>
            <p:cNvPr id="133" name="Rectangle 132">
              <a:extLst>
                <a:ext uri="{FF2B5EF4-FFF2-40B4-BE49-F238E27FC236}">
                  <a16:creationId xmlns:a16="http://schemas.microsoft.com/office/drawing/2014/main" id="{D7E125F8-9326-4EE5-A423-C3965AEE12AD}"/>
                </a:ext>
              </a:extLst>
            </p:cNvPr>
            <p:cNvSpPr/>
            <p:nvPr/>
          </p:nvSpPr>
          <p:spPr>
            <a:xfrm>
              <a:off x="5402263" y="5825550"/>
              <a:ext cx="122237" cy="155731"/>
            </a:xfrm>
            <a:prstGeom prst="rect">
              <a:avLst/>
            </a:prstGeom>
            <a:gradFill rotWithShape="1">
              <a:gsLst>
                <a:gs pos="0">
                  <a:srgbClr val="6D7076">
                    <a:lumMod val="75000"/>
                  </a:srgbClr>
                </a:gs>
                <a:gs pos="100000">
                  <a:srgbClr val="6D7076">
                    <a:lumMod val="40000"/>
                    <a:lumOff val="60000"/>
                  </a:srgbClr>
                </a:gs>
              </a:gsLst>
              <a:lin ang="16200000" scaled="0"/>
            </a:gradFill>
            <a:ln w="9525" cap="flat" cmpd="sng" algn="ctr">
              <a:solidFill>
                <a:srgbClr val="6D7076">
                  <a:lumMod val="50000"/>
                </a:srgbClr>
              </a:solidFill>
              <a:prstDash val="solid"/>
            </a:ln>
            <a:effectLst>
              <a:outerShdw blurRad="40000" dist="23000" dir="5400000" rotWithShape="0">
                <a:srgbClr val="000000">
                  <a:alpha val="35000"/>
                </a:srgbClr>
              </a:outerShdw>
            </a:effectLst>
          </p:spPr>
          <p:txBody>
            <a:bodyPr lIns="0" rIns="0" anchor="ctr"/>
            <a:lstStyle/>
            <a:p>
              <a:pPr algn="ctr" defTabSz="914400" fontAlgn="base">
                <a:spcBef>
                  <a:spcPct val="0"/>
                </a:spcBef>
                <a:spcAft>
                  <a:spcPct val="0"/>
                </a:spcAft>
                <a:defRPr/>
              </a:pPr>
              <a:r>
                <a:rPr lang="en-US" sz="1200" kern="0" dirty="0">
                  <a:solidFill>
                    <a:srgbClr val="FFFFFF"/>
                  </a:solidFill>
                  <a:latin typeface="Arial"/>
                </a:rPr>
                <a:t>1</a:t>
              </a:r>
            </a:p>
          </p:txBody>
        </p:sp>
        <p:sp>
          <p:nvSpPr>
            <p:cNvPr id="134" name="Rectangle 133">
              <a:extLst>
                <a:ext uri="{FF2B5EF4-FFF2-40B4-BE49-F238E27FC236}">
                  <a16:creationId xmlns:a16="http://schemas.microsoft.com/office/drawing/2014/main" id="{A117868C-B1BD-4A35-94AB-B37E04FD0D50}"/>
                </a:ext>
              </a:extLst>
            </p:cNvPr>
            <p:cNvSpPr/>
            <p:nvPr/>
          </p:nvSpPr>
          <p:spPr>
            <a:xfrm>
              <a:off x="5546725" y="5825550"/>
              <a:ext cx="122238" cy="155731"/>
            </a:xfrm>
            <a:prstGeom prst="rect">
              <a:avLst/>
            </a:prstGeom>
            <a:gradFill rotWithShape="1">
              <a:gsLst>
                <a:gs pos="0">
                  <a:srgbClr val="6D7076">
                    <a:lumMod val="75000"/>
                  </a:srgbClr>
                </a:gs>
                <a:gs pos="100000">
                  <a:srgbClr val="6D7076">
                    <a:lumMod val="40000"/>
                    <a:lumOff val="60000"/>
                  </a:srgbClr>
                </a:gs>
              </a:gsLst>
              <a:lin ang="16200000" scaled="0"/>
            </a:gradFill>
            <a:ln w="9525" cap="flat" cmpd="sng" algn="ctr">
              <a:solidFill>
                <a:srgbClr val="6D7076">
                  <a:lumMod val="50000"/>
                </a:srgbClr>
              </a:solidFill>
              <a:prstDash val="solid"/>
            </a:ln>
            <a:effectLst>
              <a:outerShdw blurRad="40000" dist="23000" dir="5400000" rotWithShape="0">
                <a:srgbClr val="000000">
                  <a:alpha val="35000"/>
                </a:srgbClr>
              </a:outerShdw>
            </a:effectLst>
          </p:spPr>
          <p:txBody>
            <a:bodyPr lIns="0" rIns="0" anchor="ctr"/>
            <a:lstStyle/>
            <a:p>
              <a:pPr algn="ctr" defTabSz="914400" fontAlgn="base">
                <a:spcBef>
                  <a:spcPct val="0"/>
                </a:spcBef>
                <a:spcAft>
                  <a:spcPct val="0"/>
                </a:spcAft>
                <a:defRPr/>
              </a:pPr>
              <a:r>
                <a:rPr lang="en-US" sz="1200" kern="0" dirty="0">
                  <a:solidFill>
                    <a:srgbClr val="FFFFFF"/>
                  </a:solidFill>
                  <a:latin typeface="Arial"/>
                </a:rPr>
                <a:t>0</a:t>
              </a:r>
            </a:p>
          </p:txBody>
        </p:sp>
        <p:sp>
          <p:nvSpPr>
            <p:cNvPr id="136" name="Rectangle 135">
              <a:extLst>
                <a:ext uri="{FF2B5EF4-FFF2-40B4-BE49-F238E27FC236}">
                  <a16:creationId xmlns:a16="http://schemas.microsoft.com/office/drawing/2014/main" id="{90064216-D7F6-4F0E-A156-6EE02073C6F3}"/>
                </a:ext>
              </a:extLst>
            </p:cNvPr>
            <p:cNvSpPr/>
            <p:nvPr/>
          </p:nvSpPr>
          <p:spPr>
            <a:xfrm>
              <a:off x="4970828" y="5824966"/>
              <a:ext cx="122237" cy="155731"/>
            </a:xfrm>
            <a:prstGeom prst="rect">
              <a:avLst/>
            </a:prstGeom>
            <a:gradFill rotWithShape="1">
              <a:gsLst>
                <a:gs pos="0">
                  <a:srgbClr val="6D7076">
                    <a:lumMod val="75000"/>
                  </a:srgbClr>
                </a:gs>
                <a:gs pos="100000">
                  <a:srgbClr val="6D7076">
                    <a:lumMod val="40000"/>
                    <a:lumOff val="60000"/>
                  </a:srgbClr>
                </a:gs>
              </a:gsLst>
              <a:lin ang="16200000" scaled="0"/>
            </a:gradFill>
            <a:ln w="9525" cap="flat" cmpd="sng" algn="ctr">
              <a:solidFill>
                <a:srgbClr val="6D7076">
                  <a:lumMod val="50000"/>
                </a:srgbClr>
              </a:solidFill>
              <a:prstDash val="solid"/>
            </a:ln>
            <a:effectLst>
              <a:outerShdw blurRad="40000" dist="23000" dir="5400000" rotWithShape="0">
                <a:srgbClr val="000000">
                  <a:alpha val="35000"/>
                </a:srgbClr>
              </a:outerShdw>
            </a:effectLst>
          </p:spPr>
          <p:txBody>
            <a:bodyPr lIns="0" rIns="0" anchor="ctr"/>
            <a:lstStyle/>
            <a:p>
              <a:pPr algn="ctr" defTabSz="914400" fontAlgn="base">
                <a:spcBef>
                  <a:spcPct val="0"/>
                </a:spcBef>
                <a:spcAft>
                  <a:spcPct val="0"/>
                </a:spcAft>
                <a:defRPr/>
              </a:pPr>
              <a:r>
                <a:rPr lang="en-US" sz="1200" kern="0" dirty="0">
                  <a:solidFill>
                    <a:srgbClr val="FFFFFF"/>
                  </a:solidFill>
                  <a:latin typeface="Arial"/>
                </a:rPr>
                <a:t>0</a:t>
              </a:r>
            </a:p>
          </p:txBody>
        </p:sp>
      </p:grpSp>
      <p:grpSp>
        <p:nvGrpSpPr>
          <p:cNvPr id="140" name="Group 26">
            <a:extLst>
              <a:ext uri="{FF2B5EF4-FFF2-40B4-BE49-F238E27FC236}">
                <a16:creationId xmlns:a16="http://schemas.microsoft.com/office/drawing/2014/main" id="{25A2F763-6B7D-4AF1-9BFC-91769D51425A}"/>
              </a:ext>
            </a:extLst>
          </p:cNvPr>
          <p:cNvGrpSpPr>
            <a:grpSpLocks/>
          </p:cNvGrpSpPr>
          <p:nvPr/>
        </p:nvGrpSpPr>
        <p:grpSpPr bwMode="auto">
          <a:xfrm>
            <a:off x="6574408" y="3935705"/>
            <a:ext cx="1550625" cy="156163"/>
            <a:chOff x="4970828" y="5825151"/>
            <a:chExt cx="1163272" cy="156320"/>
          </a:xfrm>
        </p:grpSpPr>
        <p:sp>
          <p:nvSpPr>
            <p:cNvPr id="141" name="Rectangle 140">
              <a:extLst>
                <a:ext uri="{FF2B5EF4-FFF2-40B4-BE49-F238E27FC236}">
                  <a16:creationId xmlns:a16="http://schemas.microsoft.com/office/drawing/2014/main" id="{17D21089-8FD0-49F7-A542-32563FE803AA}"/>
                </a:ext>
              </a:extLst>
            </p:cNvPr>
            <p:cNvSpPr/>
            <p:nvPr/>
          </p:nvSpPr>
          <p:spPr>
            <a:xfrm>
              <a:off x="5113330" y="5825740"/>
              <a:ext cx="122238" cy="155731"/>
            </a:xfrm>
            <a:prstGeom prst="rect">
              <a:avLst/>
            </a:prstGeom>
            <a:gradFill rotWithShape="1">
              <a:gsLst>
                <a:gs pos="0">
                  <a:srgbClr val="6D7076">
                    <a:lumMod val="75000"/>
                  </a:srgbClr>
                </a:gs>
                <a:gs pos="100000">
                  <a:srgbClr val="6D7076">
                    <a:lumMod val="40000"/>
                    <a:lumOff val="60000"/>
                  </a:srgbClr>
                </a:gs>
              </a:gsLst>
              <a:lin ang="16200000" scaled="0"/>
            </a:gradFill>
            <a:ln w="9525" cap="flat" cmpd="sng" algn="ctr">
              <a:solidFill>
                <a:srgbClr val="6D7076">
                  <a:lumMod val="50000"/>
                </a:srgbClr>
              </a:solidFill>
              <a:prstDash val="solid"/>
            </a:ln>
            <a:effectLst>
              <a:outerShdw blurRad="40000" dist="23000" dir="5400000" rotWithShape="0">
                <a:srgbClr val="000000">
                  <a:alpha val="35000"/>
                </a:srgbClr>
              </a:outerShdw>
            </a:effectLst>
          </p:spPr>
          <p:txBody>
            <a:bodyPr lIns="0" rIns="0" anchor="ctr"/>
            <a:lstStyle/>
            <a:p>
              <a:pPr algn="ctr" defTabSz="914400" fontAlgn="base">
                <a:spcBef>
                  <a:spcPct val="0"/>
                </a:spcBef>
                <a:spcAft>
                  <a:spcPct val="0"/>
                </a:spcAft>
                <a:defRPr/>
              </a:pPr>
              <a:r>
                <a:rPr lang="en-US" sz="1200" kern="0" dirty="0">
                  <a:solidFill>
                    <a:srgbClr val="FFFFFF"/>
                  </a:solidFill>
                  <a:latin typeface="Arial"/>
                </a:rPr>
                <a:t>0</a:t>
              </a:r>
            </a:p>
          </p:txBody>
        </p:sp>
        <p:sp>
          <p:nvSpPr>
            <p:cNvPr id="142" name="Rectangle 141">
              <a:extLst>
                <a:ext uri="{FF2B5EF4-FFF2-40B4-BE49-F238E27FC236}">
                  <a16:creationId xmlns:a16="http://schemas.microsoft.com/office/drawing/2014/main" id="{4CEF114C-9FD1-464D-85C5-198E560E4B70}"/>
                </a:ext>
              </a:extLst>
            </p:cNvPr>
            <p:cNvSpPr/>
            <p:nvPr/>
          </p:nvSpPr>
          <p:spPr>
            <a:xfrm>
              <a:off x="5707063" y="5825740"/>
              <a:ext cx="122237" cy="155731"/>
            </a:xfrm>
            <a:prstGeom prst="rect">
              <a:avLst/>
            </a:prstGeom>
            <a:gradFill rotWithShape="1">
              <a:gsLst>
                <a:gs pos="0">
                  <a:srgbClr val="6D7076">
                    <a:lumMod val="75000"/>
                  </a:srgbClr>
                </a:gs>
                <a:gs pos="100000">
                  <a:srgbClr val="6D7076">
                    <a:lumMod val="60000"/>
                    <a:lumOff val="40000"/>
                  </a:srgbClr>
                </a:gs>
              </a:gsLst>
              <a:lin ang="16200000" scaled="0"/>
            </a:gradFill>
            <a:ln w="9525" cap="flat" cmpd="sng" algn="ctr">
              <a:solidFill>
                <a:srgbClr val="6D7076">
                  <a:lumMod val="50000"/>
                </a:srgbClr>
              </a:solidFill>
              <a:prstDash val="solid"/>
            </a:ln>
            <a:effectLst>
              <a:outerShdw blurRad="40000" dist="23000" dir="5400000" rotWithShape="0">
                <a:srgbClr val="000000">
                  <a:alpha val="35000"/>
                </a:srgbClr>
              </a:outerShdw>
            </a:effectLst>
          </p:spPr>
          <p:txBody>
            <a:bodyPr lIns="0" rIns="0" anchor="ctr"/>
            <a:lstStyle/>
            <a:p>
              <a:pPr algn="ctr" defTabSz="914400" fontAlgn="base">
                <a:spcBef>
                  <a:spcPct val="0"/>
                </a:spcBef>
                <a:spcAft>
                  <a:spcPct val="0"/>
                </a:spcAft>
                <a:defRPr/>
              </a:pPr>
              <a:r>
                <a:rPr lang="en-US" sz="1200" kern="0" dirty="0">
                  <a:solidFill>
                    <a:srgbClr val="FFFFFF"/>
                  </a:solidFill>
                  <a:latin typeface="Arial"/>
                </a:rPr>
                <a:t>0</a:t>
              </a:r>
            </a:p>
          </p:txBody>
        </p:sp>
        <p:sp>
          <p:nvSpPr>
            <p:cNvPr id="143" name="Rectangle 142">
              <a:extLst>
                <a:ext uri="{FF2B5EF4-FFF2-40B4-BE49-F238E27FC236}">
                  <a16:creationId xmlns:a16="http://schemas.microsoft.com/office/drawing/2014/main" id="{7A7CAD0D-E9C9-4E04-8C33-D76454F23F8B}"/>
                </a:ext>
              </a:extLst>
            </p:cNvPr>
            <p:cNvSpPr/>
            <p:nvPr/>
          </p:nvSpPr>
          <p:spPr>
            <a:xfrm>
              <a:off x="5859463" y="5825740"/>
              <a:ext cx="122237" cy="155731"/>
            </a:xfrm>
            <a:prstGeom prst="rect">
              <a:avLst/>
            </a:prstGeom>
            <a:gradFill rotWithShape="1">
              <a:gsLst>
                <a:gs pos="0">
                  <a:srgbClr val="6D7076">
                    <a:lumMod val="75000"/>
                  </a:srgbClr>
                </a:gs>
                <a:gs pos="100000">
                  <a:srgbClr val="6D7076">
                    <a:lumMod val="60000"/>
                    <a:lumOff val="40000"/>
                  </a:srgbClr>
                </a:gs>
              </a:gsLst>
              <a:lin ang="16200000" scaled="0"/>
            </a:gradFill>
            <a:ln w="9525" cap="flat" cmpd="sng" algn="ctr">
              <a:solidFill>
                <a:srgbClr val="6D7076">
                  <a:lumMod val="50000"/>
                </a:srgbClr>
              </a:solidFill>
              <a:prstDash val="solid"/>
            </a:ln>
            <a:effectLst>
              <a:outerShdw blurRad="40000" dist="23000" dir="5400000" rotWithShape="0">
                <a:srgbClr val="000000">
                  <a:alpha val="35000"/>
                </a:srgbClr>
              </a:outerShdw>
            </a:effectLst>
          </p:spPr>
          <p:txBody>
            <a:bodyPr lIns="0" rIns="0" anchor="ctr"/>
            <a:lstStyle/>
            <a:p>
              <a:pPr algn="ctr" defTabSz="914400" fontAlgn="base">
                <a:spcBef>
                  <a:spcPct val="0"/>
                </a:spcBef>
                <a:spcAft>
                  <a:spcPct val="0"/>
                </a:spcAft>
                <a:defRPr/>
              </a:pPr>
              <a:r>
                <a:rPr lang="en-US" sz="1200" kern="0" dirty="0">
                  <a:solidFill>
                    <a:srgbClr val="FFFFFF"/>
                  </a:solidFill>
                  <a:latin typeface="Arial"/>
                </a:rPr>
                <a:t>0</a:t>
              </a:r>
            </a:p>
          </p:txBody>
        </p:sp>
        <p:sp>
          <p:nvSpPr>
            <p:cNvPr id="144" name="Rectangle 143">
              <a:extLst>
                <a:ext uri="{FF2B5EF4-FFF2-40B4-BE49-F238E27FC236}">
                  <a16:creationId xmlns:a16="http://schemas.microsoft.com/office/drawing/2014/main" id="{9E961CB4-203D-4B48-92F2-E25FB1382432}"/>
                </a:ext>
              </a:extLst>
            </p:cNvPr>
            <p:cNvSpPr/>
            <p:nvPr/>
          </p:nvSpPr>
          <p:spPr>
            <a:xfrm>
              <a:off x="6011863" y="5825740"/>
              <a:ext cx="122237" cy="155731"/>
            </a:xfrm>
            <a:prstGeom prst="rect">
              <a:avLst/>
            </a:prstGeom>
            <a:gradFill rotWithShape="1">
              <a:gsLst>
                <a:gs pos="0">
                  <a:srgbClr val="6D7076">
                    <a:lumMod val="75000"/>
                  </a:srgbClr>
                </a:gs>
                <a:gs pos="100000">
                  <a:srgbClr val="6D7076">
                    <a:lumMod val="60000"/>
                    <a:lumOff val="40000"/>
                  </a:srgbClr>
                </a:gs>
              </a:gsLst>
              <a:lin ang="16200000" scaled="0"/>
            </a:gradFill>
            <a:ln w="9525" cap="flat" cmpd="sng" algn="ctr">
              <a:solidFill>
                <a:srgbClr val="6D7076">
                  <a:lumMod val="50000"/>
                </a:srgbClr>
              </a:solidFill>
              <a:prstDash val="solid"/>
            </a:ln>
            <a:effectLst>
              <a:outerShdw blurRad="40000" dist="23000" dir="5400000" rotWithShape="0">
                <a:srgbClr val="000000">
                  <a:alpha val="35000"/>
                </a:srgbClr>
              </a:outerShdw>
            </a:effectLst>
          </p:spPr>
          <p:txBody>
            <a:bodyPr lIns="0" rIns="0" anchor="ctr"/>
            <a:lstStyle/>
            <a:p>
              <a:pPr algn="ctr" defTabSz="914400" fontAlgn="base">
                <a:spcBef>
                  <a:spcPct val="0"/>
                </a:spcBef>
                <a:spcAft>
                  <a:spcPct val="0"/>
                </a:spcAft>
                <a:defRPr/>
              </a:pPr>
              <a:r>
                <a:rPr lang="en-US" sz="1200" kern="0" dirty="0">
                  <a:solidFill>
                    <a:srgbClr val="FFFFFF"/>
                  </a:solidFill>
                  <a:latin typeface="Arial"/>
                </a:rPr>
                <a:t>0</a:t>
              </a:r>
            </a:p>
          </p:txBody>
        </p:sp>
        <p:sp>
          <p:nvSpPr>
            <p:cNvPr id="145" name="Rectangle 144">
              <a:extLst>
                <a:ext uri="{FF2B5EF4-FFF2-40B4-BE49-F238E27FC236}">
                  <a16:creationId xmlns:a16="http://schemas.microsoft.com/office/drawing/2014/main" id="{550E334C-09FA-4C50-BE86-93738627F331}"/>
                </a:ext>
              </a:extLst>
            </p:cNvPr>
            <p:cNvSpPr/>
            <p:nvPr/>
          </p:nvSpPr>
          <p:spPr>
            <a:xfrm>
              <a:off x="5257793" y="5825740"/>
              <a:ext cx="122237" cy="155731"/>
            </a:xfrm>
            <a:prstGeom prst="rect">
              <a:avLst/>
            </a:prstGeom>
            <a:gradFill rotWithShape="1">
              <a:gsLst>
                <a:gs pos="0">
                  <a:srgbClr val="6D7076">
                    <a:lumMod val="75000"/>
                  </a:srgbClr>
                </a:gs>
                <a:gs pos="100000">
                  <a:srgbClr val="6D7076">
                    <a:lumMod val="40000"/>
                    <a:lumOff val="60000"/>
                  </a:srgbClr>
                </a:gs>
              </a:gsLst>
              <a:lin ang="16200000" scaled="0"/>
            </a:gradFill>
            <a:ln w="9525" cap="flat" cmpd="sng" algn="ctr">
              <a:solidFill>
                <a:srgbClr val="6D7076">
                  <a:lumMod val="50000"/>
                </a:srgbClr>
              </a:solidFill>
              <a:prstDash val="solid"/>
            </a:ln>
            <a:effectLst>
              <a:outerShdw blurRad="40000" dist="23000" dir="5400000" rotWithShape="0">
                <a:srgbClr val="000000">
                  <a:alpha val="35000"/>
                </a:srgbClr>
              </a:outerShdw>
            </a:effectLst>
          </p:spPr>
          <p:txBody>
            <a:bodyPr lIns="0" rIns="0" anchor="ctr"/>
            <a:lstStyle/>
            <a:p>
              <a:pPr algn="ctr" defTabSz="914400" fontAlgn="base">
                <a:spcBef>
                  <a:spcPct val="0"/>
                </a:spcBef>
                <a:spcAft>
                  <a:spcPct val="0"/>
                </a:spcAft>
                <a:defRPr/>
              </a:pPr>
              <a:r>
                <a:rPr lang="en-US" sz="1200" kern="0" dirty="0">
                  <a:solidFill>
                    <a:srgbClr val="FFFFFF"/>
                  </a:solidFill>
                  <a:latin typeface="Arial"/>
                </a:rPr>
                <a:t>0</a:t>
              </a:r>
            </a:p>
          </p:txBody>
        </p:sp>
        <p:sp>
          <p:nvSpPr>
            <p:cNvPr id="146" name="Rectangle 145">
              <a:extLst>
                <a:ext uri="{FF2B5EF4-FFF2-40B4-BE49-F238E27FC236}">
                  <a16:creationId xmlns:a16="http://schemas.microsoft.com/office/drawing/2014/main" id="{07FE4287-472F-468E-9D12-FC4CFD8F7E73}"/>
                </a:ext>
              </a:extLst>
            </p:cNvPr>
            <p:cNvSpPr/>
            <p:nvPr/>
          </p:nvSpPr>
          <p:spPr>
            <a:xfrm>
              <a:off x="5402263" y="5825740"/>
              <a:ext cx="122237" cy="155731"/>
            </a:xfrm>
            <a:prstGeom prst="rect">
              <a:avLst/>
            </a:prstGeom>
            <a:gradFill rotWithShape="1">
              <a:gsLst>
                <a:gs pos="0">
                  <a:srgbClr val="6D7076">
                    <a:lumMod val="75000"/>
                  </a:srgbClr>
                </a:gs>
                <a:gs pos="100000">
                  <a:srgbClr val="6D7076">
                    <a:lumMod val="40000"/>
                    <a:lumOff val="60000"/>
                  </a:srgbClr>
                </a:gs>
              </a:gsLst>
              <a:lin ang="16200000" scaled="0"/>
            </a:gradFill>
            <a:ln w="9525" cap="flat" cmpd="sng" algn="ctr">
              <a:solidFill>
                <a:srgbClr val="6D7076">
                  <a:lumMod val="50000"/>
                </a:srgbClr>
              </a:solidFill>
              <a:prstDash val="solid"/>
            </a:ln>
            <a:effectLst>
              <a:outerShdw blurRad="40000" dist="23000" dir="5400000" rotWithShape="0">
                <a:srgbClr val="000000">
                  <a:alpha val="35000"/>
                </a:srgbClr>
              </a:outerShdw>
            </a:effectLst>
          </p:spPr>
          <p:txBody>
            <a:bodyPr lIns="0" rIns="0" anchor="ctr"/>
            <a:lstStyle/>
            <a:p>
              <a:pPr algn="ctr" defTabSz="914400" fontAlgn="base">
                <a:spcBef>
                  <a:spcPct val="0"/>
                </a:spcBef>
                <a:spcAft>
                  <a:spcPct val="0"/>
                </a:spcAft>
                <a:defRPr/>
              </a:pPr>
              <a:r>
                <a:rPr lang="en-US" sz="1200" kern="0" dirty="0">
                  <a:solidFill>
                    <a:srgbClr val="FFFFFF"/>
                  </a:solidFill>
                  <a:latin typeface="Arial"/>
                </a:rPr>
                <a:t>1</a:t>
              </a:r>
            </a:p>
          </p:txBody>
        </p:sp>
        <p:sp>
          <p:nvSpPr>
            <p:cNvPr id="148" name="Rectangle 147">
              <a:extLst>
                <a:ext uri="{FF2B5EF4-FFF2-40B4-BE49-F238E27FC236}">
                  <a16:creationId xmlns:a16="http://schemas.microsoft.com/office/drawing/2014/main" id="{BABA6916-B024-48E1-8725-A9FEC2E4C42C}"/>
                </a:ext>
              </a:extLst>
            </p:cNvPr>
            <p:cNvSpPr/>
            <p:nvPr/>
          </p:nvSpPr>
          <p:spPr>
            <a:xfrm>
              <a:off x="5546725" y="5825740"/>
              <a:ext cx="122238" cy="155731"/>
            </a:xfrm>
            <a:prstGeom prst="rect">
              <a:avLst/>
            </a:prstGeom>
            <a:gradFill rotWithShape="1">
              <a:gsLst>
                <a:gs pos="0">
                  <a:srgbClr val="6D7076">
                    <a:lumMod val="75000"/>
                  </a:srgbClr>
                </a:gs>
                <a:gs pos="100000">
                  <a:srgbClr val="6D7076">
                    <a:lumMod val="40000"/>
                    <a:lumOff val="60000"/>
                  </a:srgbClr>
                </a:gs>
              </a:gsLst>
              <a:lin ang="16200000" scaled="0"/>
            </a:gradFill>
            <a:ln w="9525" cap="flat" cmpd="sng" algn="ctr">
              <a:solidFill>
                <a:srgbClr val="6D7076">
                  <a:lumMod val="50000"/>
                </a:srgbClr>
              </a:solidFill>
              <a:prstDash val="solid"/>
            </a:ln>
            <a:effectLst>
              <a:outerShdw blurRad="40000" dist="23000" dir="5400000" rotWithShape="0">
                <a:srgbClr val="000000">
                  <a:alpha val="35000"/>
                </a:srgbClr>
              </a:outerShdw>
            </a:effectLst>
          </p:spPr>
          <p:txBody>
            <a:bodyPr lIns="0" rIns="0" anchor="ctr"/>
            <a:lstStyle/>
            <a:p>
              <a:pPr algn="ctr" defTabSz="914400" fontAlgn="base">
                <a:spcBef>
                  <a:spcPct val="0"/>
                </a:spcBef>
                <a:spcAft>
                  <a:spcPct val="0"/>
                </a:spcAft>
                <a:defRPr/>
              </a:pPr>
              <a:r>
                <a:rPr lang="en-US" sz="1200" kern="0" dirty="0">
                  <a:solidFill>
                    <a:srgbClr val="FFFFFF"/>
                  </a:solidFill>
                  <a:latin typeface="Arial"/>
                </a:rPr>
                <a:t>0</a:t>
              </a:r>
            </a:p>
          </p:txBody>
        </p:sp>
        <p:sp>
          <p:nvSpPr>
            <p:cNvPr id="153" name="Rectangle 152">
              <a:extLst>
                <a:ext uri="{FF2B5EF4-FFF2-40B4-BE49-F238E27FC236}">
                  <a16:creationId xmlns:a16="http://schemas.microsoft.com/office/drawing/2014/main" id="{455BCB48-C771-473C-B8FE-94D5A33A6546}"/>
                </a:ext>
              </a:extLst>
            </p:cNvPr>
            <p:cNvSpPr/>
            <p:nvPr/>
          </p:nvSpPr>
          <p:spPr>
            <a:xfrm>
              <a:off x="4970828" y="5825151"/>
              <a:ext cx="122237" cy="155731"/>
            </a:xfrm>
            <a:prstGeom prst="rect">
              <a:avLst/>
            </a:prstGeom>
            <a:gradFill rotWithShape="1">
              <a:gsLst>
                <a:gs pos="0">
                  <a:srgbClr val="6D7076">
                    <a:lumMod val="75000"/>
                  </a:srgbClr>
                </a:gs>
                <a:gs pos="100000">
                  <a:srgbClr val="6D7076">
                    <a:lumMod val="40000"/>
                    <a:lumOff val="60000"/>
                  </a:srgbClr>
                </a:gs>
              </a:gsLst>
              <a:lin ang="16200000" scaled="0"/>
            </a:gradFill>
            <a:ln w="9525" cap="flat" cmpd="sng" algn="ctr">
              <a:solidFill>
                <a:srgbClr val="6D7076">
                  <a:lumMod val="50000"/>
                </a:srgbClr>
              </a:solidFill>
              <a:prstDash val="solid"/>
            </a:ln>
            <a:effectLst>
              <a:outerShdw blurRad="40000" dist="23000" dir="5400000" rotWithShape="0">
                <a:srgbClr val="000000">
                  <a:alpha val="35000"/>
                </a:srgbClr>
              </a:outerShdw>
            </a:effectLst>
          </p:spPr>
          <p:txBody>
            <a:bodyPr lIns="0" rIns="0" anchor="ctr"/>
            <a:lstStyle/>
            <a:p>
              <a:pPr algn="ctr" defTabSz="914400" fontAlgn="base">
                <a:spcBef>
                  <a:spcPct val="0"/>
                </a:spcBef>
                <a:spcAft>
                  <a:spcPct val="0"/>
                </a:spcAft>
                <a:defRPr/>
              </a:pPr>
              <a:r>
                <a:rPr lang="en-US" sz="1200" kern="0" dirty="0">
                  <a:solidFill>
                    <a:srgbClr val="FFFFFF"/>
                  </a:solidFill>
                  <a:latin typeface="Arial"/>
                </a:rPr>
                <a:t>0</a:t>
              </a:r>
            </a:p>
          </p:txBody>
        </p:sp>
      </p:grpSp>
      <p:grpSp>
        <p:nvGrpSpPr>
          <p:cNvPr id="154" name="Group 35">
            <a:extLst>
              <a:ext uri="{FF2B5EF4-FFF2-40B4-BE49-F238E27FC236}">
                <a16:creationId xmlns:a16="http://schemas.microsoft.com/office/drawing/2014/main" id="{5222F5E2-F7D1-4CE5-89AF-FE92879E9509}"/>
              </a:ext>
            </a:extLst>
          </p:cNvPr>
          <p:cNvGrpSpPr>
            <a:grpSpLocks/>
          </p:cNvGrpSpPr>
          <p:nvPr/>
        </p:nvGrpSpPr>
        <p:grpSpPr bwMode="auto">
          <a:xfrm>
            <a:off x="6381841" y="4164308"/>
            <a:ext cx="1743193" cy="156158"/>
            <a:chOff x="4826365" y="5825385"/>
            <a:chExt cx="1307735" cy="156315"/>
          </a:xfrm>
        </p:grpSpPr>
        <p:sp>
          <p:nvSpPr>
            <p:cNvPr id="155" name="Rectangle 154">
              <a:extLst>
                <a:ext uri="{FF2B5EF4-FFF2-40B4-BE49-F238E27FC236}">
                  <a16:creationId xmlns:a16="http://schemas.microsoft.com/office/drawing/2014/main" id="{F67DF8AE-D08B-4E27-A279-B2B557FE20C5}"/>
                </a:ext>
              </a:extLst>
            </p:cNvPr>
            <p:cNvSpPr/>
            <p:nvPr/>
          </p:nvSpPr>
          <p:spPr>
            <a:xfrm>
              <a:off x="5113330" y="5825969"/>
              <a:ext cx="122238" cy="155731"/>
            </a:xfrm>
            <a:prstGeom prst="rect">
              <a:avLst/>
            </a:prstGeom>
            <a:gradFill rotWithShape="1">
              <a:gsLst>
                <a:gs pos="0">
                  <a:srgbClr val="6D7076">
                    <a:lumMod val="75000"/>
                  </a:srgbClr>
                </a:gs>
                <a:gs pos="100000">
                  <a:srgbClr val="6D7076">
                    <a:lumMod val="40000"/>
                    <a:lumOff val="60000"/>
                  </a:srgbClr>
                </a:gs>
              </a:gsLst>
              <a:lin ang="16200000" scaled="0"/>
            </a:gradFill>
            <a:ln w="9525" cap="flat" cmpd="sng" algn="ctr">
              <a:solidFill>
                <a:srgbClr val="6D7076">
                  <a:lumMod val="50000"/>
                </a:srgbClr>
              </a:solidFill>
              <a:prstDash val="solid"/>
            </a:ln>
            <a:effectLst>
              <a:outerShdw blurRad="40000" dist="23000" dir="5400000" rotWithShape="0">
                <a:srgbClr val="000000">
                  <a:alpha val="35000"/>
                </a:srgbClr>
              </a:outerShdw>
            </a:effectLst>
          </p:spPr>
          <p:txBody>
            <a:bodyPr lIns="0" rIns="0" anchor="ctr"/>
            <a:lstStyle/>
            <a:p>
              <a:pPr algn="ctr" defTabSz="914400" fontAlgn="base">
                <a:spcBef>
                  <a:spcPct val="0"/>
                </a:spcBef>
                <a:spcAft>
                  <a:spcPct val="0"/>
                </a:spcAft>
                <a:defRPr/>
              </a:pPr>
              <a:r>
                <a:rPr lang="en-US" sz="1200" kern="0" dirty="0">
                  <a:solidFill>
                    <a:srgbClr val="FFFFFF"/>
                  </a:solidFill>
                  <a:latin typeface="Arial"/>
                </a:rPr>
                <a:t>0</a:t>
              </a:r>
            </a:p>
          </p:txBody>
        </p:sp>
        <p:sp>
          <p:nvSpPr>
            <p:cNvPr id="156" name="Rectangle 155">
              <a:extLst>
                <a:ext uri="{FF2B5EF4-FFF2-40B4-BE49-F238E27FC236}">
                  <a16:creationId xmlns:a16="http://schemas.microsoft.com/office/drawing/2014/main" id="{A1DCF4BD-D38B-4599-B916-E201D1DE5649}"/>
                </a:ext>
              </a:extLst>
            </p:cNvPr>
            <p:cNvSpPr/>
            <p:nvPr/>
          </p:nvSpPr>
          <p:spPr>
            <a:xfrm>
              <a:off x="5707063" y="5825969"/>
              <a:ext cx="122237" cy="155731"/>
            </a:xfrm>
            <a:prstGeom prst="rect">
              <a:avLst/>
            </a:prstGeom>
            <a:gradFill rotWithShape="1">
              <a:gsLst>
                <a:gs pos="0">
                  <a:srgbClr val="6D7076">
                    <a:lumMod val="75000"/>
                  </a:srgbClr>
                </a:gs>
                <a:gs pos="100000">
                  <a:srgbClr val="6D7076">
                    <a:lumMod val="60000"/>
                    <a:lumOff val="40000"/>
                  </a:srgbClr>
                </a:gs>
              </a:gsLst>
              <a:lin ang="16200000" scaled="0"/>
            </a:gradFill>
            <a:ln w="9525" cap="flat" cmpd="sng" algn="ctr">
              <a:solidFill>
                <a:srgbClr val="6D7076">
                  <a:lumMod val="50000"/>
                </a:srgbClr>
              </a:solidFill>
              <a:prstDash val="solid"/>
            </a:ln>
            <a:effectLst>
              <a:outerShdw blurRad="40000" dist="23000" dir="5400000" rotWithShape="0">
                <a:srgbClr val="000000">
                  <a:alpha val="35000"/>
                </a:srgbClr>
              </a:outerShdw>
            </a:effectLst>
          </p:spPr>
          <p:txBody>
            <a:bodyPr lIns="0" rIns="0" anchor="ctr"/>
            <a:lstStyle/>
            <a:p>
              <a:pPr algn="ctr" defTabSz="914400" fontAlgn="base">
                <a:spcBef>
                  <a:spcPct val="0"/>
                </a:spcBef>
                <a:spcAft>
                  <a:spcPct val="0"/>
                </a:spcAft>
                <a:defRPr/>
              </a:pPr>
              <a:r>
                <a:rPr lang="en-US" sz="1200" kern="0" dirty="0">
                  <a:solidFill>
                    <a:srgbClr val="FFFFFF"/>
                  </a:solidFill>
                  <a:latin typeface="Arial"/>
                </a:rPr>
                <a:t>0</a:t>
              </a:r>
            </a:p>
          </p:txBody>
        </p:sp>
        <p:sp>
          <p:nvSpPr>
            <p:cNvPr id="166" name="Rectangle 165">
              <a:extLst>
                <a:ext uri="{FF2B5EF4-FFF2-40B4-BE49-F238E27FC236}">
                  <a16:creationId xmlns:a16="http://schemas.microsoft.com/office/drawing/2014/main" id="{3648018F-24B4-4EA6-B391-6D49E2911154}"/>
                </a:ext>
              </a:extLst>
            </p:cNvPr>
            <p:cNvSpPr/>
            <p:nvPr/>
          </p:nvSpPr>
          <p:spPr>
            <a:xfrm>
              <a:off x="5859463" y="5825969"/>
              <a:ext cx="122237" cy="155731"/>
            </a:xfrm>
            <a:prstGeom prst="rect">
              <a:avLst/>
            </a:prstGeom>
            <a:gradFill rotWithShape="1">
              <a:gsLst>
                <a:gs pos="0">
                  <a:srgbClr val="6D7076">
                    <a:lumMod val="75000"/>
                  </a:srgbClr>
                </a:gs>
                <a:gs pos="100000">
                  <a:srgbClr val="6D7076">
                    <a:lumMod val="60000"/>
                    <a:lumOff val="40000"/>
                  </a:srgbClr>
                </a:gs>
              </a:gsLst>
              <a:lin ang="16200000" scaled="0"/>
            </a:gradFill>
            <a:ln w="9525" cap="flat" cmpd="sng" algn="ctr">
              <a:solidFill>
                <a:srgbClr val="6D7076">
                  <a:lumMod val="50000"/>
                </a:srgbClr>
              </a:solidFill>
              <a:prstDash val="solid"/>
            </a:ln>
            <a:effectLst>
              <a:outerShdw blurRad="40000" dist="23000" dir="5400000" rotWithShape="0">
                <a:srgbClr val="000000">
                  <a:alpha val="35000"/>
                </a:srgbClr>
              </a:outerShdw>
            </a:effectLst>
          </p:spPr>
          <p:txBody>
            <a:bodyPr lIns="0" rIns="0" anchor="ctr"/>
            <a:lstStyle/>
            <a:p>
              <a:pPr algn="ctr" defTabSz="914400" fontAlgn="base">
                <a:spcBef>
                  <a:spcPct val="0"/>
                </a:spcBef>
                <a:spcAft>
                  <a:spcPct val="0"/>
                </a:spcAft>
                <a:defRPr/>
              </a:pPr>
              <a:r>
                <a:rPr lang="en-US" sz="1200" kern="0" dirty="0">
                  <a:solidFill>
                    <a:srgbClr val="FFFFFF"/>
                  </a:solidFill>
                  <a:latin typeface="Arial"/>
                </a:rPr>
                <a:t>0</a:t>
              </a:r>
            </a:p>
          </p:txBody>
        </p:sp>
        <p:sp>
          <p:nvSpPr>
            <p:cNvPr id="184" name="Rectangle 183">
              <a:extLst>
                <a:ext uri="{FF2B5EF4-FFF2-40B4-BE49-F238E27FC236}">
                  <a16:creationId xmlns:a16="http://schemas.microsoft.com/office/drawing/2014/main" id="{49ED77CA-AED5-4BB0-A625-21CE3C4F7AD8}"/>
                </a:ext>
              </a:extLst>
            </p:cNvPr>
            <p:cNvSpPr/>
            <p:nvPr/>
          </p:nvSpPr>
          <p:spPr>
            <a:xfrm>
              <a:off x="6011863" y="5825969"/>
              <a:ext cx="122237" cy="155731"/>
            </a:xfrm>
            <a:prstGeom prst="rect">
              <a:avLst/>
            </a:prstGeom>
            <a:gradFill rotWithShape="1">
              <a:gsLst>
                <a:gs pos="0">
                  <a:srgbClr val="6D7076">
                    <a:lumMod val="75000"/>
                  </a:srgbClr>
                </a:gs>
                <a:gs pos="100000">
                  <a:srgbClr val="6D7076">
                    <a:lumMod val="60000"/>
                    <a:lumOff val="40000"/>
                  </a:srgbClr>
                </a:gs>
              </a:gsLst>
              <a:lin ang="16200000" scaled="0"/>
            </a:gradFill>
            <a:ln w="9525" cap="flat" cmpd="sng" algn="ctr">
              <a:solidFill>
                <a:srgbClr val="6D7076">
                  <a:lumMod val="50000"/>
                </a:srgbClr>
              </a:solidFill>
              <a:prstDash val="solid"/>
            </a:ln>
            <a:effectLst>
              <a:outerShdw blurRad="40000" dist="23000" dir="5400000" rotWithShape="0">
                <a:srgbClr val="000000">
                  <a:alpha val="35000"/>
                </a:srgbClr>
              </a:outerShdw>
            </a:effectLst>
          </p:spPr>
          <p:txBody>
            <a:bodyPr lIns="0" rIns="0" anchor="ctr"/>
            <a:lstStyle/>
            <a:p>
              <a:pPr algn="ctr" defTabSz="914400" fontAlgn="base">
                <a:spcBef>
                  <a:spcPct val="0"/>
                </a:spcBef>
                <a:spcAft>
                  <a:spcPct val="0"/>
                </a:spcAft>
                <a:defRPr/>
              </a:pPr>
              <a:r>
                <a:rPr lang="en-US" sz="1200" kern="0" dirty="0">
                  <a:solidFill>
                    <a:srgbClr val="FFFFFF"/>
                  </a:solidFill>
                  <a:latin typeface="Arial"/>
                </a:rPr>
                <a:t>0</a:t>
              </a:r>
            </a:p>
          </p:txBody>
        </p:sp>
        <p:sp>
          <p:nvSpPr>
            <p:cNvPr id="187" name="Rectangle 186">
              <a:extLst>
                <a:ext uri="{FF2B5EF4-FFF2-40B4-BE49-F238E27FC236}">
                  <a16:creationId xmlns:a16="http://schemas.microsoft.com/office/drawing/2014/main" id="{6E650B0F-021B-4951-9F2E-CBD5FC4B135A}"/>
                </a:ext>
              </a:extLst>
            </p:cNvPr>
            <p:cNvSpPr/>
            <p:nvPr/>
          </p:nvSpPr>
          <p:spPr>
            <a:xfrm>
              <a:off x="5257793" y="5825969"/>
              <a:ext cx="122237" cy="155731"/>
            </a:xfrm>
            <a:prstGeom prst="rect">
              <a:avLst/>
            </a:prstGeom>
            <a:gradFill rotWithShape="1">
              <a:gsLst>
                <a:gs pos="0">
                  <a:srgbClr val="6D7076">
                    <a:lumMod val="75000"/>
                  </a:srgbClr>
                </a:gs>
                <a:gs pos="100000">
                  <a:srgbClr val="6D7076">
                    <a:lumMod val="40000"/>
                    <a:lumOff val="60000"/>
                  </a:srgbClr>
                </a:gs>
              </a:gsLst>
              <a:lin ang="16200000" scaled="0"/>
            </a:gradFill>
            <a:ln w="9525" cap="flat" cmpd="sng" algn="ctr">
              <a:solidFill>
                <a:srgbClr val="6D7076">
                  <a:lumMod val="50000"/>
                </a:srgbClr>
              </a:solidFill>
              <a:prstDash val="solid"/>
            </a:ln>
            <a:effectLst>
              <a:outerShdw blurRad="40000" dist="23000" dir="5400000" rotWithShape="0">
                <a:srgbClr val="000000">
                  <a:alpha val="35000"/>
                </a:srgbClr>
              </a:outerShdw>
            </a:effectLst>
          </p:spPr>
          <p:txBody>
            <a:bodyPr lIns="0" rIns="0" anchor="ctr"/>
            <a:lstStyle/>
            <a:p>
              <a:pPr algn="ctr" defTabSz="914400" fontAlgn="base">
                <a:spcBef>
                  <a:spcPct val="0"/>
                </a:spcBef>
                <a:spcAft>
                  <a:spcPct val="0"/>
                </a:spcAft>
                <a:defRPr/>
              </a:pPr>
              <a:r>
                <a:rPr lang="en-US" sz="1200" kern="0" dirty="0">
                  <a:solidFill>
                    <a:srgbClr val="FFFFFF"/>
                  </a:solidFill>
                  <a:latin typeface="Arial"/>
                </a:rPr>
                <a:t>0</a:t>
              </a:r>
            </a:p>
          </p:txBody>
        </p:sp>
        <p:sp>
          <p:nvSpPr>
            <p:cNvPr id="190" name="Rectangle 189">
              <a:extLst>
                <a:ext uri="{FF2B5EF4-FFF2-40B4-BE49-F238E27FC236}">
                  <a16:creationId xmlns:a16="http://schemas.microsoft.com/office/drawing/2014/main" id="{B7444819-69B2-41D0-AF30-6E8764A5F905}"/>
                </a:ext>
              </a:extLst>
            </p:cNvPr>
            <p:cNvSpPr/>
            <p:nvPr/>
          </p:nvSpPr>
          <p:spPr>
            <a:xfrm>
              <a:off x="5402263" y="5825969"/>
              <a:ext cx="122237" cy="155731"/>
            </a:xfrm>
            <a:prstGeom prst="rect">
              <a:avLst/>
            </a:prstGeom>
            <a:gradFill rotWithShape="1">
              <a:gsLst>
                <a:gs pos="0">
                  <a:srgbClr val="6D7076">
                    <a:lumMod val="75000"/>
                  </a:srgbClr>
                </a:gs>
                <a:gs pos="100000">
                  <a:srgbClr val="6D7076">
                    <a:lumMod val="40000"/>
                    <a:lumOff val="60000"/>
                  </a:srgbClr>
                </a:gs>
              </a:gsLst>
              <a:lin ang="16200000" scaled="0"/>
            </a:gradFill>
            <a:ln w="9525" cap="flat" cmpd="sng" algn="ctr">
              <a:solidFill>
                <a:srgbClr val="6D7076">
                  <a:lumMod val="50000"/>
                </a:srgbClr>
              </a:solidFill>
              <a:prstDash val="solid"/>
            </a:ln>
            <a:effectLst>
              <a:outerShdw blurRad="40000" dist="23000" dir="5400000" rotWithShape="0">
                <a:srgbClr val="000000">
                  <a:alpha val="35000"/>
                </a:srgbClr>
              </a:outerShdw>
            </a:effectLst>
          </p:spPr>
          <p:txBody>
            <a:bodyPr lIns="0" rIns="0" anchor="ctr"/>
            <a:lstStyle/>
            <a:p>
              <a:pPr algn="ctr" defTabSz="914400" fontAlgn="base">
                <a:spcBef>
                  <a:spcPct val="0"/>
                </a:spcBef>
                <a:spcAft>
                  <a:spcPct val="0"/>
                </a:spcAft>
                <a:defRPr/>
              </a:pPr>
              <a:r>
                <a:rPr lang="en-US" sz="1200" kern="0" dirty="0">
                  <a:solidFill>
                    <a:srgbClr val="FFFFFF"/>
                  </a:solidFill>
                  <a:latin typeface="Arial"/>
                </a:rPr>
                <a:t>0</a:t>
              </a:r>
            </a:p>
          </p:txBody>
        </p:sp>
        <p:sp>
          <p:nvSpPr>
            <p:cNvPr id="191" name="Rectangle 190">
              <a:extLst>
                <a:ext uri="{FF2B5EF4-FFF2-40B4-BE49-F238E27FC236}">
                  <a16:creationId xmlns:a16="http://schemas.microsoft.com/office/drawing/2014/main" id="{D3603CE6-0D79-43A8-B875-D98F9AFF4380}"/>
                </a:ext>
              </a:extLst>
            </p:cNvPr>
            <p:cNvSpPr/>
            <p:nvPr/>
          </p:nvSpPr>
          <p:spPr>
            <a:xfrm>
              <a:off x="5546725" y="5825969"/>
              <a:ext cx="122238" cy="155731"/>
            </a:xfrm>
            <a:prstGeom prst="rect">
              <a:avLst/>
            </a:prstGeom>
            <a:gradFill rotWithShape="1">
              <a:gsLst>
                <a:gs pos="0">
                  <a:srgbClr val="6D7076">
                    <a:lumMod val="75000"/>
                  </a:srgbClr>
                </a:gs>
                <a:gs pos="100000">
                  <a:srgbClr val="6D7076">
                    <a:lumMod val="40000"/>
                    <a:lumOff val="60000"/>
                  </a:srgbClr>
                </a:gs>
              </a:gsLst>
              <a:lin ang="16200000" scaled="0"/>
            </a:gradFill>
            <a:ln w="9525" cap="flat" cmpd="sng" algn="ctr">
              <a:solidFill>
                <a:srgbClr val="6D7076">
                  <a:lumMod val="50000"/>
                </a:srgbClr>
              </a:solidFill>
              <a:prstDash val="solid"/>
            </a:ln>
            <a:effectLst>
              <a:outerShdw blurRad="40000" dist="23000" dir="5400000" rotWithShape="0">
                <a:srgbClr val="000000">
                  <a:alpha val="35000"/>
                </a:srgbClr>
              </a:outerShdw>
            </a:effectLst>
          </p:spPr>
          <p:txBody>
            <a:bodyPr lIns="0" rIns="0" anchor="ctr"/>
            <a:lstStyle/>
            <a:p>
              <a:pPr algn="ctr" defTabSz="914400" fontAlgn="base">
                <a:spcBef>
                  <a:spcPct val="0"/>
                </a:spcBef>
                <a:spcAft>
                  <a:spcPct val="0"/>
                </a:spcAft>
                <a:defRPr/>
              </a:pPr>
              <a:r>
                <a:rPr lang="en-US" sz="1200" kern="0" dirty="0">
                  <a:solidFill>
                    <a:srgbClr val="FFFFFF"/>
                  </a:solidFill>
                  <a:latin typeface="Arial"/>
                </a:rPr>
                <a:t>0</a:t>
              </a:r>
            </a:p>
          </p:txBody>
        </p:sp>
        <p:sp>
          <p:nvSpPr>
            <p:cNvPr id="199" name="Rectangle 198">
              <a:extLst>
                <a:ext uri="{FF2B5EF4-FFF2-40B4-BE49-F238E27FC236}">
                  <a16:creationId xmlns:a16="http://schemas.microsoft.com/office/drawing/2014/main" id="{0B63FAB2-ED29-4D53-9479-E71E50D99CBC}"/>
                </a:ext>
              </a:extLst>
            </p:cNvPr>
            <p:cNvSpPr/>
            <p:nvPr/>
          </p:nvSpPr>
          <p:spPr>
            <a:xfrm>
              <a:off x="4826365" y="5825386"/>
              <a:ext cx="122238" cy="155731"/>
            </a:xfrm>
            <a:prstGeom prst="rect">
              <a:avLst/>
            </a:prstGeom>
            <a:gradFill rotWithShape="1">
              <a:gsLst>
                <a:gs pos="0">
                  <a:srgbClr val="B20838">
                    <a:shade val="51000"/>
                    <a:satMod val="130000"/>
                  </a:srgbClr>
                </a:gs>
                <a:gs pos="80000">
                  <a:srgbClr val="B20838">
                    <a:shade val="93000"/>
                    <a:satMod val="130000"/>
                  </a:srgbClr>
                </a:gs>
                <a:gs pos="100000">
                  <a:srgbClr val="B20838">
                    <a:shade val="94000"/>
                    <a:satMod val="135000"/>
                  </a:srgb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lIns="0" rIns="0" anchor="ctr"/>
            <a:lstStyle/>
            <a:p>
              <a:pPr algn="ctr" defTabSz="914400" fontAlgn="base">
                <a:spcBef>
                  <a:spcPct val="0"/>
                </a:spcBef>
                <a:spcAft>
                  <a:spcPct val="0"/>
                </a:spcAft>
                <a:defRPr/>
              </a:pPr>
              <a:r>
                <a:rPr lang="en-US" sz="1200" kern="0" dirty="0">
                  <a:solidFill>
                    <a:srgbClr val="FFFFFF"/>
                  </a:solidFill>
                  <a:latin typeface="Arial"/>
                </a:rPr>
                <a:t>1</a:t>
              </a:r>
            </a:p>
          </p:txBody>
        </p:sp>
        <p:sp>
          <p:nvSpPr>
            <p:cNvPr id="204" name="Rectangle 203">
              <a:extLst>
                <a:ext uri="{FF2B5EF4-FFF2-40B4-BE49-F238E27FC236}">
                  <a16:creationId xmlns:a16="http://schemas.microsoft.com/office/drawing/2014/main" id="{D494FAA7-6E83-4EB1-BD96-2F16D65F2A69}"/>
                </a:ext>
              </a:extLst>
            </p:cNvPr>
            <p:cNvSpPr/>
            <p:nvPr/>
          </p:nvSpPr>
          <p:spPr>
            <a:xfrm>
              <a:off x="4970828" y="5825385"/>
              <a:ext cx="122237" cy="155731"/>
            </a:xfrm>
            <a:prstGeom prst="rect">
              <a:avLst/>
            </a:prstGeom>
            <a:gradFill rotWithShape="1">
              <a:gsLst>
                <a:gs pos="0">
                  <a:srgbClr val="6D7076">
                    <a:lumMod val="75000"/>
                  </a:srgbClr>
                </a:gs>
                <a:gs pos="100000">
                  <a:srgbClr val="6D7076">
                    <a:lumMod val="40000"/>
                    <a:lumOff val="60000"/>
                  </a:srgbClr>
                </a:gs>
              </a:gsLst>
              <a:lin ang="16200000" scaled="0"/>
            </a:gradFill>
            <a:ln w="9525" cap="flat" cmpd="sng" algn="ctr">
              <a:solidFill>
                <a:srgbClr val="6D7076">
                  <a:lumMod val="50000"/>
                </a:srgbClr>
              </a:solidFill>
              <a:prstDash val="solid"/>
            </a:ln>
            <a:effectLst>
              <a:outerShdw blurRad="40000" dist="23000" dir="5400000" rotWithShape="0">
                <a:srgbClr val="000000">
                  <a:alpha val="35000"/>
                </a:srgbClr>
              </a:outerShdw>
            </a:effectLst>
          </p:spPr>
          <p:txBody>
            <a:bodyPr lIns="0" rIns="0" anchor="ctr"/>
            <a:lstStyle/>
            <a:p>
              <a:pPr algn="ctr" defTabSz="914400" fontAlgn="base">
                <a:spcBef>
                  <a:spcPct val="0"/>
                </a:spcBef>
                <a:spcAft>
                  <a:spcPct val="0"/>
                </a:spcAft>
                <a:defRPr/>
              </a:pPr>
              <a:r>
                <a:rPr lang="en-US" sz="1200" kern="0" dirty="0">
                  <a:solidFill>
                    <a:srgbClr val="FFFFFF"/>
                  </a:solidFill>
                  <a:latin typeface="Arial"/>
                </a:rPr>
                <a:t>0</a:t>
              </a:r>
            </a:p>
          </p:txBody>
        </p:sp>
      </p:grpSp>
      <p:cxnSp>
        <p:nvCxnSpPr>
          <p:cNvPr id="205" name="Straight Connector 204">
            <a:extLst>
              <a:ext uri="{FF2B5EF4-FFF2-40B4-BE49-F238E27FC236}">
                <a16:creationId xmlns:a16="http://schemas.microsoft.com/office/drawing/2014/main" id="{67D44C57-FEE0-4251-ACF2-E059417459F4}"/>
              </a:ext>
            </a:extLst>
          </p:cNvPr>
          <p:cNvCxnSpPr/>
          <p:nvPr/>
        </p:nvCxnSpPr>
        <p:spPr bwMode="auto">
          <a:xfrm>
            <a:off x="6351968" y="4120292"/>
            <a:ext cx="1874638" cy="9689"/>
          </a:xfrm>
          <a:prstGeom prst="line">
            <a:avLst/>
          </a:prstGeom>
          <a:noFill/>
          <a:ln w="25400" cap="flat" cmpd="sng" algn="ctr">
            <a:solidFill>
              <a:srgbClr val="008CA8"/>
            </a:solidFill>
            <a:prstDash val="solid"/>
          </a:ln>
          <a:effectLst>
            <a:outerShdw blurRad="40000" dist="20000" dir="5400000" rotWithShape="0">
              <a:srgbClr val="000000">
                <a:alpha val="38000"/>
              </a:srgbClr>
            </a:outerShdw>
          </a:effectLst>
        </p:spPr>
      </p:cxnSp>
      <p:sp>
        <p:nvSpPr>
          <p:cNvPr id="206" name="TextBox 53">
            <a:extLst>
              <a:ext uri="{FF2B5EF4-FFF2-40B4-BE49-F238E27FC236}">
                <a16:creationId xmlns:a16="http://schemas.microsoft.com/office/drawing/2014/main" id="{3AF9854F-D243-45AC-B77D-D465E350D4D3}"/>
              </a:ext>
            </a:extLst>
          </p:cNvPr>
          <p:cNvSpPr txBox="1">
            <a:spLocks noChangeArrowheads="1"/>
          </p:cNvSpPr>
          <p:nvPr/>
        </p:nvSpPr>
        <p:spPr bwMode="auto">
          <a:xfrm>
            <a:off x="6104314" y="3991617"/>
            <a:ext cx="274434"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itchFamily="34" charset="0"/>
                <a:ea typeface="ＭＳ Ｐゴシック" pitchFamily="34" charset="-128"/>
              </a:defRPr>
            </a:lvl1pPr>
            <a:lvl2pPr marL="742950" indent="-285750">
              <a:defRPr>
                <a:solidFill>
                  <a:schemeClr val="tx1"/>
                </a:solidFill>
                <a:latin typeface="Arial" pitchFamily="34" charset="0"/>
                <a:ea typeface="ＭＳ Ｐゴシック" pitchFamily="34" charset="-128"/>
              </a:defRPr>
            </a:lvl2pPr>
            <a:lvl3pPr marL="1143000" indent="-228600">
              <a:defRPr>
                <a:solidFill>
                  <a:schemeClr val="tx1"/>
                </a:solidFill>
                <a:latin typeface="Arial" pitchFamily="34" charset="0"/>
                <a:ea typeface="ＭＳ Ｐゴシック" pitchFamily="34" charset="-128"/>
              </a:defRPr>
            </a:lvl3pPr>
            <a:lvl4pPr marL="1600200" indent="-228600">
              <a:defRPr>
                <a:solidFill>
                  <a:schemeClr val="tx1"/>
                </a:solidFill>
                <a:latin typeface="Arial" pitchFamily="34" charset="0"/>
                <a:ea typeface="ＭＳ Ｐゴシック" pitchFamily="34" charset="-128"/>
              </a:defRPr>
            </a:lvl4pPr>
            <a:lvl5pPr marL="2057400" indent="-228600">
              <a:defRPr>
                <a:solidFill>
                  <a:schemeClr val="tx1"/>
                </a:solidFill>
                <a:latin typeface="Arial" pitchFamily="34" charset="0"/>
                <a:ea typeface="ＭＳ Ｐゴシック" pitchFamily="34" charset="-128"/>
              </a:defRPr>
            </a:lvl5pPr>
            <a:lvl6pPr marL="2514600" indent="-228600" defTabSz="457200" fontAlgn="base">
              <a:spcBef>
                <a:spcPct val="0"/>
              </a:spcBef>
              <a:spcAft>
                <a:spcPct val="0"/>
              </a:spcAft>
              <a:defRPr>
                <a:solidFill>
                  <a:schemeClr val="tx1"/>
                </a:solidFill>
                <a:latin typeface="Arial" pitchFamily="34" charset="0"/>
                <a:ea typeface="ＭＳ Ｐゴシック" pitchFamily="34" charset="-128"/>
              </a:defRPr>
            </a:lvl6pPr>
            <a:lvl7pPr marL="2971800" indent="-228600" defTabSz="457200" fontAlgn="base">
              <a:spcBef>
                <a:spcPct val="0"/>
              </a:spcBef>
              <a:spcAft>
                <a:spcPct val="0"/>
              </a:spcAft>
              <a:defRPr>
                <a:solidFill>
                  <a:schemeClr val="tx1"/>
                </a:solidFill>
                <a:latin typeface="Arial" pitchFamily="34" charset="0"/>
                <a:ea typeface="ＭＳ Ｐゴシック" pitchFamily="34" charset="-128"/>
              </a:defRPr>
            </a:lvl7pPr>
            <a:lvl8pPr marL="3429000" indent="-228600" defTabSz="457200" fontAlgn="base">
              <a:spcBef>
                <a:spcPct val="0"/>
              </a:spcBef>
              <a:spcAft>
                <a:spcPct val="0"/>
              </a:spcAft>
              <a:defRPr>
                <a:solidFill>
                  <a:schemeClr val="tx1"/>
                </a:solidFill>
                <a:latin typeface="Arial" pitchFamily="34" charset="0"/>
                <a:ea typeface="ＭＳ Ｐゴシック" pitchFamily="34" charset="-128"/>
              </a:defRPr>
            </a:lvl8pPr>
            <a:lvl9pPr marL="3886200" indent="-228600" defTabSz="457200" fontAlgn="base">
              <a:spcBef>
                <a:spcPct val="0"/>
              </a:spcBef>
              <a:spcAft>
                <a:spcPct val="0"/>
              </a:spcAft>
              <a:defRPr>
                <a:solidFill>
                  <a:schemeClr val="tx1"/>
                </a:solidFill>
                <a:latin typeface="Arial" pitchFamily="34" charset="0"/>
                <a:ea typeface="ＭＳ Ｐゴシック" pitchFamily="34" charset="-128"/>
              </a:defRPr>
            </a:lvl9pPr>
          </a:lstStyle>
          <a:p>
            <a:pPr algn="ctr" defTabSz="914400" fontAlgn="base">
              <a:spcBef>
                <a:spcPct val="0"/>
              </a:spcBef>
              <a:spcAft>
                <a:spcPct val="0"/>
              </a:spcAft>
              <a:defRPr/>
            </a:pPr>
            <a:r>
              <a:rPr lang="en-US" kern="0" dirty="0">
                <a:solidFill>
                  <a:srgbClr val="000000"/>
                </a:solidFill>
              </a:rPr>
              <a:t>*</a:t>
            </a:r>
          </a:p>
        </p:txBody>
      </p:sp>
      <p:sp>
        <p:nvSpPr>
          <p:cNvPr id="207" name="TextBox 206">
            <a:extLst>
              <a:ext uri="{FF2B5EF4-FFF2-40B4-BE49-F238E27FC236}">
                <a16:creationId xmlns:a16="http://schemas.microsoft.com/office/drawing/2014/main" id="{FC5AA641-428F-4270-8F85-B9274FE9E91A}"/>
              </a:ext>
            </a:extLst>
          </p:cNvPr>
          <p:cNvSpPr txBox="1"/>
          <p:nvPr/>
        </p:nvSpPr>
        <p:spPr>
          <a:xfrm>
            <a:off x="6740234" y="3429002"/>
            <a:ext cx="1159292" cy="276999"/>
          </a:xfrm>
          <a:prstGeom prst="rect">
            <a:avLst/>
          </a:prstGeom>
          <a:noFill/>
        </p:spPr>
        <p:txBody>
          <a:bodyPr wrap="none" rtlCol="0">
            <a:spAutoFit/>
          </a:bodyPr>
          <a:lstStyle/>
          <a:p>
            <a:pPr algn="ctr" defTabSz="914400" fontAlgn="base">
              <a:spcBef>
                <a:spcPct val="0"/>
              </a:spcBef>
              <a:spcAft>
                <a:spcPct val="0"/>
              </a:spcAft>
              <a:defRPr/>
            </a:pPr>
            <a:r>
              <a:rPr lang="en-US" sz="1200" b="1" u="sng" kern="0" dirty="0">
                <a:solidFill>
                  <a:srgbClr val="000000"/>
                </a:solidFill>
                <a:latin typeface="Arial"/>
              </a:rPr>
              <a:t>Result in Hex</a:t>
            </a:r>
          </a:p>
        </p:txBody>
      </p:sp>
      <p:sp>
        <p:nvSpPr>
          <p:cNvPr id="208" name="TextBox 207">
            <a:extLst>
              <a:ext uri="{FF2B5EF4-FFF2-40B4-BE49-F238E27FC236}">
                <a16:creationId xmlns:a16="http://schemas.microsoft.com/office/drawing/2014/main" id="{59B1D608-374B-4BEB-B363-D718C822ABE5}"/>
              </a:ext>
            </a:extLst>
          </p:cNvPr>
          <p:cNvSpPr txBox="1"/>
          <p:nvPr/>
        </p:nvSpPr>
        <p:spPr>
          <a:xfrm>
            <a:off x="8143734" y="3705196"/>
            <a:ext cx="1279833" cy="461665"/>
          </a:xfrm>
          <a:prstGeom prst="rect">
            <a:avLst/>
          </a:prstGeom>
          <a:noFill/>
        </p:spPr>
        <p:txBody>
          <a:bodyPr wrap="square" rtlCol="0">
            <a:spAutoFit/>
          </a:bodyPr>
          <a:lstStyle/>
          <a:p>
            <a:pPr algn="ctr" defTabSz="914400" fontAlgn="base">
              <a:spcBef>
                <a:spcPct val="0"/>
              </a:spcBef>
              <a:spcAft>
                <a:spcPct val="0"/>
              </a:spcAft>
              <a:defRPr/>
            </a:pPr>
            <a:r>
              <a:rPr lang="en-US" sz="1200" b="1" kern="0" dirty="0">
                <a:solidFill>
                  <a:srgbClr val="000000"/>
                </a:solidFill>
                <a:latin typeface="Arial"/>
              </a:rPr>
              <a:t>65536</a:t>
            </a:r>
          </a:p>
          <a:p>
            <a:pPr algn="ctr" defTabSz="914400" fontAlgn="base">
              <a:spcBef>
                <a:spcPct val="0"/>
              </a:spcBef>
              <a:spcAft>
                <a:spcPct val="0"/>
              </a:spcAft>
              <a:defRPr/>
            </a:pPr>
            <a:r>
              <a:rPr lang="en-US" sz="1200" b="1" kern="0" dirty="0">
                <a:solidFill>
                  <a:srgbClr val="000000"/>
                </a:solidFill>
                <a:latin typeface="Arial"/>
              </a:rPr>
              <a:t>65536</a:t>
            </a:r>
          </a:p>
        </p:txBody>
      </p:sp>
      <p:sp>
        <p:nvSpPr>
          <p:cNvPr id="209" name="TextBox 208">
            <a:extLst>
              <a:ext uri="{FF2B5EF4-FFF2-40B4-BE49-F238E27FC236}">
                <a16:creationId xmlns:a16="http://schemas.microsoft.com/office/drawing/2014/main" id="{48D156C8-7D2A-4536-A978-62A0D86CB6BC}"/>
              </a:ext>
            </a:extLst>
          </p:cNvPr>
          <p:cNvSpPr txBox="1"/>
          <p:nvPr/>
        </p:nvSpPr>
        <p:spPr>
          <a:xfrm>
            <a:off x="8188626" y="4120292"/>
            <a:ext cx="269625" cy="276999"/>
          </a:xfrm>
          <a:prstGeom prst="rect">
            <a:avLst/>
          </a:prstGeom>
          <a:noFill/>
        </p:spPr>
        <p:txBody>
          <a:bodyPr wrap="none" rtlCol="0">
            <a:spAutoFit/>
          </a:bodyPr>
          <a:lstStyle/>
          <a:p>
            <a:pPr algn="ctr" defTabSz="914400" fontAlgn="base">
              <a:spcBef>
                <a:spcPct val="0"/>
              </a:spcBef>
              <a:spcAft>
                <a:spcPct val="0"/>
              </a:spcAft>
              <a:defRPr/>
            </a:pPr>
            <a:r>
              <a:rPr lang="en-US" sz="1200" b="1" kern="0" dirty="0">
                <a:solidFill>
                  <a:srgbClr val="000000"/>
                </a:solidFill>
                <a:latin typeface="Arial"/>
              </a:rPr>
              <a:t>0</a:t>
            </a:r>
          </a:p>
        </p:txBody>
      </p:sp>
      <p:sp>
        <p:nvSpPr>
          <p:cNvPr id="210" name="TextBox 209">
            <a:extLst>
              <a:ext uri="{FF2B5EF4-FFF2-40B4-BE49-F238E27FC236}">
                <a16:creationId xmlns:a16="http://schemas.microsoft.com/office/drawing/2014/main" id="{B96117A6-0DEA-414C-A617-3C9F12C079C7}"/>
              </a:ext>
            </a:extLst>
          </p:cNvPr>
          <p:cNvSpPr txBox="1"/>
          <p:nvPr/>
        </p:nvSpPr>
        <p:spPr>
          <a:xfrm>
            <a:off x="6037811" y="3697837"/>
            <a:ext cx="279243" cy="461665"/>
          </a:xfrm>
          <a:prstGeom prst="rect">
            <a:avLst/>
          </a:prstGeom>
          <a:noFill/>
        </p:spPr>
        <p:txBody>
          <a:bodyPr wrap="none" rtlCol="0">
            <a:spAutoFit/>
          </a:bodyPr>
          <a:lstStyle/>
          <a:p>
            <a:pPr algn="r" defTabSz="914400" fontAlgn="base">
              <a:spcBef>
                <a:spcPct val="0"/>
              </a:spcBef>
              <a:spcAft>
                <a:spcPct val="0"/>
              </a:spcAft>
              <a:defRPr/>
            </a:pPr>
            <a:r>
              <a:rPr lang="en-US" sz="1200" b="1" kern="0" dirty="0">
                <a:solidFill>
                  <a:srgbClr val="000000"/>
                </a:solidFill>
                <a:latin typeface="Arial"/>
              </a:rPr>
              <a:t>a</a:t>
            </a:r>
          </a:p>
          <a:p>
            <a:pPr algn="r" defTabSz="914400" fontAlgn="base">
              <a:spcBef>
                <a:spcPct val="0"/>
              </a:spcBef>
              <a:spcAft>
                <a:spcPct val="0"/>
              </a:spcAft>
              <a:defRPr/>
            </a:pPr>
            <a:r>
              <a:rPr lang="en-US" sz="1200" b="1" kern="0" dirty="0">
                <a:solidFill>
                  <a:srgbClr val="000000"/>
                </a:solidFill>
                <a:latin typeface="Arial"/>
              </a:rPr>
              <a:t>b</a:t>
            </a:r>
          </a:p>
        </p:txBody>
      </p:sp>
      <p:sp>
        <p:nvSpPr>
          <p:cNvPr id="211" name="&quot;No&quot; Symbol 131">
            <a:extLst>
              <a:ext uri="{FF2B5EF4-FFF2-40B4-BE49-F238E27FC236}">
                <a16:creationId xmlns:a16="http://schemas.microsoft.com/office/drawing/2014/main" id="{C5BB33D5-1A20-49D6-B879-366AC29D02B4}"/>
              </a:ext>
            </a:extLst>
          </p:cNvPr>
          <p:cNvSpPr/>
          <p:nvPr/>
        </p:nvSpPr>
        <p:spPr>
          <a:xfrm>
            <a:off x="8502088" y="4312316"/>
            <a:ext cx="351400" cy="373985"/>
          </a:xfrm>
          <a:prstGeom prst="noSmoking">
            <a:avLst/>
          </a:prstGeom>
          <a:solidFill>
            <a:srgbClr val="FF0000"/>
          </a:solidFill>
          <a:ln w="19050">
            <a:solidFill>
              <a:srgbClr val="000000"/>
            </a:solid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prst="angle"/>
          </a:sp3d>
        </p:spPr>
        <p:txBody>
          <a:bodyPr rtlCol="0" anchor="ctr"/>
          <a:lstStyle/>
          <a:p>
            <a:pPr algn="ctr" defTabSz="914400" fontAlgn="base">
              <a:spcBef>
                <a:spcPct val="0"/>
              </a:spcBef>
              <a:spcAft>
                <a:spcPct val="0"/>
              </a:spcAft>
              <a:defRPr/>
            </a:pPr>
            <a:endParaRPr lang="en-US" kern="0" dirty="0">
              <a:solidFill>
                <a:srgbClr val="FF0000"/>
              </a:solidFill>
              <a:latin typeface="Arial"/>
            </a:endParaRPr>
          </a:p>
        </p:txBody>
      </p:sp>
      <p:sp>
        <p:nvSpPr>
          <p:cNvPr id="212" name="TextBox 211">
            <a:extLst>
              <a:ext uri="{FF2B5EF4-FFF2-40B4-BE49-F238E27FC236}">
                <a16:creationId xmlns:a16="http://schemas.microsoft.com/office/drawing/2014/main" id="{609F52D2-8A57-42AF-8EA7-1CE6D92F541D}"/>
              </a:ext>
            </a:extLst>
          </p:cNvPr>
          <p:cNvSpPr txBox="1"/>
          <p:nvPr/>
        </p:nvSpPr>
        <p:spPr>
          <a:xfrm>
            <a:off x="9167601" y="3773305"/>
            <a:ext cx="2508473" cy="600164"/>
          </a:xfrm>
          <a:prstGeom prst="rect">
            <a:avLst/>
          </a:prstGeom>
          <a:solidFill>
            <a:srgbClr val="FFFF99"/>
          </a:solidFill>
          <a:ln w="28575">
            <a:solidFill>
              <a:srgbClr val="000000"/>
            </a:solidFill>
          </a:ln>
          <a:effectLst>
            <a:innerShdw blurRad="63500" dist="50800" dir="2700000">
              <a:prstClr val="black">
                <a:alpha val="50000"/>
              </a:prstClr>
            </a:innerShdw>
          </a:effectLst>
        </p:spPr>
        <p:txBody>
          <a:bodyPr wrap="square" rtlCol="0">
            <a:spAutoFit/>
          </a:bodyPr>
          <a:lstStyle/>
          <a:p>
            <a:pPr algn="ctr" defTabSz="914400" fontAlgn="base">
              <a:spcBef>
                <a:spcPct val="0"/>
              </a:spcBef>
              <a:spcAft>
                <a:spcPct val="0"/>
              </a:spcAft>
              <a:defRPr/>
            </a:pPr>
            <a:r>
              <a:rPr lang="en-US" sz="1100" b="1" kern="0" dirty="0">
                <a:solidFill>
                  <a:srgbClr val="000000"/>
                </a:solidFill>
                <a:latin typeface="Arial"/>
              </a:rPr>
              <a:t>Integer promotion promotes a*b to 32-bit then assigns this to tmp: the top-bits are lost</a:t>
            </a:r>
          </a:p>
        </p:txBody>
      </p:sp>
      <p:sp>
        <p:nvSpPr>
          <p:cNvPr id="213" name="Block Arc 212">
            <a:extLst>
              <a:ext uri="{FF2B5EF4-FFF2-40B4-BE49-F238E27FC236}">
                <a16:creationId xmlns:a16="http://schemas.microsoft.com/office/drawing/2014/main" id="{37461E20-1458-4B98-B9BB-A7EED98E06DB}"/>
              </a:ext>
            </a:extLst>
          </p:cNvPr>
          <p:cNvSpPr/>
          <p:nvPr/>
        </p:nvSpPr>
        <p:spPr>
          <a:xfrm rot="16200000" flipH="1">
            <a:off x="628742" y="4018996"/>
            <a:ext cx="1305771" cy="1228640"/>
          </a:xfrm>
          <a:prstGeom prst="blockArc">
            <a:avLst>
              <a:gd name="adj1" fmla="val 10800000"/>
              <a:gd name="adj2" fmla="val 21501057"/>
              <a:gd name="adj3" fmla="val 19150"/>
            </a:avLst>
          </a:prstGeom>
          <a:gradFill rotWithShape="1">
            <a:gsLst>
              <a:gs pos="0">
                <a:srgbClr val="008CA8">
                  <a:shade val="51000"/>
                  <a:satMod val="130000"/>
                </a:srgbClr>
              </a:gs>
              <a:gs pos="80000">
                <a:srgbClr val="008CA8">
                  <a:shade val="93000"/>
                  <a:satMod val="130000"/>
                </a:srgbClr>
              </a:gs>
              <a:gs pos="100000">
                <a:srgbClr val="008CA8">
                  <a:shade val="94000"/>
                  <a:satMod val="135000"/>
                </a:srgbClr>
              </a:gs>
            </a:gsLst>
            <a:lin ang="16200000" scaled="0"/>
          </a:gradFill>
          <a:ln w="9525" cap="flat" cmpd="sng" algn="ctr">
            <a:solidFill>
              <a:srgbClr val="008CA8">
                <a:shade val="95000"/>
                <a:satMod val="105000"/>
              </a:srgbClr>
            </a:solidFill>
            <a:prstDash val="solid"/>
          </a:ln>
          <a:effectLst>
            <a:outerShdw blurRad="40000" dist="23000" dir="5400000" rotWithShape="0">
              <a:srgbClr val="000000">
                <a:alpha val="35000"/>
              </a:srgbClr>
            </a:outerShdw>
          </a:effectLst>
        </p:spPr>
        <p:txBody>
          <a:bodyPr rtlCol="0" anchor="ctr"/>
          <a:lstStyle/>
          <a:p>
            <a:pPr algn="ctr" defTabSz="914400" fontAlgn="base">
              <a:spcBef>
                <a:spcPct val="0"/>
              </a:spcBef>
              <a:spcAft>
                <a:spcPct val="0"/>
              </a:spcAft>
              <a:defRPr/>
            </a:pPr>
            <a:endParaRPr lang="en-US" kern="0" dirty="0">
              <a:solidFill>
                <a:srgbClr val="000000"/>
              </a:solidFill>
              <a:latin typeface="Arial"/>
            </a:endParaRPr>
          </a:p>
        </p:txBody>
      </p:sp>
      <p:sp>
        <p:nvSpPr>
          <p:cNvPr id="214" name="Right Arrow 149">
            <a:extLst>
              <a:ext uri="{FF2B5EF4-FFF2-40B4-BE49-F238E27FC236}">
                <a16:creationId xmlns:a16="http://schemas.microsoft.com/office/drawing/2014/main" id="{AB06BBCF-FC44-45E5-9DFA-9B80F705A149}"/>
              </a:ext>
            </a:extLst>
          </p:cNvPr>
          <p:cNvSpPr/>
          <p:nvPr/>
        </p:nvSpPr>
        <p:spPr>
          <a:xfrm>
            <a:off x="1661682" y="5224782"/>
            <a:ext cx="4156506" cy="464818"/>
          </a:xfrm>
          <a:prstGeom prst="rightArrow">
            <a:avLst/>
          </a:prstGeom>
          <a:gradFill rotWithShape="1">
            <a:gsLst>
              <a:gs pos="0">
                <a:srgbClr val="008CA8">
                  <a:shade val="51000"/>
                  <a:satMod val="130000"/>
                </a:srgbClr>
              </a:gs>
              <a:gs pos="80000">
                <a:srgbClr val="008CA8">
                  <a:shade val="93000"/>
                  <a:satMod val="130000"/>
                </a:srgbClr>
              </a:gs>
              <a:gs pos="100000">
                <a:srgbClr val="008CA8">
                  <a:shade val="94000"/>
                  <a:satMod val="135000"/>
                </a:srgbClr>
              </a:gs>
            </a:gsLst>
            <a:lin ang="16200000" scaled="0"/>
          </a:gradFill>
          <a:ln w="9525" cap="flat" cmpd="sng" algn="ctr">
            <a:solidFill>
              <a:srgbClr val="008CA8">
                <a:shade val="95000"/>
                <a:satMod val="105000"/>
              </a:srgbClr>
            </a:solidFill>
            <a:prstDash val="solid"/>
          </a:ln>
          <a:effectLst>
            <a:outerShdw blurRad="40000" dist="23000" dir="5400000" rotWithShape="0">
              <a:srgbClr val="000000">
                <a:alpha val="35000"/>
              </a:srgbClr>
            </a:outerShdw>
          </a:effectLst>
        </p:spPr>
        <p:txBody>
          <a:bodyPr rtlCol="0" anchor="ctr"/>
          <a:lstStyle/>
          <a:p>
            <a:pPr algn="ctr" defTabSz="914400" fontAlgn="base">
              <a:spcBef>
                <a:spcPct val="0"/>
              </a:spcBef>
              <a:spcAft>
                <a:spcPct val="0"/>
              </a:spcAft>
              <a:defRPr/>
            </a:pPr>
            <a:endParaRPr lang="en-US" kern="0" dirty="0">
              <a:solidFill>
                <a:srgbClr val="FFFFFF"/>
              </a:solidFill>
              <a:latin typeface="Arial"/>
            </a:endParaRPr>
          </a:p>
        </p:txBody>
      </p:sp>
      <p:sp>
        <p:nvSpPr>
          <p:cNvPr id="215" name="TextBox 214">
            <a:extLst>
              <a:ext uri="{FF2B5EF4-FFF2-40B4-BE49-F238E27FC236}">
                <a16:creationId xmlns:a16="http://schemas.microsoft.com/office/drawing/2014/main" id="{EA81CB1F-E57B-44DA-A87F-DD9ADDCDD593}"/>
              </a:ext>
            </a:extLst>
          </p:cNvPr>
          <p:cNvSpPr txBox="1"/>
          <p:nvPr/>
        </p:nvSpPr>
        <p:spPr>
          <a:xfrm>
            <a:off x="729862" y="5159758"/>
            <a:ext cx="1689380" cy="430887"/>
          </a:xfrm>
          <a:prstGeom prst="rect">
            <a:avLst/>
          </a:prstGeom>
          <a:solidFill>
            <a:srgbClr val="FFFF99"/>
          </a:solidFill>
          <a:ln w="28575">
            <a:solidFill>
              <a:srgbClr val="000000"/>
            </a:solidFill>
          </a:ln>
          <a:effectLst>
            <a:innerShdw blurRad="63500" dist="50800" dir="2700000">
              <a:prstClr val="black">
                <a:alpha val="50000"/>
              </a:prstClr>
            </a:innerShdw>
          </a:effectLst>
        </p:spPr>
        <p:txBody>
          <a:bodyPr wrap="square" rtlCol="0">
            <a:spAutoFit/>
          </a:bodyPr>
          <a:lstStyle/>
          <a:p>
            <a:pPr algn="ctr" defTabSz="914400" fontAlgn="base">
              <a:spcBef>
                <a:spcPct val="0"/>
              </a:spcBef>
              <a:spcAft>
                <a:spcPct val="0"/>
              </a:spcAft>
              <a:defRPr/>
            </a:pPr>
            <a:r>
              <a:rPr lang="en-US" sz="1100" b="1" kern="0" dirty="0">
                <a:solidFill>
                  <a:srgbClr val="000000"/>
                </a:solidFill>
                <a:latin typeface="Arial"/>
              </a:rPr>
              <a:t>Solution: cast before the operation</a:t>
            </a:r>
          </a:p>
        </p:txBody>
      </p:sp>
      <p:sp>
        <p:nvSpPr>
          <p:cNvPr id="216" name="TextBox 215">
            <a:extLst>
              <a:ext uri="{FF2B5EF4-FFF2-40B4-BE49-F238E27FC236}">
                <a16:creationId xmlns:a16="http://schemas.microsoft.com/office/drawing/2014/main" id="{247B7F8C-A394-4174-BC79-20A08AFCADB9}"/>
              </a:ext>
            </a:extLst>
          </p:cNvPr>
          <p:cNvSpPr txBox="1"/>
          <p:nvPr/>
        </p:nvSpPr>
        <p:spPr>
          <a:xfrm>
            <a:off x="2777595" y="5326688"/>
            <a:ext cx="2201313" cy="246221"/>
          </a:xfrm>
          <a:prstGeom prst="rect">
            <a:avLst/>
          </a:prstGeom>
          <a:gradFill rotWithShape="1">
            <a:gsLst>
              <a:gs pos="0">
                <a:srgbClr val="008CA8">
                  <a:tint val="50000"/>
                  <a:satMod val="300000"/>
                </a:srgbClr>
              </a:gs>
              <a:gs pos="35000">
                <a:srgbClr val="008CA8">
                  <a:tint val="37000"/>
                  <a:satMod val="300000"/>
                </a:srgbClr>
              </a:gs>
              <a:gs pos="100000">
                <a:srgbClr val="008CA8">
                  <a:tint val="15000"/>
                  <a:satMod val="350000"/>
                </a:srgbClr>
              </a:gs>
            </a:gsLst>
            <a:lin ang="16200000" scaled="1"/>
          </a:gradFill>
          <a:ln w="9525" cap="flat" cmpd="sng" algn="ctr">
            <a:solidFill>
              <a:srgbClr val="008CA8">
                <a:shade val="95000"/>
                <a:satMod val="105000"/>
              </a:srgbClr>
            </a:solidFill>
            <a:prstDash val="solid"/>
          </a:ln>
          <a:effectLst>
            <a:outerShdw blurRad="50800" dist="63500" dir="2700000" algn="tl" rotWithShape="0">
              <a:prstClr val="black">
                <a:alpha val="40000"/>
              </a:prstClr>
            </a:outerShdw>
          </a:effectLst>
        </p:spPr>
        <p:txBody>
          <a:bodyPr wrap="square" rtlCol="0">
            <a:spAutoFit/>
          </a:bodyPr>
          <a:lstStyle/>
          <a:p>
            <a:pPr algn="ctr" defTabSz="914400" fontAlgn="base">
              <a:spcBef>
                <a:spcPct val="0"/>
              </a:spcBef>
              <a:spcAft>
                <a:spcPct val="0"/>
              </a:spcAft>
              <a:defRPr/>
            </a:pPr>
            <a:r>
              <a:rPr lang="pt-BR" sz="1000" kern="0" dirty="0">
                <a:solidFill>
                  <a:srgbClr val="000000"/>
                </a:solidFill>
                <a:latin typeface="Arial"/>
                <a:ea typeface="ＭＳ Ｐゴシック" pitchFamily="18" charset="-128"/>
              </a:rPr>
              <a:t>tmp = (</a:t>
            </a:r>
            <a:r>
              <a:rPr lang="pt-BR" sz="1000" b="1" kern="0" dirty="0">
                <a:solidFill>
                  <a:srgbClr val="000000"/>
                </a:solidFill>
                <a:latin typeface="Arial"/>
                <a:ea typeface="ＭＳ Ｐゴシック" pitchFamily="18" charset="-128"/>
              </a:rPr>
              <a:t>int36</a:t>
            </a:r>
            <a:r>
              <a:rPr lang="pt-BR" sz="1000" kern="0" dirty="0">
                <a:solidFill>
                  <a:srgbClr val="000000"/>
                </a:solidFill>
                <a:latin typeface="Arial"/>
                <a:ea typeface="ＭＳ Ｐゴシック" pitchFamily="18" charset="-128"/>
              </a:rPr>
              <a:t>)a * (</a:t>
            </a:r>
            <a:r>
              <a:rPr lang="pt-BR" sz="1000" b="1" kern="0" dirty="0">
                <a:solidFill>
                  <a:srgbClr val="000000"/>
                </a:solidFill>
                <a:latin typeface="Arial"/>
                <a:ea typeface="ＭＳ Ｐゴシック" pitchFamily="18" charset="-128"/>
              </a:rPr>
              <a:t>int36</a:t>
            </a:r>
            <a:r>
              <a:rPr lang="pt-BR" sz="1000" kern="0" dirty="0">
                <a:solidFill>
                  <a:srgbClr val="000000"/>
                </a:solidFill>
                <a:latin typeface="Arial"/>
                <a:ea typeface="ＭＳ Ｐゴシック" pitchFamily="18" charset="-128"/>
              </a:rPr>
              <a:t>)b;</a:t>
            </a:r>
          </a:p>
        </p:txBody>
      </p:sp>
      <p:grpSp>
        <p:nvGrpSpPr>
          <p:cNvPr id="217" name="Group 48">
            <a:extLst>
              <a:ext uri="{FF2B5EF4-FFF2-40B4-BE49-F238E27FC236}">
                <a16:creationId xmlns:a16="http://schemas.microsoft.com/office/drawing/2014/main" id="{2ED7B4FF-70F1-4C69-9323-C002918FD37A}"/>
              </a:ext>
            </a:extLst>
          </p:cNvPr>
          <p:cNvGrpSpPr>
            <a:grpSpLocks/>
          </p:cNvGrpSpPr>
          <p:nvPr/>
        </p:nvGrpSpPr>
        <p:grpSpPr bwMode="auto">
          <a:xfrm>
            <a:off x="6104316" y="5094130"/>
            <a:ext cx="2122293" cy="598486"/>
            <a:chOff x="4618166" y="5824966"/>
            <a:chExt cx="1592134" cy="599087"/>
          </a:xfrm>
        </p:grpSpPr>
        <p:grpSp>
          <p:nvGrpSpPr>
            <p:cNvPr id="218" name="Group 25">
              <a:extLst>
                <a:ext uri="{FF2B5EF4-FFF2-40B4-BE49-F238E27FC236}">
                  <a16:creationId xmlns:a16="http://schemas.microsoft.com/office/drawing/2014/main" id="{85503B26-AE90-49F7-A099-F5CE9BFC8C6B}"/>
                </a:ext>
              </a:extLst>
            </p:cNvPr>
            <p:cNvGrpSpPr>
              <a:grpSpLocks/>
            </p:cNvGrpSpPr>
            <p:nvPr/>
          </p:nvGrpSpPr>
          <p:grpSpPr bwMode="auto">
            <a:xfrm>
              <a:off x="4970828" y="5824966"/>
              <a:ext cx="1163272" cy="156315"/>
              <a:chOff x="4970828" y="5824966"/>
              <a:chExt cx="1163272" cy="156315"/>
            </a:xfrm>
          </p:grpSpPr>
          <p:sp>
            <p:nvSpPr>
              <p:cNvPr id="240" name="Rectangle 239">
                <a:extLst>
                  <a:ext uri="{FF2B5EF4-FFF2-40B4-BE49-F238E27FC236}">
                    <a16:creationId xmlns:a16="http://schemas.microsoft.com/office/drawing/2014/main" id="{47D5A26D-94D9-4258-9381-B52EE644D4E5}"/>
                  </a:ext>
                </a:extLst>
              </p:cNvPr>
              <p:cNvSpPr/>
              <p:nvPr/>
            </p:nvSpPr>
            <p:spPr>
              <a:xfrm>
                <a:off x="5113330" y="5825550"/>
                <a:ext cx="122238" cy="155731"/>
              </a:xfrm>
              <a:prstGeom prst="rect">
                <a:avLst/>
              </a:prstGeom>
              <a:gradFill rotWithShape="1">
                <a:gsLst>
                  <a:gs pos="0">
                    <a:srgbClr val="6D7076">
                      <a:lumMod val="75000"/>
                    </a:srgbClr>
                  </a:gs>
                  <a:gs pos="100000">
                    <a:srgbClr val="6D7076">
                      <a:lumMod val="40000"/>
                      <a:lumOff val="60000"/>
                    </a:srgbClr>
                  </a:gs>
                </a:gsLst>
                <a:lin ang="16200000" scaled="0"/>
              </a:gradFill>
              <a:ln w="9525" cap="flat" cmpd="sng" algn="ctr">
                <a:solidFill>
                  <a:srgbClr val="6D7076">
                    <a:lumMod val="50000"/>
                  </a:srgbClr>
                </a:solidFill>
                <a:prstDash val="solid"/>
              </a:ln>
              <a:effectLst>
                <a:outerShdw blurRad="40000" dist="23000" dir="5400000" rotWithShape="0">
                  <a:srgbClr val="000000">
                    <a:alpha val="35000"/>
                  </a:srgbClr>
                </a:outerShdw>
              </a:effectLst>
            </p:spPr>
            <p:txBody>
              <a:bodyPr lIns="0" rIns="0" anchor="ctr"/>
              <a:lstStyle/>
              <a:p>
                <a:pPr algn="ctr" defTabSz="914400" fontAlgn="base">
                  <a:spcBef>
                    <a:spcPct val="0"/>
                  </a:spcBef>
                  <a:spcAft>
                    <a:spcPct val="0"/>
                  </a:spcAft>
                  <a:defRPr/>
                </a:pPr>
                <a:r>
                  <a:rPr lang="en-US" sz="1200" kern="0" dirty="0">
                    <a:solidFill>
                      <a:srgbClr val="FFFFFF"/>
                    </a:solidFill>
                    <a:latin typeface="Arial"/>
                  </a:rPr>
                  <a:t>0</a:t>
                </a:r>
              </a:p>
            </p:txBody>
          </p:sp>
          <p:sp>
            <p:nvSpPr>
              <p:cNvPr id="241" name="Rectangle 240">
                <a:extLst>
                  <a:ext uri="{FF2B5EF4-FFF2-40B4-BE49-F238E27FC236}">
                    <a16:creationId xmlns:a16="http://schemas.microsoft.com/office/drawing/2014/main" id="{AB236FE0-8831-414B-9F54-43330F2C3671}"/>
                  </a:ext>
                </a:extLst>
              </p:cNvPr>
              <p:cNvSpPr/>
              <p:nvPr/>
            </p:nvSpPr>
            <p:spPr>
              <a:xfrm>
                <a:off x="5707063" y="5825550"/>
                <a:ext cx="122237" cy="155731"/>
              </a:xfrm>
              <a:prstGeom prst="rect">
                <a:avLst/>
              </a:prstGeom>
              <a:gradFill rotWithShape="1">
                <a:gsLst>
                  <a:gs pos="0">
                    <a:srgbClr val="6D7076">
                      <a:lumMod val="75000"/>
                    </a:srgbClr>
                  </a:gs>
                  <a:gs pos="100000">
                    <a:srgbClr val="6D7076">
                      <a:lumMod val="60000"/>
                      <a:lumOff val="40000"/>
                    </a:srgbClr>
                  </a:gs>
                </a:gsLst>
                <a:lin ang="16200000" scaled="0"/>
              </a:gradFill>
              <a:ln w="9525" cap="flat" cmpd="sng" algn="ctr">
                <a:solidFill>
                  <a:srgbClr val="6D7076">
                    <a:lumMod val="50000"/>
                  </a:srgbClr>
                </a:solidFill>
                <a:prstDash val="solid"/>
              </a:ln>
              <a:effectLst>
                <a:outerShdw blurRad="40000" dist="23000" dir="5400000" rotWithShape="0">
                  <a:srgbClr val="000000">
                    <a:alpha val="35000"/>
                  </a:srgbClr>
                </a:outerShdw>
              </a:effectLst>
            </p:spPr>
            <p:txBody>
              <a:bodyPr lIns="0" rIns="0" anchor="ctr"/>
              <a:lstStyle/>
              <a:p>
                <a:pPr algn="ctr" defTabSz="914400" fontAlgn="base">
                  <a:spcBef>
                    <a:spcPct val="0"/>
                  </a:spcBef>
                  <a:spcAft>
                    <a:spcPct val="0"/>
                  </a:spcAft>
                  <a:defRPr/>
                </a:pPr>
                <a:r>
                  <a:rPr lang="en-US" sz="1200" kern="0" dirty="0">
                    <a:solidFill>
                      <a:srgbClr val="FFFFFF"/>
                    </a:solidFill>
                    <a:latin typeface="Arial"/>
                  </a:rPr>
                  <a:t>0</a:t>
                </a:r>
              </a:p>
            </p:txBody>
          </p:sp>
          <p:sp>
            <p:nvSpPr>
              <p:cNvPr id="242" name="Rectangle 241">
                <a:extLst>
                  <a:ext uri="{FF2B5EF4-FFF2-40B4-BE49-F238E27FC236}">
                    <a16:creationId xmlns:a16="http://schemas.microsoft.com/office/drawing/2014/main" id="{CD502EE8-5947-4E85-A24C-F3E262EA4592}"/>
                  </a:ext>
                </a:extLst>
              </p:cNvPr>
              <p:cNvSpPr/>
              <p:nvPr/>
            </p:nvSpPr>
            <p:spPr>
              <a:xfrm>
                <a:off x="5859463" y="5825550"/>
                <a:ext cx="122237" cy="155731"/>
              </a:xfrm>
              <a:prstGeom prst="rect">
                <a:avLst/>
              </a:prstGeom>
              <a:gradFill rotWithShape="1">
                <a:gsLst>
                  <a:gs pos="0">
                    <a:srgbClr val="6D7076">
                      <a:lumMod val="75000"/>
                    </a:srgbClr>
                  </a:gs>
                  <a:gs pos="100000">
                    <a:srgbClr val="6D7076">
                      <a:lumMod val="60000"/>
                      <a:lumOff val="40000"/>
                    </a:srgbClr>
                  </a:gs>
                </a:gsLst>
                <a:lin ang="16200000" scaled="0"/>
              </a:gradFill>
              <a:ln w="9525" cap="flat" cmpd="sng" algn="ctr">
                <a:solidFill>
                  <a:srgbClr val="6D7076">
                    <a:lumMod val="50000"/>
                  </a:srgbClr>
                </a:solidFill>
                <a:prstDash val="solid"/>
              </a:ln>
              <a:effectLst>
                <a:outerShdw blurRad="40000" dist="23000" dir="5400000" rotWithShape="0">
                  <a:srgbClr val="000000">
                    <a:alpha val="35000"/>
                  </a:srgbClr>
                </a:outerShdw>
              </a:effectLst>
            </p:spPr>
            <p:txBody>
              <a:bodyPr lIns="0" rIns="0" anchor="ctr"/>
              <a:lstStyle/>
              <a:p>
                <a:pPr algn="ctr" defTabSz="914400" fontAlgn="base">
                  <a:spcBef>
                    <a:spcPct val="0"/>
                  </a:spcBef>
                  <a:spcAft>
                    <a:spcPct val="0"/>
                  </a:spcAft>
                  <a:defRPr/>
                </a:pPr>
                <a:r>
                  <a:rPr lang="en-US" sz="1200" kern="0" dirty="0">
                    <a:solidFill>
                      <a:srgbClr val="FFFFFF"/>
                    </a:solidFill>
                    <a:latin typeface="Arial"/>
                  </a:rPr>
                  <a:t>0</a:t>
                </a:r>
              </a:p>
            </p:txBody>
          </p:sp>
          <p:sp>
            <p:nvSpPr>
              <p:cNvPr id="243" name="Rectangle 242">
                <a:extLst>
                  <a:ext uri="{FF2B5EF4-FFF2-40B4-BE49-F238E27FC236}">
                    <a16:creationId xmlns:a16="http://schemas.microsoft.com/office/drawing/2014/main" id="{5A61F0F5-03D0-4147-BF71-2E55B43CA131}"/>
                  </a:ext>
                </a:extLst>
              </p:cNvPr>
              <p:cNvSpPr/>
              <p:nvPr/>
            </p:nvSpPr>
            <p:spPr>
              <a:xfrm>
                <a:off x="6011863" y="5825550"/>
                <a:ext cx="122237" cy="155731"/>
              </a:xfrm>
              <a:prstGeom prst="rect">
                <a:avLst/>
              </a:prstGeom>
              <a:gradFill rotWithShape="1">
                <a:gsLst>
                  <a:gs pos="0">
                    <a:srgbClr val="6D7076">
                      <a:lumMod val="75000"/>
                    </a:srgbClr>
                  </a:gs>
                  <a:gs pos="100000">
                    <a:srgbClr val="6D7076">
                      <a:lumMod val="60000"/>
                      <a:lumOff val="40000"/>
                    </a:srgbClr>
                  </a:gs>
                </a:gsLst>
                <a:lin ang="16200000" scaled="0"/>
              </a:gradFill>
              <a:ln w="9525" cap="flat" cmpd="sng" algn="ctr">
                <a:solidFill>
                  <a:srgbClr val="6D7076">
                    <a:lumMod val="50000"/>
                  </a:srgbClr>
                </a:solidFill>
                <a:prstDash val="solid"/>
              </a:ln>
              <a:effectLst>
                <a:outerShdw blurRad="40000" dist="23000" dir="5400000" rotWithShape="0">
                  <a:srgbClr val="000000">
                    <a:alpha val="35000"/>
                  </a:srgbClr>
                </a:outerShdw>
              </a:effectLst>
            </p:spPr>
            <p:txBody>
              <a:bodyPr lIns="0" rIns="0" anchor="ctr"/>
              <a:lstStyle/>
              <a:p>
                <a:pPr algn="ctr" defTabSz="914400" fontAlgn="base">
                  <a:spcBef>
                    <a:spcPct val="0"/>
                  </a:spcBef>
                  <a:spcAft>
                    <a:spcPct val="0"/>
                  </a:spcAft>
                  <a:defRPr/>
                </a:pPr>
                <a:r>
                  <a:rPr lang="en-US" sz="1200" kern="0" dirty="0">
                    <a:solidFill>
                      <a:srgbClr val="FFFFFF"/>
                    </a:solidFill>
                    <a:latin typeface="Arial"/>
                  </a:rPr>
                  <a:t>0</a:t>
                </a:r>
              </a:p>
            </p:txBody>
          </p:sp>
          <p:sp>
            <p:nvSpPr>
              <p:cNvPr id="244" name="Rectangle 243">
                <a:extLst>
                  <a:ext uri="{FF2B5EF4-FFF2-40B4-BE49-F238E27FC236}">
                    <a16:creationId xmlns:a16="http://schemas.microsoft.com/office/drawing/2014/main" id="{8EC93534-873A-465F-A26B-942C47B5F3C5}"/>
                  </a:ext>
                </a:extLst>
              </p:cNvPr>
              <p:cNvSpPr/>
              <p:nvPr/>
            </p:nvSpPr>
            <p:spPr>
              <a:xfrm>
                <a:off x="5257793" y="5825550"/>
                <a:ext cx="122237" cy="155731"/>
              </a:xfrm>
              <a:prstGeom prst="rect">
                <a:avLst/>
              </a:prstGeom>
              <a:gradFill rotWithShape="1">
                <a:gsLst>
                  <a:gs pos="0">
                    <a:srgbClr val="6D7076">
                      <a:lumMod val="75000"/>
                    </a:srgbClr>
                  </a:gs>
                  <a:gs pos="100000">
                    <a:srgbClr val="6D7076">
                      <a:lumMod val="40000"/>
                      <a:lumOff val="60000"/>
                    </a:srgbClr>
                  </a:gs>
                </a:gsLst>
                <a:lin ang="16200000" scaled="0"/>
              </a:gradFill>
              <a:ln w="9525" cap="flat" cmpd="sng" algn="ctr">
                <a:solidFill>
                  <a:srgbClr val="6D7076">
                    <a:lumMod val="50000"/>
                  </a:srgbClr>
                </a:solidFill>
                <a:prstDash val="solid"/>
              </a:ln>
              <a:effectLst>
                <a:outerShdw blurRad="40000" dist="23000" dir="5400000" rotWithShape="0">
                  <a:srgbClr val="000000">
                    <a:alpha val="35000"/>
                  </a:srgbClr>
                </a:outerShdw>
              </a:effectLst>
            </p:spPr>
            <p:txBody>
              <a:bodyPr lIns="0" rIns="0" anchor="ctr"/>
              <a:lstStyle/>
              <a:p>
                <a:pPr algn="ctr" defTabSz="914400" fontAlgn="base">
                  <a:spcBef>
                    <a:spcPct val="0"/>
                  </a:spcBef>
                  <a:spcAft>
                    <a:spcPct val="0"/>
                  </a:spcAft>
                  <a:defRPr/>
                </a:pPr>
                <a:r>
                  <a:rPr lang="en-US" sz="1200" kern="0" dirty="0">
                    <a:solidFill>
                      <a:srgbClr val="FFFFFF"/>
                    </a:solidFill>
                    <a:latin typeface="Arial"/>
                  </a:rPr>
                  <a:t>0</a:t>
                </a:r>
              </a:p>
            </p:txBody>
          </p:sp>
          <p:sp>
            <p:nvSpPr>
              <p:cNvPr id="245" name="Rectangle 244">
                <a:extLst>
                  <a:ext uri="{FF2B5EF4-FFF2-40B4-BE49-F238E27FC236}">
                    <a16:creationId xmlns:a16="http://schemas.microsoft.com/office/drawing/2014/main" id="{61A66F19-2C19-4E53-BA18-6B672C0D6E39}"/>
                  </a:ext>
                </a:extLst>
              </p:cNvPr>
              <p:cNvSpPr/>
              <p:nvPr/>
            </p:nvSpPr>
            <p:spPr>
              <a:xfrm>
                <a:off x="5402263" y="5825550"/>
                <a:ext cx="122237" cy="155731"/>
              </a:xfrm>
              <a:prstGeom prst="rect">
                <a:avLst/>
              </a:prstGeom>
              <a:gradFill rotWithShape="1">
                <a:gsLst>
                  <a:gs pos="0">
                    <a:srgbClr val="6D7076">
                      <a:lumMod val="75000"/>
                    </a:srgbClr>
                  </a:gs>
                  <a:gs pos="100000">
                    <a:srgbClr val="6D7076">
                      <a:lumMod val="40000"/>
                      <a:lumOff val="60000"/>
                    </a:srgbClr>
                  </a:gs>
                </a:gsLst>
                <a:lin ang="16200000" scaled="0"/>
              </a:gradFill>
              <a:ln w="9525" cap="flat" cmpd="sng" algn="ctr">
                <a:solidFill>
                  <a:srgbClr val="6D7076">
                    <a:lumMod val="50000"/>
                  </a:srgbClr>
                </a:solidFill>
                <a:prstDash val="solid"/>
              </a:ln>
              <a:effectLst>
                <a:outerShdw blurRad="40000" dist="23000" dir="5400000" rotWithShape="0">
                  <a:srgbClr val="000000">
                    <a:alpha val="35000"/>
                  </a:srgbClr>
                </a:outerShdw>
              </a:effectLst>
            </p:spPr>
            <p:txBody>
              <a:bodyPr lIns="0" rIns="0" anchor="ctr"/>
              <a:lstStyle/>
              <a:p>
                <a:pPr algn="ctr" defTabSz="914400" fontAlgn="base">
                  <a:spcBef>
                    <a:spcPct val="0"/>
                  </a:spcBef>
                  <a:spcAft>
                    <a:spcPct val="0"/>
                  </a:spcAft>
                  <a:defRPr/>
                </a:pPr>
                <a:r>
                  <a:rPr lang="en-US" sz="1200" kern="0" dirty="0">
                    <a:solidFill>
                      <a:srgbClr val="FFFFFF"/>
                    </a:solidFill>
                    <a:latin typeface="Arial"/>
                  </a:rPr>
                  <a:t>1</a:t>
                </a:r>
              </a:p>
            </p:txBody>
          </p:sp>
          <p:sp>
            <p:nvSpPr>
              <p:cNvPr id="246" name="Rectangle 245">
                <a:extLst>
                  <a:ext uri="{FF2B5EF4-FFF2-40B4-BE49-F238E27FC236}">
                    <a16:creationId xmlns:a16="http://schemas.microsoft.com/office/drawing/2014/main" id="{80B843A5-D83E-459B-9235-85F1FF99762A}"/>
                  </a:ext>
                </a:extLst>
              </p:cNvPr>
              <p:cNvSpPr/>
              <p:nvPr/>
            </p:nvSpPr>
            <p:spPr>
              <a:xfrm>
                <a:off x="5546725" y="5825550"/>
                <a:ext cx="122238" cy="155731"/>
              </a:xfrm>
              <a:prstGeom prst="rect">
                <a:avLst/>
              </a:prstGeom>
              <a:gradFill rotWithShape="1">
                <a:gsLst>
                  <a:gs pos="0">
                    <a:srgbClr val="6D7076">
                      <a:lumMod val="75000"/>
                    </a:srgbClr>
                  </a:gs>
                  <a:gs pos="100000">
                    <a:srgbClr val="6D7076">
                      <a:lumMod val="40000"/>
                      <a:lumOff val="60000"/>
                    </a:srgbClr>
                  </a:gs>
                </a:gsLst>
                <a:lin ang="16200000" scaled="0"/>
              </a:gradFill>
              <a:ln w="9525" cap="flat" cmpd="sng" algn="ctr">
                <a:solidFill>
                  <a:srgbClr val="6D7076">
                    <a:lumMod val="50000"/>
                  </a:srgbClr>
                </a:solidFill>
                <a:prstDash val="solid"/>
              </a:ln>
              <a:effectLst>
                <a:outerShdw blurRad="40000" dist="23000" dir="5400000" rotWithShape="0">
                  <a:srgbClr val="000000">
                    <a:alpha val="35000"/>
                  </a:srgbClr>
                </a:outerShdw>
              </a:effectLst>
            </p:spPr>
            <p:txBody>
              <a:bodyPr lIns="0" rIns="0" anchor="ctr"/>
              <a:lstStyle/>
              <a:p>
                <a:pPr algn="ctr" defTabSz="914400" fontAlgn="base">
                  <a:spcBef>
                    <a:spcPct val="0"/>
                  </a:spcBef>
                  <a:spcAft>
                    <a:spcPct val="0"/>
                  </a:spcAft>
                  <a:defRPr/>
                </a:pPr>
                <a:r>
                  <a:rPr lang="en-US" sz="1200" kern="0" dirty="0">
                    <a:solidFill>
                      <a:srgbClr val="FFFFFF"/>
                    </a:solidFill>
                    <a:latin typeface="Arial"/>
                  </a:rPr>
                  <a:t>0</a:t>
                </a:r>
              </a:p>
            </p:txBody>
          </p:sp>
          <p:sp>
            <p:nvSpPr>
              <p:cNvPr id="247" name="Rectangle 246">
                <a:extLst>
                  <a:ext uri="{FF2B5EF4-FFF2-40B4-BE49-F238E27FC236}">
                    <a16:creationId xmlns:a16="http://schemas.microsoft.com/office/drawing/2014/main" id="{574F4444-EE8F-4F97-A423-9CF9FC636389}"/>
                  </a:ext>
                </a:extLst>
              </p:cNvPr>
              <p:cNvSpPr/>
              <p:nvPr/>
            </p:nvSpPr>
            <p:spPr>
              <a:xfrm>
                <a:off x="4970828" y="5824966"/>
                <a:ext cx="122237" cy="155731"/>
              </a:xfrm>
              <a:prstGeom prst="rect">
                <a:avLst/>
              </a:prstGeom>
              <a:gradFill rotWithShape="1">
                <a:gsLst>
                  <a:gs pos="0">
                    <a:srgbClr val="6D7076">
                      <a:lumMod val="75000"/>
                    </a:srgbClr>
                  </a:gs>
                  <a:gs pos="100000">
                    <a:srgbClr val="6D7076">
                      <a:lumMod val="40000"/>
                      <a:lumOff val="60000"/>
                    </a:srgbClr>
                  </a:gs>
                </a:gsLst>
                <a:lin ang="16200000" scaled="0"/>
              </a:gradFill>
              <a:ln w="9525" cap="flat" cmpd="sng" algn="ctr">
                <a:solidFill>
                  <a:srgbClr val="6D7076">
                    <a:lumMod val="50000"/>
                  </a:srgbClr>
                </a:solidFill>
                <a:prstDash val="solid"/>
              </a:ln>
              <a:effectLst>
                <a:outerShdw blurRad="40000" dist="23000" dir="5400000" rotWithShape="0">
                  <a:srgbClr val="000000">
                    <a:alpha val="35000"/>
                  </a:srgbClr>
                </a:outerShdw>
              </a:effectLst>
            </p:spPr>
            <p:txBody>
              <a:bodyPr lIns="0" rIns="0" anchor="ctr"/>
              <a:lstStyle/>
              <a:p>
                <a:pPr algn="ctr" defTabSz="914400" fontAlgn="base">
                  <a:spcBef>
                    <a:spcPct val="0"/>
                  </a:spcBef>
                  <a:spcAft>
                    <a:spcPct val="0"/>
                  </a:spcAft>
                  <a:defRPr/>
                </a:pPr>
                <a:r>
                  <a:rPr lang="en-US" sz="1200" kern="0" dirty="0">
                    <a:solidFill>
                      <a:srgbClr val="FFFFFF"/>
                    </a:solidFill>
                    <a:latin typeface="Arial"/>
                  </a:rPr>
                  <a:t>0</a:t>
                </a:r>
              </a:p>
            </p:txBody>
          </p:sp>
        </p:grpSp>
        <p:grpSp>
          <p:nvGrpSpPr>
            <p:cNvPr id="219" name="Group 26">
              <a:extLst>
                <a:ext uri="{FF2B5EF4-FFF2-40B4-BE49-F238E27FC236}">
                  <a16:creationId xmlns:a16="http://schemas.microsoft.com/office/drawing/2014/main" id="{FB9117C5-E319-4FDB-B63D-B68F217B9E46}"/>
                </a:ext>
              </a:extLst>
            </p:cNvPr>
            <p:cNvGrpSpPr>
              <a:grpSpLocks/>
            </p:cNvGrpSpPr>
            <p:nvPr/>
          </p:nvGrpSpPr>
          <p:grpSpPr bwMode="auto">
            <a:xfrm>
              <a:off x="4970828" y="6015651"/>
              <a:ext cx="1163272" cy="156320"/>
              <a:chOff x="4970828" y="5825151"/>
              <a:chExt cx="1163272" cy="156320"/>
            </a:xfrm>
          </p:grpSpPr>
          <p:sp>
            <p:nvSpPr>
              <p:cNvPr id="232" name="Rectangle 231">
                <a:extLst>
                  <a:ext uri="{FF2B5EF4-FFF2-40B4-BE49-F238E27FC236}">
                    <a16:creationId xmlns:a16="http://schemas.microsoft.com/office/drawing/2014/main" id="{71C28EB0-29B4-43A4-A7D8-B21B2BE79D7A}"/>
                  </a:ext>
                </a:extLst>
              </p:cNvPr>
              <p:cNvSpPr/>
              <p:nvPr/>
            </p:nvSpPr>
            <p:spPr>
              <a:xfrm>
                <a:off x="5113330" y="5825740"/>
                <a:ext cx="122238" cy="155731"/>
              </a:xfrm>
              <a:prstGeom prst="rect">
                <a:avLst/>
              </a:prstGeom>
              <a:gradFill rotWithShape="1">
                <a:gsLst>
                  <a:gs pos="0">
                    <a:srgbClr val="6D7076">
                      <a:lumMod val="75000"/>
                    </a:srgbClr>
                  </a:gs>
                  <a:gs pos="100000">
                    <a:srgbClr val="6D7076">
                      <a:lumMod val="40000"/>
                      <a:lumOff val="60000"/>
                    </a:srgbClr>
                  </a:gs>
                </a:gsLst>
                <a:lin ang="16200000" scaled="0"/>
              </a:gradFill>
              <a:ln w="9525" cap="flat" cmpd="sng" algn="ctr">
                <a:solidFill>
                  <a:srgbClr val="6D7076">
                    <a:lumMod val="50000"/>
                  </a:srgbClr>
                </a:solidFill>
                <a:prstDash val="solid"/>
              </a:ln>
              <a:effectLst>
                <a:outerShdw blurRad="40000" dist="23000" dir="5400000" rotWithShape="0">
                  <a:srgbClr val="000000">
                    <a:alpha val="35000"/>
                  </a:srgbClr>
                </a:outerShdw>
              </a:effectLst>
            </p:spPr>
            <p:txBody>
              <a:bodyPr lIns="0" rIns="0" anchor="ctr"/>
              <a:lstStyle/>
              <a:p>
                <a:pPr algn="ctr" defTabSz="914400" fontAlgn="base">
                  <a:spcBef>
                    <a:spcPct val="0"/>
                  </a:spcBef>
                  <a:spcAft>
                    <a:spcPct val="0"/>
                  </a:spcAft>
                  <a:defRPr/>
                </a:pPr>
                <a:r>
                  <a:rPr lang="en-US" sz="1200" kern="0" dirty="0">
                    <a:solidFill>
                      <a:srgbClr val="FFFFFF"/>
                    </a:solidFill>
                    <a:latin typeface="Arial"/>
                  </a:rPr>
                  <a:t>0</a:t>
                </a:r>
              </a:p>
            </p:txBody>
          </p:sp>
          <p:sp>
            <p:nvSpPr>
              <p:cNvPr id="233" name="Rectangle 232">
                <a:extLst>
                  <a:ext uri="{FF2B5EF4-FFF2-40B4-BE49-F238E27FC236}">
                    <a16:creationId xmlns:a16="http://schemas.microsoft.com/office/drawing/2014/main" id="{A67A1C1D-D10C-4A53-B25D-72CDFCD15061}"/>
                  </a:ext>
                </a:extLst>
              </p:cNvPr>
              <p:cNvSpPr/>
              <p:nvPr/>
            </p:nvSpPr>
            <p:spPr>
              <a:xfrm>
                <a:off x="5707063" y="5825740"/>
                <a:ext cx="122237" cy="155731"/>
              </a:xfrm>
              <a:prstGeom prst="rect">
                <a:avLst/>
              </a:prstGeom>
              <a:gradFill rotWithShape="1">
                <a:gsLst>
                  <a:gs pos="0">
                    <a:srgbClr val="6D7076">
                      <a:lumMod val="75000"/>
                    </a:srgbClr>
                  </a:gs>
                  <a:gs pos="100000">
                    <a:srgbClr val="6D7076">
                      <a:lumMod val="60000"/>
                      <a:lumOff val="40000"/>
                    </a:srgbClr>
                  </a:gs>
                </a:gsLst>
                <a:lin ang="16200000" scaled="0"/>
              </a:gradFill>
              <a:ln w="9525" cap="flat" cmpd="sng" algn="ctr">
                <a:solidFill>
                  <a:srgbClr val="6D7076">
                    <a:lumMod val="50000"/>
                  </a:srgbClr>
                </a:solidFill>
                <a:prstDash val="solid"/>
              </a:ln>
              <a:effectLst>
                <a:outerShdw blurRad="40000" dist="23000" dir="5400000" rotWithShape="0">
                  <a:srgbClr val="000000">
                    <a:alpha val="35000"/>
                  </a:srgbClr>
                </a:outerShdw>
              </a:effectLst>
            </p:spPr>
            <p:txBody>
              <a:bodyPr lIns="0" rIns="0" anchor="ctr"/>
              <a:lstStyle/>
              <a:p>
                <a:pPr algn="ctr" defTabSz="914400" fontAlgn="base">
                  <a:spcBef>
                    <a:spcPct val="0"/>
                  </a:spcBef>
                  <a:spcAft>
                    <a:spcPct val="0"/>
                  </a:spcAft>
                  <a:defRPr/>
                </a:pPr>
                <a:r>
                  <a:rPr lang="en-US" sz="1200" kern="0" dirty="0">
                    <a:solidFill>
                      <a:srgbClr val="FFFFFF"/>
                    </a:solidFill>
                    <a:latin typeface="Arial"/>
                  </a:rPr>
                  <a:t>0</a:t>
                </a:r>
              </a:p>
            </p:txBody>
          </p:sp>
          <p:sp>
            <p:nvSpPr>
              <p:cNvPr id="234" name="Rectangle 233">
                <a:extLst>
                  <a:ext uri="{FF2B5EF4-FFF2-40B4-BE49-F238E27FC236}">
                    <a16:creationId xmlns:a16="http://schemas.microsoft.com/office/drawing/2014/main" id="{A6071B7F-B9D7-49F8-BA8C-FE8E0F64331A}"/>
                  </a:ext>
                </a:extLst>
              </p:cNvPr>
              <p:cNvSpPr/>
              <p:nvPr/>
            </p:nvSpPr>
            <p:spPr>
              <a:xfrm>
                <a:off x="5859463" y="5825740"/>
                <a:ext cx="122237" cy="155731"/>
              </a:xfrm>
              <a:prstGeom prst="rect">
                <a:avLst/>
              </a:prstGeom>
              <a:gradFill rotWithShape="1">
                <a:gsLst>
                  <a:gs pos="0">
                    <a:srgbClr val="6D7076">
                      <a:lumMod val="75000"/>
                    </a:srgbClr>
                  </a:gs>
                  <a:gs pos="100000">
                    <a:srgbClr val="6D7076">
                      <a:lumMod val="60000"/>
                      <a:lumOff val="40000"/>
                    </a:srgbClr>
                  </a:gs>
                </a:gsLst>
                <a:lin ang="16200000" scaled="0"/>
              </a:gradFill>
              <a:ln w="9525" cap="flat" cmpd="sng" algn="ctr">
                <a:solidFill>
                  <a:srgbClr val="6D7076">
                    <a:lumMod val="50000"/>
                  </a:srgbClr>
                </a:solidFill>
                <a:prstDash val="solid"/>
              </a:ln>
              <a:effectLst>
                <a:outerShdw blurRad="40000" dist="23000" dir="5400000" rotWithShape="0">
                  <a:srgbClr val="000000">
                    <a:alpha val="35000"/>
                  </a:srgbClr>
                </a:outerShdw>
              </a:effectLst>
            </p:spPr>
            <p:txBody>
              <a:bodyPr lIns="0" rIns="0" anchor="ctr"/>
              <a:lstStyle/>
              <a:p>
                <a:pPr algn="ctr" defTabSz="914400" fontAlgn="base">
                  <a:spcBef>
                    <a:spcPct val="0"/>
                  </a:spcBef>
                  <a:spcAft>
                    <a:spcPct val="0"/>
                  </a:spcAft>
                  <a:defRPr/>
                </a:pPr>
                <a:r>
                  <a:rPr lang="en-US" sz="1200" kern="0" dirty="0">
                    <a:solidFill>
                      <a:srgbClr val="FFFFFF"/>
                    </a:solidFill>
                    <a:latin typeface="Arial"/>
                  </a:rPr>
                  <a:t>0</a:t>
                </a:r>
              </a:p>
            </p:txBody>
          </p:sp>
          <p:sp>
            <p:nvSpPr>
              <p:cNvPr id="235" name="Rectangle 234">
                <a:extLst>
                  <a:ext uri="{FF2B5EF4-FFF2-40B4-BE49-F238E27FC236}">
                    <a16:creationId xmlns:a16="http://schemas.microsoft.com/office/drawing/2014/main" id="{DA82378D-7CA8-4AD5-9944-786445DA86BD}"/>
                  </a:ext>
                </a:extLst>
              </p:cNvPr>
              <p:cNvSpPr/>
              <p:nvPr/>
            </p:nvSpPr>
            <p:spPr>
              <a:xfrm>
                <a:off x="6011863" y="5825740"/>
                <a:ext cx="122237" cy="155731"/>
              </a:xfrm>
              <a:prstGeom prst="rect">
                <a:avLst/>
              </a:prstGeom>
              <a:gradFill rotWithShape="1">
                <a:gsLst>
                  <a:gs pos="0">
                    <a:srgbClr val="6D7076">
                      <a:lumMod val="75000"/>
                    </a:srgbClr>
                  </a:gs>
                  <a:gs pos="100000">
                    <a:srgbClr val="6D7076">
                      <a:lumMod val="60000"/>
                      <a:lumOff val="40000"/>
                    </a:srgbClr>
                  </a:gs>
                </a:gsLst>
                <a:lin ang="16200000" scaled="0"/>
              </a:gradFill>
              <a:ln w="9525" cap="flat" cmpd="sng" algn="ctr">
                <a:solidFill>
                  <a:srgbClr val="6D7076">
                    <a:lumMod val="50000"/>
                  </a:srgbClr>
                </a:solidFill>
                <a:prstDash val="solid"/>
              </a:ln>
              <a:effectLst>
                <a:outerShdw blurRad="40000" dist="23000" dir="5400000" rotWithShape="0">
                  <a:srgbClr val="000000">
                    <a:alpha val="35000"/>
                  </a:srgbClr>
                </a:outerShdw>
              </a:effectLst>
            </p:spPr>
            <p:txBody>
              <a:bodyPr lIns="0" rIns="0" anchor="ctr"/>
              <a:lstStyle/>
              <a:p>
                <a:pPr algn="ctr" defTabSz="914400" fontAlgn="base">
                  <a:spcBef>
                    <a:spcPct val="0"/>
                  </a:spcBef>
                  <a:spcAft>
                    <a:spcPct val="0"/>
                  </a:spcAft>
                  <a:defRPr/>
                </a:pPr>
                <a:r>
                  <a:rPr lang="en-US" sz="1200" kern="0" dirty="0">
                    <a:solidFill>
                      <a:srgbClr val="FFFFFF"/>
                    </a:solidFill>
                    <a:latin typeface="Arial"/>
                  </a:rPr>
                  <a:t>0</a:t>
                </a:r>
              </a:p>
            </p:txBody>
          </p:sp>
          <p:sp>
            <p:nvSpPr>
              <p:cNvPr id="236" name="Rectangle 235">
                <a:extLst>
                  <a:ext uri="{FF2B5EF4-FFF2-40B4-BE49-F238E27FC236}">
                    <a16:creationId xmlns:a16="http://schemas.microsoft.com/office/drawing/2014/main" id="{7706557C-2BBD-4398-BC4B-72ED6E5D10DF}"/>
                  </a:ext>
                </a:extLst>
              </p:cNvPr>
              <p:cNvSpPr/>
              <p:nvPr/>
            </p:nvSpPr>
            <p:spPr>
              <a:xfrm>
                <a:off x="5257793" y="5825740"/>
                <a:ext cx="122237" cy="155731"/>
              </a:xfrm>
              <a:prstGeom prst="rect">
                <a:avLst/>
              </a:prstGeom>
              <a:gradFill rotWithShape="1">
                <a:gsLst>
                  <a:gs pos="0">
                    <a:srgbClr val="6D7076">
                      <a:lumMod val="75000"/>
                    </a:srgbClr>
                  </a:gs>
                  <a:gs pos="100000">
                    <a:srgbClr val="6D7076">
                      <a:lumMod val="40000"/>
                      <a:lumOff val="60000"/>
                    </a:srgbClr>
                  </a:gs>
                </a:gsLst>
                <a:lin ang="16200000" scaled="0"/>
              </a:gradFill>
              <a:ln w="9525" cap="flat" cmpd="sng" algn="ctr">
                <a:solidFill>
                  <a:srgbClr val="6D7076">
                    <a:lumMod val="50000"/>
                  </a:srgbClr>
                </a:solidFill>
                <a:prstDash val="solid"/>
              </a:ln>
              <a:effectLst>
                <a:outerShdw blurRad="40000" dist="23000" dir="5400000" rotWithShape="0">
                  <a:srgbClr val="000000">
                    <a:alpha val="35000"/>
                  </a:srgbClr>
                </a:outerShdw>
              </a:effectLst>
            </p:spPr>
            <p:txBody>
              <a:bodyPr lIns="0" rIns="0" anchor="ctr"/>
              <a:lstStyle/>
              <a:p>
                <a:pPr algn="ctr" defTabSz="914400" fontAlgn="base">
                  <a:spcBef>
                    <a:spcPct val="0"/>
                  </a:spcBef>
                  <a:spcAft>
                    <a:spcPct val="0"/>
                  </a:spcAft>
                  <a:defRPr/>
                </a:pPr>
                <a:r>
                  <a:rPr lang="en-US" sz="1200" kern="0" dirty="0">
                    <a:solidFill>
                      <a:srgbClr val="FFFFFF"/>
                    </a:solidFill>
                    <a:latin typeface="Arial"/>
                  </a:rPr>
                  <a:t>0</a:t>
                </a:r>
              </a:p>
            </p:txBody>
          </p:sp>
          <p:sp>
            <p:nvSpPr>
              <p:cNvPr id="237" name="Rectangle 236">
                <a:extLst>
                  <a:ext uri="{FF2B5EF4-FFF2-40B4-BE49-F238E27FC236}">
                    <a16:creationId xmlns:a16="http://schemas.microsoft.com/office/drawing/2014/main" id="{FA91B5D5-2833-42BE-96F5-354033AE2939}"/>
                  </a:ext>
                </a:extLst>
              </p:cNvPr>
              <p:cNvSpPr/>
              <p:nvPr/>
            </p:nvSpPr>
            <p:spPr>
              <a:xfrm>
                <a:off x="5402263" y="5825740"/>
                <a:ext cx="122237" cy="155731"/>
              </a:xfrm>
              <a:prstGeom prst="rect">
                <a:avLst/>
              </a:prstGeom>
              <a:gradFill rotWithShape="1">
                <a:gsLst>
                  <a:gs pos="0">
                    <a:srgbClr val="6D7076">
                      <a:lumMod val="75000"/>
                    </a:srgbClr>
                  </a:gs>
                  <a:gs pos="100000">
                    <a:srgbClr val="6D7076">
                      <a:lumMod val="40000"/>
                      <a:lumOff val="60000"/>
                    </a:srgbClr>
                  </a:gs>
                </a:gsLst>
                <a:lin ang="16200000" scaled="0"/>
              </a:gradFill>
              <a:ln w="9525" cap="flat" cmpd="sng" algn="ctr">
                <a:solidFill>
                  <a:srgbClr val="6D7076">
                    <a:lumMod val="50000"/>
                  </a:srgbClr>
                </a:solidFill>
                <a:prstDash val="solid"/>
              </a:ln>
              <a:effectLst>
                <a:outerShdw blurRad="40000" dist="23000" dir="5400000" rotWithShape="0">
                  <a:srgbClr val="000000">
                    <a:alpha val="35000"/>
                  </a:srgbClr>
                </a:outerShdw>
              </a:effectLst>
            </p:spPr>
            <p:txBody>
              <a:bodyPr lIns="0" rIns="0" anchor="ctr"/>
              <a:lstStyle/>
              <a:p>
                <a:pPr algn="ctr" defTabSz="914400" fontAlgn="base">
                  <a:spcBef>
                    <a:spcPct val="0"/>
                  </a:spcBef>
                  <a:spcAft>
                    <a:spcPct val="0"/>
                  </a:spcAft>
                  <a:defRPr/>
                </a:pPr>
                <a:r>
                  <a:rPr lang="en-US" sz="1200" kern="0" dirty="0">
                    <a:solidFill>
                      <a:srgbClr val="FFFFFF"/>
                    </a:solidFill>
                    <a:latin typeface="Arial"/>
                  </a:rPr>
                  <a:t>1</a:t>
                </a:r>
              </a:p>
            </p:txBody>
          </p:sp>
          <p:sp>
            <p:nvSpPr>
              <p:cNvPr id="238" name="Rectangle 237">
                <a:extLst>
                  <a:ext uri="{FF2B5EF4-FFF2-40B4-BE49-F238E27FC236}">
                    <a16:creationId xmlns:a16="http://schemas.microsoft.com/office/drawing/2014/main" id="{EBED9359-D59A-4E81-823A-7FCA79727EC1}"/>
                  </a:ext>
                </a:extLst>
              </p:cNvPr>
              <p:cNvSpPr/>
              <p:nvPr/>
            </p:nvSpPr>
            <p:spPr>
              <a:xfrm>
                <a:off x="5546725" y="5825740"/>
                <a:ext cx="122238" cy="155731"/>
              </a:xfrm>
              <a:prstGeom prst="rect">
                <a:avLst/>
              </a:prstGeom>
              <a:gradFill rotWithShape="1">
                <a:gsLst>
                  <a:gs pos="0">
                    <a:srgbClr val="6D7076">
                      <a:lumMod val="75000"/>
                    </a:srgbClr>
                  </a:gs>
                  <a:gs pos="100000">
                    <a:srgbClr val="6D7076">
                      <a:lumMod val="40000"/>
                      <a:lumOff val="60000"/>
                    </a:srgbClr>
                  </a:gs>
                </a:gsLst>
                <a:lin ang="16200000" scaled="0"/>
              </a:gradFill>
              <a:ln w="9525" cap="flat" cmpd="sng" algn="ctr">
                <a:solidFill>
                  <a:srgbClr val="6D7076">
                    <a:lumMod val="50000"/>
                  </a:srgbClr>
                </a:solidFill>
                <a:prstDash val="solid"/>
              </a:ln>
              <a:effectLst>
                <a:outerShdw blurRad="40000" dist="23000" dir="5400000" rotWithShape="0">
                  <a:srgbClr val="000000">
                    <a:alpha val="35000"/>
                  </a:srgbClr>
                </a:outerShdw>
              </a:effectLst>
            </p:spPr>
            <p:txBody>
              <a:bodyPr lIns="0" rIns="0" anchor="ctr"/>
              <a:lstStyle/>
              <a:p>
                <a:pPr algn="ctr" defTabSz="914400" fontAlgn="base">
                  <a:spcBef>
                    <a:spcPct val="0"/>
                  </a:spcBef>
                  <a:spcAft>
                    <a:spcPct val="0"/>
                  </a:spcAft>
                  <a:defRPr/>
                </a:pPr>
                <a:r>
                  <a:rPr lang="en-US" sz="1200" kern="0" dirty="0">
                    <a:solidFill>
                      <a:srgbClr val="FFFFFF"/>
                    </a:solidFill>
                    <a:latin typeface="Arial"/>
                  </a:rPr>
                  <a:t>0</a:t>
                </a:r>
              </a:p>
            </p:txBody>
          </p:sp>
          <p:sp>
            <p:nvSpPr>
              <p:cNvPr id="239" name="Rectangle 238">
                <a:extLst>
                  <a:ext uri="{FF2B5EF4-FFF2-40B4-BE49-F238E27FC236}">
                    <a16:creationId xmlns:a16="http://schemas.microsoft.com/office/drawing/2014/main" id="{7DA74E38-CD44-428A-8964-EDF08356BD23}"/>
                  </a:ext>
                </a:extLst>
              </p:cNvPr>
              <p:cNvSpPr/>
              <p:nvPr/>
            </p:nvSpPr>
            <p:spPr>
              <a:xfrm>
                <a:off x="4970828" y="5825151"/>
                <a:ext cx="122237" cy="155731"/>
              </a:xfrm>
              <a:prstGeom prst="rect">
                <a:avLst/>
              </a:prstGeom>
              <a:gradFill rotWithShape="1">
                <a:gsLst>
                  <a:gs pos="0">
                    <a:srgbClr val="6D7076">
                      <a:lumMod val="75000"/>
                    </a:srgbClr>
                  </a:gs>
                  <a:gs pos="100000">
                    <a:srgbClr val="6D7076">
                      <a:lumMod val="40000"/>
                      <a:lumOff val="60000"/>
                    </a:srgbClr>
                  </a:gs>
                </a:gsLst>
                <a:lin ang="16200000" scaled="0"/>
              </a:gradFill>
              <a:ln w="9525" cap="flat" cmpd="sng" algn="ctr">
                <a:solidFill>
                  <a:srgbClr val="6D7076">
                    <a:lumMod val="50000"/>
                  </a:srgbClr>
                </a:solidFill>
                <a:prstDash val="solid"/>
              </a:ln>
              <a:effectLst>
                <a:outerShdw blurRad="40000" dist="23000" dir="5400000" rotWithShape="0">
                  <a:srgbClr val="000000">
                    <a:alpha val="35000"/>
                  </a:srgbClr>
                </a:outerShdw>
              </a:effectLst>
            </p:spPr>
            <p:txBody>
              <a:bodyPr lIns="0" rIns="0" anchor="ctr"/>
              <a:lstStyle/>
              <a:p>
                <a:pPr algn="ctr" defTabSz="914400" fontAlgn="base">
                  <a:spcBef>
                    <a:spcPct val="0"/>
                  </a:spcBef>
                  <a:spcAft>
                    <a:spcPct val="0"/>
                  </a:spcAft>
                  <a:defRPr/>
                </a:pPr>
                <a:r>
                  <a:rPr lang="en-US" sz="1200" kern="0" dirty="0">
                    <a:solidFill>
                      <a:srgbClr val="FFFFFF"/>
                    </a:solidFill>
                    <a:latin typeface="Arial"/>
                  </a:rPr>
                  <a:t>0</a:t>
                </a:r>
              </a:p>
            </p:txBody>
          </p:sp>
        </p:grpSp>
        <p:grpSp>
          <p:nvGrpSpPr>
            <p:cNvPr id="220" name="Group 35">
              <a:extLst>
                <a:ext uri="{FF2B5EF4-FFF2-40B4-BE49-F238E27FC236}">
                  <a16:creationId xmlns:a16="http://schemas.microsoft.com/office/drawing/2014/main" id="{A8A7B02D-044C-47B9-BF90-92997769FF5E}"/>
                </a:ext>
              </a:extLst>
            </p:cNvPr>
            <p:cNvGrpSpPr>
              <a:grpSpLocks/>
            </p:cNvGrpSpPr>
            <p:nvPr/>
          </p:nvGrpSpPr>
          <p:grpSpPr bwMode="auto">
            <a:xfrm>
              <a:off x="4826373" y="6243714"/>
              <a:ext cx="1307727" cy="157086"/>
              <a:chOff x="4826373" y="5824614"/>
              <a:chExt cx="1307727" cy="157086"/>
            </a:xfrm>
          </p:grpSpPr>
          <p:sp>
            <p:nvSpPr>
              <p:cNvPr id="223" name="Rectangle 222">
                <a:extLst>
                  <a:ext uri="{FF2B5EF4-FFF2-40B4-BE49-F238E27FC236}">
                    <a16:creationId xmlns:a16="http://schemas.microsoft.com/office/drawing/2014/main" id="{1D7AA9CD-49A6-4A72-B924-100928D7809F}"/>
                  </a:ext>
                </a:extLst>
              </p:cNvPr>
              <p:cNvSpPr/>
              <p:nvPr/>
            </p:nvSpPr>
            <p:spPr>
              <a:xfrm>
                <a:off x="5113330" y="5825969"/>
                <a:ext cx="122238" cy="155731"/>
              </a:xfrm>
              <a:prstGeom prst="rect">
                <a:avLst/>
              </a:prstGeom>
              <a:gradFill rotWithShape="1">
                <a:gsLst>
                  <a:gs pos="0">
                    <a:srgbClr val="6D7076">
                      <a:lumMod val="75000"/>
                    </a:srgbClr>
                  </a:gs>
                  <a:gs pos="100000">
                    <a:srgbClr val="6D7076">
                      <a:lumMod val="40000"/>
                      <a:lumOff val="60000"/>
                    </a:srgbClr>
                  </a:gs>
                </a:gsLst>
                <a:lin ang="16200000" scaled="0"/>
              </a:gradFill>
              <a:ln w="9525" cap="flat" cmpd="sng" algn="ctr">
                <a:solidFill>
                  <a:srgbClr val="6D7076">
                    <a:lumMod val="50000"/>
                  </a:srgbClr>
                </a:solidFill>
                <a:prstDash val="solid"/>
              </a:ln>
              <a:effectLst>
                <a:outerShdw blurRad="40000" dist="23000" dir="5400000" rotWithShape="0">
                  <a:srgbClr val="000000">
                    <a:alpha val="35000"/>
                  </a:srgbClr>
                </a:outerShdw>
              </a:effectLst>
            </p:spPr>
            <p:txBody>
              <a:bodyPr lIns="0" rIns="0" anchor="ctr"/>
              <a:lstStyle/>
              <a:p>
                <a:pPr algn="ctr" defTabSz="914400" fontAlgn="base">
                  <a:spcBef>
                    <a:spcPct val="0"/>
                  </a:spcBef>
                  <a:spcAft>
                    <a:spcPct val="0"/>
                  </a:spcAft>
                  <a:defRPr/>
                </a:pPr>
                <a:r>
                  <a:rPr lang="en-US" sz="1200" kern="0" dirty="0">
                    <a:solidFill>
                      <a:srgbClr val="FFFFFF"/>
                    </a:solidFill>
                    <a:latin typeface="Arial"/>
                  </a:rPr>
                  <a:t>0</a:t>
                </a:r>
              </a:p>
            </p:txBody>
          </p:sp>
          <p:sp>
            <p:nvSpPr>
              <p:cNvPr id="224" name="Rectangle 223">
                <a:extLst>
                  <a:ext uri="{FF2B5EF4-FFF2-40B4-BE49-F238E27FC236}">
                    <a16:creationId xmlns:a16="http://schemas.microsoft.com/office/drawing/2014/main" id="{EF2BFDFB-FDE1-405F-BABF-DA92EDFB76BE}"/>
                  </a:ext>
                </a:extLst>
              </p:cNvPr>
              <p:cNvSpPr/>
              <p:nvPr/>
            </p:nvSpPr>
            <p:spPr>
              <a:xfrm>
                <a:off x="5707063" y="5825969"/>
                <a:ext cx="122237" cy="155731"/>
              </a:xfrm>
              <a:prstGeom prst="rect">
                <a:avLst/>
              </a:prstGeom>
              <a:gradFill rotWithShape="1">
                <a:gsLst>
                  <a:gs pos="0">
                    <a:srgbClr val="6D7076">
                      <a:lumMod val="75000"/>
                    </a:srgbClr>
                  </a:gs>
                  <a:gs pos="100000">
                    <a:srgbClr val="6D7076">
                      <a:lumMod val="60000"/>
                      <a:lumOff val="40000"/>
                    </a:srgbClr>
                  </a:gs>
                </a:gsLst>
                <a:lin ang="16200000" scaled="0"/>
              </a:gradFill>
              <a:ln w="9525" cap="flat" cmpd="sng" algn="ctr">
                <a:solidFill>
                  <a:srgbClr val="6D7076">
                    <a:lumMod val="50000"/>
                  </a:srgbClr>
                </a:solidFill>
                <a:prstDash val="solid"/>
              </a:ln>
              <a:effectLst>
                <a:outerShdw blurRad="40000" dist="23000" dir="5400000" rotWithShape="0">
                  <a:srgbClr val="000000">
                    <a:alpha val="35000"/>
                  </a:srgbClr>
                </a:outerShdw>
              </a:effectLst>
            </p:spPr>
            <p:txBody>
              <a:bodyPr lIns="0" rIns="0" anchor="ctr"/>
              <a:lstStyle/>
              <a:p>
                <a:pPr algn="ctr" defTabSz="914400" fontAlgn="base">
                  <a:spcBef>
                    <a:spcPct val="0"/>
                  </a:spcBef>
                  <a:spcAft>
                    <a:spcPct val="0"/>
                  </a:spcAft>
                  <a:defRPr/>
                </a:pPr>
                <a:r>
                  <a:rPr lang="en-US" sz="1200" kern="0" dirty="0">
                    <a:solidFill>
                      <a:srgbClr val="FFFFFF"/>
                    </a:solidFill>
                    <a:latin typeface="Arial"/>
                  </a:rPr>
                  <a:t>0</a:t>
                </a:r>
              </a:p>
            </p:txBody>
          </p:sp>
          <p:sp>
            <p:nvSpPr>
              <p:cNvPr id="225" name="Rectangle 224">
                <a:extLst>
                  <a:ext uri="{FF2B5EF4-FFF2-40B4-BE49-F238E27FC236}">
                    <a16:creationId xmlns:a16="http://schemas.microsoft.com/office/drawing/2014/main" id="{5A801C2D-2D4D-4EA1-8CDF-D40E1FF7D4F1}"/>
                  </a:ext>
                </a:extLst>
              </p:cNvPr>
              <p:cNvSpPr/>
              <p:nvPr/>
            </p:nvSpPr>
            <p:spPr>
              <a:xfrm>
                <a:off x="5859463" y="5825969"/>
                <a:ext cx="122237" cy="155731"/>
              </a:xfrm>
              <a:prstGeom prst="rect">
                <a:avLst/>
              </a:prstGeom>
              <a:gradFill rotWithShape="1">
                <a:gsLst>
                  <a:gs pos="0">
                    <a:srgbClr val="6D7076">
                      <a:lumMod val="75000"/>
                    </a:srgbClr>
                  </a:gs>
                  <a:gs pos="100000">
                    <a:srgbClr val="6D7076">
                      <a:lumMod val="60000"/>
                      <a:lumOff val="40000"/>
                    </a:srgbClr>
                  </a:gs>
                </a:gsLst>
                <a:lin ang="16200000" scaled="0"/>
              </a:gradFill>
              <a:ln w="9525" cap="flat" cmpd="sng" algn="ctr">
                <a:solidFill>
                  <a:srgbClr val="6D7076">
                    <a:lumMod val="50000"/>
                  </a:srgbClr>
                </a:solidFill>
                <a:prstDash val="solid"/>
              </a:ln>
              <a:effectLst>
                <a:outerShdw blurRad="40000" dist="23000" dir="5400000" rotWithShape="0">
                  <a:srgbClr val="000000">
                    <a:alpha val="35000"/>
                  </a:srgbClr>
                </a:outerShdw>
              </a:effectLst>
            </p:spPr>
            <p:txBody>
              <a:bodyPr lIns="0" rIns="0" anchor="ctr"/>
              <a:lstStyle/>
              <a:p>
                <a:pPr algn="ctr" defTabSz="914400" fontAlgn="base">
                  <a:spcBef>
                    <a:spcPct val="0"/>
                  </a:spcBef>
                  <a:spcAft>
                    <a:spcPct val="0"/>
                  </a:spcAft>
                  <a:defRPr/>
                </a:pPr>
                <a:r>
                  <a:rPr lang="en-US" sz="1200" kern="0" dirty="0">
                    <a:solidFill>
                      <a:srgbClr val="FFFFFF"/>
                    </a:solidFill>
                    <a:latin typeface="Arial"/>
                  </a:rPr>
                  <a:t>0</a:t>
                </a:r>
              </a:p>
            </p:txBody>
          </p:sp>
          <p:sp>
            <p:nvSpPr>
              <p:cNvPr id="226" name="Rectangle 225">
                <a:extLst>
                  <a:ext uri="{FF2B5EF4-FFF2-40B4-BE49-F238E27FC236}">
                    <a16:creationId xmlns:a16="http://schemas.microsoft.com/office/drawing/2014/main" id="{4D0683D7-847D-400E-A8C5-3DAE375268B3}"/>
                  </a:ext>
                </a:extLst>
              </p:cNvPr>
              <p:cNvSpPr/>
              <p:nvPr/>
            </p:nvSpPr>
            <p:spPr>
              <a:xfrm>
                <a:off x="6011863" y="5825969"/>
                <a:ext cx="122237" cy="155731"/>
              </a:xfrm>
              <a:prstGeom prst="rect">
                <a:avLst/>
              </a:prstGeom>
              <a:gradFill rotWithShape="1">
                <a:gsLst>
                  <a:gs pos="0">
                    <a:srgbClr val="6D7076">
                      <a:lumMod val="75000"/>
                    </a:srgbClr>
                  </a:gs>
                  <a:gs pos="100000">
                    <a:srgbClr val="6D7076">
                      <a:lumMod val="60000"/>
                      <a:lumOff val="40000"/>
                    </a:srgbClr>
                  </a:gs>
                </a:gsLst>
                <a:lin ang="16200000" scaled="0"/>
              </a:gradFill>
              <a:ln w="9525" cap="flat" cmpd="sng" algn="ctr">
                <a:solidFill>
                  <a:srgbClr val="6D7076">
                    <a:lumMod val="50000"/>
                  </a:srgbClr>
                </a:solidFill>
                <a:prstDash val="solid"/>
              </a:ln>
              <a:effectLst>
                <a:outerShdw blurRad="40000" dist="23000" dir="5400000" rotWithShape="0">
                  <a:srgbClr val="000000">
                    <a:alpha val="35000"/>
                  </a:srgbClr>
                </a:outerShdw>
              </a:effectLst>
            </p:spPr>
            <p:txBody>
              <a:bodyPr lIns="0" rIns="0" anchor="ctr"/>
              <a:lstStyle/>
              <a:p>
                <a:pPr algn="ctr" defTabSz="914400" fontAlgn="base">
                  <a:spcBef>
                    <a:spcPct val="0"/>
                  </a:spcBef>
                  <a:spcAft>
                    <a:spcPct val="0"/>
                  </a:spcAft>
                  <a:defRPr/>
                </a:pPr>
                <a:r>
                  <a:rPr lang="en-US" sz="1200" kern="0" dirty="0">
                    <a:solidFill>
                      <a:srgbClr val="FFFFFF"/>
                    </a:solidFill>
                    <a:latin typeface="Arial"/>
                  </a:rPr>
                  <a:t>0</a:t>
                </a:r>
              </a:p>
            </p:txBody>
          </p:sp>
          <p:sp>
            <p:nvSpPr>
              <p:cNvPr id="227" name="Rectangle 226">
                <a:extLst>
                  <a:ext uri="{FF2B5EF4-FFF2-40B4-BE49-F238E27FC236}">
                    <a16:creationId xmlns:a16="http://schemas.microsoft.com/office/drawing/2014/main" id="{D550E9EC-EE0C-4EEE-93C4-8EE0053C9675}"/>
                  </a:ext>
                </a:extLst>
              </p:cNvPr>
              <p:cNvSpPr/>
              <p:nvPr/>
            </p:nvSpPr>
            <p:spPr>
              <a:xfrm>
                <a:off x="5257793" y="5825969"/>
                <a:ext cx="122237" cy="155731"/>
              </a:xfrm>
              <a:prstGeom prst="rect">
                <a:avLst/>
              </a:prstGeom>
              <a:gradFill rotWithShape="1">
                <a:gsLst>
                  <a:gs pos="0">
                    <a:srgbClr val="6D7076">
                      <a:lumMod val="75000"/>
                    </a:srgbClr>
                  </a:gs>
                  <a:gs pos="100000">
                    <a:srgbClr val="6D7076">
                      <a:lumMod val="40000"/>
                      <a:lumOff val="60000"/>
                    </a:srgbClr>
                  </a:gs>
                </a:gsLst>
                <a:lin ang="16200000" scaled="0"/>
              </a:gradFill>
              <a:ln w="9525" cap="flat" cmpd="sng" algn="ctr">
                <a:solidFill>
                  <a:srgbClr val="6D7076">
                    <a:lumMod val="50000"/>
                  </a:srgbClr>
                </a:solidFill>
                <a:prstDash val="solid"/>
              </a:ln>
              <a:effectLst>
                <a:outerShdw blurRad="40000" dist="23000" dir="5400000" rotWithShape="0">
                  <a:srgbClr val="000000">
                    <a:alpha val="35000"/>
                  </a:srgbClr>
                </a:outerShdw>
              </a:effectLst>
            </p:spPr>
            <p:txBody>
              <a:bodyPr lIns="0" rIns="0" anchor="ctr"/>
              <a:lstStyle/>
              <a:p>
                <a:pPr algn="ctr" defTabSz="914400" fontAlgn="base">
                  <a:spcBef>
                    <a:spcPct val="0"/>
                  </a:spcBef>
                  <a:spcAft>
                    <a:spcPct val="0"/>
                  </a:spcAft>
                  <a:defRPr/>
                </a:pPr>
                <a:r>
                  <a:rPr lang="en-US" sz="1200" kern="0" dirty="0">
                    <a:solidFill>
                      <a:srgbClr val="FFFFFF"/>
                    </a:solidFill>
                    <a:latin typeface="Arial"/>
                  </a:rPr>
                  <a:t>0</a:t>
                </a:r>
              </a:p>
            </p:txBody>
          </p:sp>
          <p:sp>
            <p:nvSpPr>
              <p:cNvPr id="228" name="Rectangle 227">
                <a:extLst>
                  <a:ext uri="{FF2B5EF4-FFF2-40B4-BE49-F238E27FC236}">
                    <a16:creationId xmlns:a16="http://schemas.microsoft.com/office/drawing/2014/main" id="{8925A62C-B6F5-4FD2-9B40-84316FAE5216}"/>
                  </a:ext>
                </a:extLst>
              </p:cNvPr>
              <p:cNvSpPr/>
              <p:nvPr/>
            </p:nvSpPr>
            <p:spPr>
              <a:xfrm>
                <a:off x="5402263" y="5825969"/>
                <a:ext cx="122237" cy="155731"/>
              </a:xfrm>
              <a:prstGeom prst="rect">
                <a:avLst/>
              </a:prstGeom>
              <a:gradFill rotWithShape="1">
                <a:gsLst>
                  <a:gs pos="0">
                    <a:srgbClr val="6D7076">
                      <a:lumMod val="75000"/>
                    </a:srgbClr>
                  </a:gs>
                  <a:gs pos="100000">
                    <a:srgbClr val="6D7076">
                      <a:lumMod val="40000"/>
                      <a:lumOff val="60000"/>
                    </a:srgbClr>
                  </a:gs>
                </a:gsLst>
                <a:lin ang="16200000" scaled="0"/>
              </a:gradFill>
              <a:ln w="9525" cap="flat" cmpd="sng" algn="ctr">
                <a:solidFill>
                  <a:srgbClr val="6D7076">
                    <a:lumMod val="50000"/>
                  </a:srgbClr>
                </a:solidFill>
                <a:prstDash val="solid"/>
              </a:ln>
              <a:effectLst>
                <a:outerShdw blurRad="40000" dist="23000" dir="5400000" rotWithShape="0">
                  <a:srgbClr val="000000">
                    <a:alpha val="35000"/>
                  </a:srgbClr>
                </a:outerShdw>
              </a:effectLst>
            </p:spPr>
            <p:txBody>
              <a:bodyPr lIns="0" rIns="0" anchor="ctr"/>
              <a:lstStyle/>
              <a:p>
                <a:pPr algn="ctr" defTabSz="914400" fontAlgn="base">
                  <a:spcBef>
                    <a:spcPct val="0"/>
                  </a:spcBef>
                  <a:spcAft>
                    <a:spcPct val="0"/>
                  </a:spcAft>
                  <a:defRPr/>
                </a:pPr>
                <a:r>
                  <a:rPr lang="en-US" sz="1200" kern="0" dirty="0">
                    <a:solidFill>
                      <a:srgbClr val="FFFFFF"/>
                    </a:solidFill>
                    <a:latin typeface="Arial"/>
                  </a:rPr>
                  <a:t>0</a:t>
                </a:r>
              </a:p>
            </p:txBody>
          </p:sp>
          <p:sp>
            <p:nvSpPr>
              <p:cNvPr id="229" name="Rectangle 228">
                <a:extLst>
                  <a:ext uri="{FF2B5EF4-FFF2-40B4-BE49-F238E27FC236}">
                    <a16:creationId xmlns:a16="http://schemas.microsoft.com/office/drawing/2014/main" id="{48AF600E-3FBA-4138-A0CE-DE9BCC4E9991}"/>
                  </a:ext>
                </a:extLst>
              </p:cNvPr>
              <p:cNvSpPr/>
              <p:nvPr/>
            </p:nvSpPr>
            <p:spPr>
              <a:xfrm>
                <a:off x="5546725" y="5825969"/>
                <a:ext cx="122238" cy="155731"/>
              </a:xfrm>
              <a:prstGeom prst="rect">
                <a:avLst/>
              </a:prstGeom>
              <a:gradFill rotWithShape="1">
                <a:gsLst>
                  <a:gs pos="0">
                    <a:srgbClr val="6D7076">
                      <a:lumMod val="75000"/>
                    </a:srgbClr>
                  </a:gs>
                  <a:gs pos="100000">
                    <a:srgbClr val="6D7076">
                      <a:lumMod val="40000"/>
                      <a:lumOff val="60000"/>
                    </a:srgbClr>
                  </a:gs>
                </a:gsLst>
                <a:lin ang="16200000" scaled="0"/>
              </a:gradFill>
              <a:ln w="9525" cap="flat" cmpd="sng" algn="ctr">
                <a:solidFill>
                  <a:srgbClr val="6D7076">
                    <a:lumMod val="50000"/>
                  </a:srgbClr>
                </a:solidFill>
                <a:prstDash val="solid"/>
              </a:ln>
              <a:effectLst>
                <a:outerShdw blurRad="40000" dist="23000" dir="5400000" rotWithShape="0">
                  <a:srgbClr val="000000">
                    <a:alpha val="35000"/>
                  </a:srgbClr>
                </a:outerShdw>
              </a:effectLst>
            </p:spPr>
            <p:txBody>
              <a:bodyPr lIns="0" rIns="0" anchor="ctr"/>
              <a:lstStyle/>
              <a:p>
                <a:pPr algn="ctr" defTabSz="914400" fontAlgn="base">
                  <a:spcBef>
                    <a:spcPct val="0"/>
                  </a:spcBef>
                  <a:spcAft>
                    <a:spcPct val="0"/>
                  </a:spcAft>
                  <a:defRPr/>
                </a:pPr>
                <a:r>
                  <a:rPr lang="en-US" sz="1200" kern="0" dirty="0">
                    <a:solidFill>
                      <a:srgbClr val="FFFFFF"/>
                    </a:solidFill>
                    <a:latin typeface="Arial"/>
                  </a:rPr>
                  <a:t>0</a:t>
                </a:r>
              </a:p>
            </p:txBody>
          </p:sp>
          <p:sp>
            <p:nvSpPr>
              <p:cNvPr id="230" name="Rectangle 229">
                <a:extLst>
                  <a:ext uri="{FF2B5EF4-FFF2-40B4-BE49-F238E27FC236}">
                    <a16:creationId xmlns:a16="http://schemas.microsoft.com/office/drawing/2014/main" id="{9ED8A041-26B8-4F49-8474-05DD67C8625C}"/>
                  </a:ext>
                </a:extLst>
              </p:cNvPr>
              <p:cNvSpPr/>
              <p:nvPr/>
            </p:nvSpPr>
            <p:spPr>
              <a:xfrm>
                <a:off x="4970828" y="5825385"/>
                <a:ext cx="122237" cy="155731"/>
              </a:xfrm>
              <a:prstGeom prst="rect">
                <a:avLst/>
              </a:prstGeom>
              <a:gradFill rotWithShape="1">
                <a:gsLst>
                  <a:gs pos="0">
                    <a:srgbClr val="6D7076">
                      <a:lumMod val="75000"/>
                    </a:srgbClr>
                  </a:gs>
                  <a:gs pos="100000">
                    <a:srgbClr val="6D7076">
                      <a:lumMod val="40000"/>
                      <a:lumOff val="60000"/>
                    </a:srgbClr>
                  </a:gs>
                </a:gsLst>
                <a:lin ang="16200000" scaled="0"/>
              </a:gradFill>
              <a:ln w="9525" cap="flat" cmpd="sng" algn="ctr">
                <a:solidFill>
                  <a:srgbClr val="6D7076">
                    <a:lumMod val="50000"/>
                  </a:srgbClr>
                </a:solidFill>
                <a:prstDash val="solid"/>
              </a:ln>
              <a:effectLst>
                <a:outerShdw blurRad="40000" dist="23000" dir="5400000" rotWithShape="0">
                  <a:srgbClr val="000000">
                    <a:alpha val="35000"/>
                  </a:srgbClr>
                </a:outerShdw>
              </a:effectLst>
            </p:spPr>
            <p:txBody>
              <a:bodyPr lIns="0" rIns="0" anchor="ctr"/>
              <a:lstStyle/>
              <a:p>
                <a:pPr algn="ctr" defTabSz="914400" fontAlgn="base">
                  <a:spcBef>
                    <a:spcPct val="0"/>
                  </a:spcBef>
                  <a:spcAft>
                    <a:spcPct val="0"/>
                  </a:spcAft>
                  <a:defRPr/>
                </a:pPr>
                <a:r>
                  <a:rPr lang="en-US" sz="1200" kern="0" dirty="0">
                    <a:solidFill>
                      <a:srgbClr val="FFFFFF"/>
                    </a:solidFill>
                    <a:latin typeface="Arial"/>
                  </a:rPr>
                  <a:t>0</a:t>
                </a:r>
              </a:p>
            </p:txBody>
          </p:sp>
          <p:sp>
            <p:nvSpPr>
              <p:cNvPr id="231" name="Rectangle 230">
                <a:extLst>
                  <a:ext uri="{FF2B5EF4-FFF2-40B4-BE49-F238E27FC236}">
                    <a16:creationId xmlns:a16="http://schemas.microsoft.com/office/drawing/2014/main" id="{CF20FBFC-C6DB-4DBE-98CE-CF0B1AFAE389}"/>
                  </a:ext>
                </a:extLst>
              </p:cNvPr>
              <p:cNvSpPr/>
              <p:nvPr/>
            </p:nvSpPr>
            <p:spPr>
              <a:xfrm>
                <a:off x="4826373" y="5824614"/>
                <a:ext cx="122237" cy="155731"/>
              </a:xfrm>
              <a:prstGeom prst="rect">
                <a:avLst/>
              </a:prstGeom>
              <a:gradFill rotWithShape="1">
                <a:gsLst>
                  <a:gs pos="0">
                    <a:srgbClr val="6D7076">
                      <a:lumMod val="75000"/>
                    </a:srgbClr>
                  </a:gs>
                  <a:gs pos="100000">
                    <a:srgbClr val="6D7076">
                      <a:lumMod val="40000"/>
                      <a:lumOff val="60000"/>
                    </a:srgbClr>
                  </a:gs>
                </a:gsLst>
                <a:lin ang="16200000" scaled="0"/>
              </a:gradFill>
              <a:ln w="9525" cap="flat" cmpd="sng" algn="ctr">
                <a:solidFill>
                  <a:srgbClr val="6D7076">
                    <a:lumMod val="50000"/>
                  </a:srgbClr>
                </a:solidFill>
                <a:prstDash val="solid"/>
              </a:ln>
              <a:effectLst>
                <a:outerShdw blurRad="40000" dist="23000" dir="5400000" rotWithShape="0">
                  <a:srgbClr val="000000">
                    <a:alpha val="35000"/>
                  </a:srgbClr>
                </a:outerShdw>
              </a:effectLst>
            </p:spPr>
            <p:txBody>
              <a:bodyPr lIns="0" rIns="0" anchor="ctr"/>
              <a:lstStyle/>
              <a:p>
                <a:pPr algn="ctr" defTabSz="914400" fontAlgn="base">
                  <a:spcBef>
                    <a:spcPct val="0"/>
                  </a:spcBef>
                  <a:spcAft>
                    <a:spcPct val="0"/>
                  </a:spcAft>
                  <a:defRPr/>
                </a:pPr>
                <a:r>
                  <a:rPr lang="en-US" sz="1200" kern="0" dirty="0">
                    <a:solidFill>
                      <a:srgbClr val="FFFFFF"/>
                    </a:solidFill>
                    <a:latin typeface="Arial"/>
                  </a:rPr>
                  <a:t>1</a:t>
                </a:r>
              </a:p>
            </p:txBody>
          </p:sp>
        </p:grpSp>
        <p:cxnSp>
          <p:nvCxnSpPr>
            <p:cNvPr id="221" name="Straight Connector 220">
              <a:extLst>
                <a:ext uri="{FF2B5EF4-FFF2-40B4-BE49-F238E27FC236}">
                  <a16:creationId xmlns:a16="http://schemas.microsoft.com/office/drawing/2014/main" id="{B1C86BEF-F24D-4AE8-A418-0605C855FE7C}"/>
                </a:ext>
              </a:extLst>
            </p:cNvPr>
            <p:cNvCxnSpPr/>
            <p:nvPr/>
          </p:nvCxnSpPr>
          <p:spPr>
            <a:xfrm>
              <a:off x="4803955" y="6200423"/>
              <a:ext cx="1406345" cy="9699"/>
            </a:xfrm>
            <a:prstGeom prst="line">
              <a:avLst/>
            </a:prstGeom>
            <a:noFill/>
            <a:ln w="25400" cap="flat" cmpd="sng" algn="ctr">
              <a:solidFill>
                <a:srgbClr val="008CA8"/>
              </a:solidFill>
              <a:prstDash val="solid"/>
            </a:ln>
            <a:effectLst>
              <a:outerShdw blurRad="40000" dist="20000" dir="5400000" rotWithShape="0">
                <a:srgbClr val="000000">
                  <a:alpha val="38000"/>
                </a:srgbClr>
              </a:outerShdw>
            </a:effectLst>
          </p:spPr>
        </p:cxnSp>
        <p:sp>
          <p:nvSpPr>
            <p:cNvPr id="222" name="TextBox 53">
              <a:extLst>
                <a:ext uri="{FF2B5EF4-FFF2-40B4-BE49-F238E27FC236}">
                  <a16:creationId xmlns:a16="http://schemas.microsoft.com/office/drawing/2014/main" id="{E07FFD03-2444-4F85-BB07-974D6C93F3B1}"/>
                </a:ext>
              </a:extLst>
            </p:cNvPr>
            <p:cNvSpPr txBox="1">
              <a:spLocks noChangeArrowheads="1"/>
            </p:cNvSpPr>
            <p:nvPr/>
          </p:nvSpPr>
          <p:spPr bwMode="auto">
            <a:xfrm>
              <a:off x="4618166" y="6054351"/>
              <a:ext cx="205880" cy="3697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itchFamily="34" charset="0"/>
                  <a:ea typeface="ＭＳ Ｐゴシック" pitchFamily="34" charset="-128"/>
                </a:defRPr>
              </a:lvl1pPr>
              <a:lvl2pPr marL="742950" indent="-285750">
                <a:defRPr>
                  <a:solidFill>
                    <a:schemeClr val="tx1"/>
                  </a:solidFill>
                  <a:latin typeface="Arial" pitchFamily="34" charset="0"/>
                  <a:ea typeface="ＭＳ Ｐゴシック" pitchFamily="34" charset="-128"/>
                </a:defRPr>
              </a:lvl2pPr>
              <a:lvl3pPr marL="1143000" indent="-228600">
                <a:defRPr>
                  <a:solidFill>
                    <a:schemeClr val="tx1"/>
                  </a:solidFill>
                  <a:latin typeface="Arial" pitchFamily="34" charset="0"/>
                  <a:ea typeface="ＭＳ Ｐゴシック" pitchFamily="34" charset="-128"/>
                </a:defRPr>
              </a:lvl3pPr>
              <a:lvl4pPr marL="1600200" indent="-228600">
                <a:defRPr>
                  <a:solidFill>
                    <a:schemeClr val="tx1"/>
                  </a:solidFill>
                  <a:latin typeface="Arial" pitchFamily="34" charset="0"/>
                  <a:ea typeface="ＭＳ Ｐゴシック" pitchFamily="34" charset="-128"/>
                </a:defRPr>
              </a:lvl4pPr>
              <a:lvl5pPr marL="2057400" indent="-228600">
                <a:defRPr>
                  <a:solidFill>
                    <a:schemeClr val="tx1"/>
                  </a:solidFill>
                  <a:latin typeface="Arial" pitchFamily="34" charset="0"/>
                  <a:ea typeface="ＭＳ Ｐゴシック" pitchFamily="34" charset="-128"/>
                </a:defRPr>
              </a:lvl5pPr>
              <a:lvl6pPr marL="2514600" indent="-228600" defTabSz="457200" fontAlgn="base">
                <a:spcBef>
                  <a:spcPct val="0"/>
                </a:spcBef>
                <a:spcAft>
                  <a:spcPct val="0"/>
                </a:spcAft>
                <a:defRPr>
                  <a:solidFill>
                    <a:schemeClr val="tx1"/>
                  </a:solidFill>
                  <a:latin typeface="Arial" pitchFamily="34" charset="0"/>
                  <a:ea typeface="ＭＳ Ｐゴシック" pitchFamily="34" charset="-128"/>
                </a:defRPr>
              </a:lvl6pPr>
              <a:lvl7pPr marL="2971800" indent="-228600" defTabSz="457200" fontAlgn="base">
                <a:spcBef>
                  <a:spcPct val="0"/>
                </a:spcBef>
                <a:spcAft>
                  <a:spcPct val="0"/>
                </a:spcAft>
                <a:defRPr>
                  <a:solidFill>
                    <a:schemeClr val="tx1"/>
                  </a:solidFill>
                  <a:latin typeface="Arial" pitchFamily="34" charset="0"/>
                  <a:ea typeface="ＭＳ Ｐゴシック" pitchFamily="34" charset="-128"/>
                </a:defRPr>
              </a:lvl7pPr>
              <a:lvl8pPr marL="3429000" indent="-228600" defTabSz="457200" fontAlgn="base">
                <a:spcBef>
                  <a:spcPct val="0"/>
                </a:spcBef>
                <a:spcAft>
                  <a:spcPct val="0"/>
                </a:spcAft>
                <a:defRPr>
                  <a:solidFill>
                    <a:schemeClr val="tx1"/>
                  </a:solidFill>
                  <a:latin typeface="Arial" pitchFamily="34" charset="0"/>
                  <a:ea typeface="ＭＳ Ｐゴシック" pitchFamily="34" charset="-128"/>
                </a:defRPr>
              </a:lvl8pPr>
              <a:lvl9pPr marL="3886200" indent="-228600" defTabSz="457200" fontAlgn="base">
                <a:spcBef>
                  <a:spcPct val="0"/>
                </a:spcBef>
                <a:spcAft>
                  <a:spcPct val="0"/>
                </a:spcAft>
                <a:defRPr>
                  <a:solidFill>
                    <a:schemeClr val="tx1"/>
                  </a:solidFill>
                  <a:latin typeface="Arial" pitchFamily="34" charset="0"/>
                  <a:ea typeface="ＭＳ Ｐゴシック" pitchFamily="34" charset="-128"/>
                </a:defRPr>
              </a:lvl9pPr>
            </a:lstStyle>
            <a:p>
              <a:pPr algn="ctr" defTabSz="914400" fontAlgn="base">
                <a:spcBef>
                  <a:spcPct val="0"/>
                </a:spcBef>
                <a:spcAft>
                  <a:spcPct val="0"/>
                </a:spcAft>
                <a:defRPr/>
              </a:pPr>
              <a:r>
                <a:rPr lang="en-US" kern="0" dirty="0">
                  <a:solidFill>
                    <a:srgbClr val="000000"/>
                  </a:solidFill>
                </a:rPr>
                <a:t>*</a:t>
              </a:r>
            </a:p>
          </p:txBody>
        </p:sp>
      </p:grpSp>
      <p:sp>
        <p:nvSpPr>
          <p:cNvPr id="248" name="TextBox 247">
            <a:extLst>
              <a:ext uri="{FF2B5EF4-FFF2-40B4-BE49-F238E27FC236}">
                <a16:creationId xmlns:a16="http://schemas.microsoft.com/office/drawing/2014/main" id="{9F945705-AC13-4A9F-939D-8A5DFB1467B4}"/>
              </a:ext>
            </a:extLst>
          </p:cNvPr>
          <p:cNvSpPr txBox="1"/>
          <p:nvPr/>
        </p:nvSpPr>
        <p:spPr>
          <a:xfrm>
            <a:off x="8315932" y="5469219"/>
            <a:ext cx="1034257" cy="276999"/>
          </a:xfrm>
          <a:prstGeom prst="rect">
            <a:avLst/>
          </a:prstGeom>
          <a:noFill/>
        </p:spPr>
        <p:txBody>
          <a:bodyPr wrap="none" rtlCol="0">
            <a:spAutoFit/>
          </a:bodyPr>
          <a:lstStyle/>
          <a:p>
            <a:pPr algn="ctr" defTabSz="914400" fontAlgn="base">
              <a:spcBef>
                <a:spcPct val="0"/>
              </a:spcBef>
              <a:spcAft>
                <a:spcPct val="0"/>
              </a:spcAft>
              <a:defRPr/>
            </a:pPr>
            <a:r>
              <a:rPr lang="en-US" sz="1200" b="1" kern="0" dirty="0">
                <a:solidFill>
                  <a:srgbClr val="000000"/>
                </a:solidFill>
                <a:latin typeface="Arial"/>
              </a:rPr>
              <a:t>4294967296</a:t>
            </a:r>
          </a:p>
        </p:txBody>
      </p:sp>
      <p:sp>
        <p:nvSpPr>
          <p:cNvPr id="249" name="TextBox 248">
            <a:extLst>
              <a:ext uri="{FF2B5EF4-FFF2-40B4-BE49-F238E27FC236}">
                <a16:creationId xmlns:a16="http://schemas.microsoft.com/office/drawing/2014/main" id="{A36F3BE6-3540-4B25-95AB-1143F188C0F8}"/>
              </a:ext>
            </a:extLst>
          </p:cNvPr>
          <p:cNvSpPr txBox="1"/>
          <p:nvPr/>
        </p:nvSpPr>
        <p:spPr>
          <a:xfrm>
            <a:off x="6037811" y="5046764"/>
            <a:ext cx="279243" cy="461665"/>
          </a:xfrm>
          <a:prstGeom prst="rect">
            <a:avLst/>
          </a:prstGeom>
          <a:noFill/>
        </p:spPr>
        <p:txBody>
          <a:bodyPr wrap="none" rtlCol="0">
            <a:spAutoFit/>
          </a:bodyPr>
          <a:lstStyle/>
          <a:p>
            <a:pPr algn="r" defTabSz="914400" fontAlgn="base">
              <a:spcBef>
                <a:spcPct val="0"/>
              </a:spcBef>
              <a:spcAft>
                <a:spcPct val="0"/>
              </a:spcAft>
              <a:defRPr/>
            </a:pPr>
            <a:r>
              <a:rPr lang="en-US" sz="1200" b="1" kern="0" dirty="0">
                <a:solidFill>
                  <a:srgbClr val="000000"/>
                </a:solidFill>
                <a:latin typeface="Arial"/>
              </a:rPr>
              <a:t>a</a:t>
            </a:r>
          </a:p>
          <a:p>
            <a:pPr algn="r" defTabSz="914400" fontAlgn="base">
              <a:spcBef>
                <a:spcPct val="0"/>
              </a:spcBef>
              <a:spcAft>
                <a:spcPct val="0"/>
              </a:spcAft>
              <a:defRPr/>
            </a:pPr>
            <a:r>
              <a:rPr lang="en-US" sz="1200" b="1" kern="0" dirty="0">
                <a:solidFill>
                  <a:srgbClr val="000000"/>
                </a:solidFill>
                <a:latin typeface="Arial"/>
              </a:rPr>
              <a:t>b</a:t>
            </a:r>
          </a:p>
        </p:txBody>
      </p:sp>
      <p:sp>
        <p:nvSpPr>
          <p:cNvPr id="250" name="TextBox 249">
            <a:extLst>
              <a:ext uri="{FF2B5EF4-FFF2-40B4-BE49-F238E27FC236}">
                <a16:creationId xmlns:a16="http://schemas.microsoft.com/office/drawing/2014/main" id="{8403862E-9BDB-4C78-A82C-7E38A0B8D8D3}"/>
              </a:ext>
            </a:extLst>
          </p:cNvPr>
          <p:cNvSpPr txBox="1"/>
          <p:nvPr/>
        </p:nvSpPr>
        <p:spPr>
          <a:xfrm>
            <a:off x="8143736" y="5055523"/>
            <a:ext cx="1279833" cy="461665"/>
          </a:xfrm>
          <a:prstGeom prst="rect">
            <a:avLst/>
          </a:prstGeom>
          <a:noFill/>
        </p:spPr>
        <p:txBody>
          <a:bodyPr wrap="square" rtlCol="0">
            <a:spAutoFit/>
          </a:bodyPr>
          <a:lstStyle/>
          <a:p>
            <a:pPr algn="ctr" defTabSz="914400" fontAlgn="base">
              <a:spcBef>
                <a:spcPct val="0"/>
              </a:spcBef>
              <a:spcAft>
                <a:spcPct val="0"/>
              </a:spcAft>
              <a:defRPr/>
            </a:pPr>
            <a:r>
              <a:rPr lang="en-US" sz="1200" b="1" kern="0" dirty="0">
                <a:solidFill>
                  <a:srgbClr val="000000"/>
                </a:solidFill>
                <a:latin typeface="Arial"/>
              </a:rPr>
              <a:t>65536</a:t>
            </a:r>
          </a:p>
          <a:p>
            <a:pPr algn="ctr" defTabSz="914400" fontAlgn="base">
              <a:spcBef>
                <a:spcPct val="0"/>
              </a:spcBef>
              <a:spcAft>
                <a:spcPct val="0"/>
              </a:spcAft>
              <a:defRPr/>
            </a:pPr>
            <a:r>
              <a:rPr lang="en-US" sz="1200" b="1" kern="0" dirty="0">
                <a:solidFill>
                  <a:srgbClr val="000000"/>
                </a:solidFill>
                <a:latin typeface="Arial"/>
              </a:rPr>
              <a:t>65536</a:t>
            </a:r>
          </a:p>
        </p:txBody>
      </p:sp>
      <p:grpSp>
        <p:nvGrpSpPr>
          <p:cNvPr id="251" name="Group 35">
            <a:extLst>
              <a:ext uri="{FF2B5EF4-FFF2-40B4-BE49-F238E27FC236}">
                <a16:creationId xmlns:a16="http://schemas.microsoft.com/office/drawing/2014/main" id="{E9749486-9E99-447D-A6E4-791846705540}"/>
              </a:ext>
            </a:extLst>
          </p:cNvPr>
          <p:cNvGrpSpPr>
            <a:grpSpLocks/>
          </p:cNvGrpSpPr>
          <p:nvPr/>
        </p:nvGrpSpPr>
        <p:grpSpPr bwMode="auto">
          <a:xfrm>
            <a:off x="6393800" y="4384635"/>
            <a:ext cx="1749934" cy="158103"/>
            <a:chOff x="4821308" y="5861837"/>
            <a:chExt cx="1312792" cy="158261"/>
          </a:xfrm>
        </p:grpSpPr>
        <p:sp>
          <p:nvSpPr>
            <p:cNvPr id="252" name="Rectangle 251">
              <a:extLst>
                <a:ext uri="{FF2B5EF4-FFF2-40B4-BE49-F238E27FC236}">
                  <a16:creationId xmlns:a16="http://schemas.microsoft.com/office/drawing/2014/main" id="{694CCBD1-1273-4DE4-8D6F-AB4932A327F4}"/>
                </a:ext>
              </a:extLst>
            </p:cNvPr>
            <p:cNvSpPr/>
            <p:nvPr/>
          </p:nvSpPr>
          <p:spPr>
            <a:xfrm>
              <a:off x="5113330" y="5862425"/>
              <a:ext cx="122238" cy="155731"/>
            </a:xfrm>
            <a:prstGeom prst="rect">
              <a:avLst/>
            </a:prstGeom>
            <a:gradFill rotWithShape="1">
              <a:gsLst>
                <a:gs pos="0">
                  <a:srgbClr val="6D7076">
                    <a:lumMod val="75000"/>
                  </a:srgbClr>
                </a:gs>
                <a:gs pos="100000">
                  <a:srgbClr val="6D7076">
                    <a:lumMod val="40000"/>
                    <a:lumOff val="60000"/>
                  </a:srgbClr>
                </a:gs>
              </a:gsLst>
              <a:lin ang="16200000" scaled="0"/>
            </a:gradFill>
            <a:ln w="9525" cap="flat" cmpd="sng" algn="ctr">
              <a:solidFill>
                <a:srgbClr val="6D7076">
                  <a:lumMod val="50000"/>
                </a:srgbClr>
              </a:solidFill>
              <a:prstDash val="solid"/>
            </a:ln>
            <a:effectLst>
              <a:outerShdw blurRad="40000" dist="23000" dir="5400000" rotWithShape="0">
                <a:srgbClr val="000000">
                  <a:alpha val="35000"/>
                </a:srgbClr>
              </a:outerShdw>
            </a:effectLst>
          </p:spPr>
          <p:txBody>
            <a:bodyPr lIns="0" rIns="0" anchor="ctr"/>
            <a:lstStyle/>
            <a:p>
              <a:pPr algn="ctr" defTabSz="914400" fontAlgn="base">
                <a:spcBef>
                  <a:spcPct val="0"/>
                </a:spcBef>
                <a:spcAft>
                  <a:spcPct val="0"/>
                </a:spcAft>
                <a:defRPr/>
              </a:pPr>
              <a:r>
                <a:rPr lang="en-US" sz="1200" kern="0" dirty="0">
                  <a:solidFill>
                    <a:srgbClr val="FFFFFF"/>
                  </a:solidFill>
                  <a:latin typeface="Arial"/>
                </a:rPr>
                <a:t>0</a:t>
              </a:r>
            </a:p>
          </p:txBody>
        </p:sp>
        <p:sp>
          <p:nvSpPr>
            <p:cNvPr id="253" name="Rectangle 252">
              <a:extLst>
                <a:ext uri="{FF2B5EF4-FFF2-40B4-BE49-F238E27FC236}">
                  <a16:creationId xmlns:a16="http://schemas.microsoft.com/office/drawing/2014/main" id="{A282D580-2F24-476C-A475-4D32C28585E2}"/>
                </a:ext>
              </a:extLst>
            </p:cNvPr>
            <p:cNvSpPr/>
            <p:nvPr/>
          </p:nvSpPr>
          <p:spPr>
            <a:xfrm>
              <a:off x="5707063" y="5862425"/>
              <a:ext cx="122237" cy="155731"/>
            </a:xfrm>
            <a:prstGeom prst="rect">
              <a:avLst/>
            </a:prstGeom>
            <a:gradFill rotWithShape="1">
              <a:gsLst>
                <a:gs pos="0">
                  <a:srgbClr val="6D7076">
                    <a:lumMod val="75000"/>
                  </a:srgbClr>
                </a:gs>
                <a:gs pos="100000">
                  <a:srgbClr val="6D7076">
                    <a:lumMod val="60000"/>
                    <a:lumOff val="40000"/>
                  </a:srgbClr>
                </a:gs>
              </a:gsLst>
              <a:lin ang="16200000" scaled="0"/>
            </a:gradFill>
            <a:ln w="9525" cap="flat" cmpd="sng" algn="ctr">
              <a:solidFill>
                <a:srgbClr val="6D7076">
                  <a:lumMod val="50000"/>
                </a:srgbClr>
              </a:solidFill>
              <a:prstDash val="solid"/>
            </a:ln>
            <a:effectLst>
              <a:outerShdw blurRad="40000" dist="23000" dir="5400000" rotWithShape="0">
                <a:srgbClr val="000000">
                  <a:alpha val="35000"/>
                </a:srgbClr>
              </a:outerShdw>
            </a:effectLst>
          </p:spPr>
          <p:txBody>
            <a:bodyPr lIns="0" rIns="0" anchor="ctr"/>
            <a:lstStyle/>
            <a:p>
              <a:pPr algn="ctr" defTabSz="914400" fontAlgn="base">
                <a:spcBef>
                  <a:spcPct val="0"/>
                </a:spcBef>
                <a:spcAft>
                  <a:spcPct val="0"/>
                </a:spcAft>
                <a:defRPr/>
              </a:pPr>
              <a:r>
                <a:rPr lang="en-US" sz="1200" kern="0" dirty="0">
                  <a:solidFill>
                    <a:srgbClr val="FFFFFF"/>
                  </a:solidFill>
                  <a:latin typeface="Arial"/>
                </a:rPr>
                <a:t>0</a:t>
              </a:r>
            </a:p>
          </p:txBody>
        </p:sp>
        <p:sp>
          <p:nvSpPr>
            <p:cNvPr id="254" name="Rectangle 253">
              <a:extLst>
                <a:ext uri="{FF2B5EF4-FFF2-40B4-BE49-F238E27FC236}">
                  <a16:creationId xmlns:a16="http://schemas.microsoft.com/office/drawing/2014/main" id="{8E6B8BD7-E1F3-4D23-B763-14DE0A8F2589}"/>
                </a:ext>
              </a:extLst>
            </p:cNvPr>
            <p:cNvSpPr/>
            <p:nvPr/>
          </p:nvSpPr>
          <p:spPr>
            <a:xfrm>
              <a:off x="5859463" y="5862425"/>
              <a:ext cx="122237" cy="155731"/>
            </a:xfrm>
            <a:prstGeom prst="rect">
              <a:avLst/>
            </a:prstGeom>
            <a:gradFill rotWithShape="1">
              <a:gsLst>
                <a:gs pos="0">
                  <a:srgbClr val="6D7076">
                    <a:lumMod val="75000"/>
                  </a:srgbClr>
                </a:gs>
                <a:gs pos="100000">
                  <a:srgbClr val="6D7076">
                    <a:lumMod val="60000"/>
                    <a:lumOff val="40000"/>
                  </a:srgbClr>
                </a:gs>
              </a:gsLst>
              <a:lin ang="16200000" scaled="0"/>
            </a:gradFill>
            <a:ln w="9525" cap="flat" cmpd="sng" algn="ctr">
              <a:solidFill>
                <a:srgbClr val="6D7076">
                  <a:lumMod val="50000"/>
                </a:srgbClr>
              </a:solidFill>
              <a:prstDash val="solid"/>
            </a:ln>
            <a:effectLst>
              <a:outerShdw blurRad="40000" dist="23000" dir="5400000" rotWithShape="0">
                <a:srgbClr val="000000">
                  <a:alpha val="35000"/>
                </a:srgbClr>
              </a:outerShdw>
            </a:effectLst>
          </p:spPr>
          <p:txBody>
            <a:bodyPr lIns="0" rIns="0" anchor="ctr"/>
            <a:lstStyle/>
            <a:p>
              <a:pPr algn="ctr" defTabSz="914400" fontAlgn="base">
                <a:spcBef>
                  <a:spcPct val="0"/>
                </a:spcBef>
                <a:spcAft>
                  <a:spcPct val="0"/>
                </a:spcAft>
                <a:defRPr/>
              </a:pPr>
              <a:r>
                <a:rPr lang="en-US" sz="1200" kern="0" dirty="0">
                  <a:solidFill>
                    <a:srgbClr val="FFFFFF"/>
                  </a:solidFill>
                  <a:latin typeface="Arial"/>
                </a:rPr>
                <a:t>0</a:t>
              </a:r>
            </a:p>
          </p:txBody>
        </p:sp>
        <p:sp>
          <p:nvSpPr>
            <p:cNvPr id="255" name="Rectangle 254">
              <a:extLst>
                <a:ext uri="{FF2B5EF4-FFF2-40B4-BE49-F238E27FC236}">
                  <a16:creationId xmlns:a16="http://schemas.microsoft.com/office/drawing/2014/main" id="{C31CAF19-71F1-45DC-8488-3FFB9F0E3F95}"/>
                </a:ext>
              </a:extLst>
            </p:cNvPr>
            <p:cNvSpPr/>
            <p:nvPr/>
          </p:nvSpPr>
          <p:spPr>
            <a:xfrm>
              <a:off x="6011863" y="5862425"/>
              <a:ext cx="122237" cy="155731"/>
            </a:xfrm>
            <a:prstGeom prst="rect">
              <a:avLst/>
            </a:prstGeom>
            <a:gradFill rotWithShape="1">
              <a:gsLst>
                <a:gs pos="0">
                  <a:srgbClr val="6D7076">
                    <a:lumMod val="75000"/>
                  </a:srgbClr>
                </a:gs>
                <a:gs pos="100000">
                  <a:srgbClr val="6D7076">
                    <a:lumMod val="60000"/>
                    <a:lumOff val="40000"/>
                  </a:srgbClr>
                </a:gs>
              </a:gsLst>
              <a:lin ang="16200000" scaled="0"/>
            </a:gradFill>
            <a:ln w="9525" cap="flat" cmpd="sng" algn="ctr">
              <a:solidFill>
                <a:srgbClr val="6D7076">
                  <a:lumMod val="50000"/>
                </a:srgbClr>
              </a:solidFill>
              <a:prstDash val="solid"/>
            </a:ln>
            <a:effectLst>
              <a:outerShdw blurRad="40000" dist="23000" dir="5400000" rotWithShape="0">
                <a:srgbClr val="000000">
                  <a:alpha val="35000"/>
                </a:srgbClr>
              </a:outerShdw>
            </a:effectLst>
          </p:spPr>
          <p:txBody>
            <a:bodyPr lIns="0" rIns="0" anchor="ctr"/>
            <a:lstStyle/>
            <a:p>
              <a:pPr algn="ctr" defTabSz="914400" fontAlgn="base">
                <a:spcBef>
                  <a:spcPct val="0"/>
                </a:spcBef>
                <a:spcAft>
                  <a:spcPct val="0"/>
                </a:spcAft>
                <a:defRPr/>
              </a:pPr>
              <a:r>
                <a:rPr lang="en-US" sz="1200" kern="0" dirty="0">
                  <a:solidFill>
                    <a:srgbClr val="FFFFFF"/>
                  </a:solidFill>
                  <a:latin typeface="Arial"/>
                </a:rPr>
                <a:t>0</a:t>
              </a:r>
            </a:p>
          </p:txBody>
        </p:sp>
        <p:sp>
          <p:nvSpPr>
            <p:cNvPr id="256" name="Rectangle 255">
              <a:extLst>
                <a:ext uri="{FF2B5EF4-FFF2-40B4-BE49-F238E27FC236}">
                  <a16:creationId xmlns:a16="http://schemas.microsoft.com/office/drawing/2014/main" id="{63B918B8-4538-4E06-A2A4-CB4D2161D8AC}"/>
                </a:ext>
              </a:extLst>
            </p:cNvPr>
            <p:cNvSpPr/>
            <p:nvPr/>
          </p:nvSpPr>
          <p:spPr>
            <a:xfrm>
              <a:off x="5257793" y="5862425"/>
              <a:ext cx="122237" cy="155731"/>
            </a:xfrm>
            <a:prstGeom prst="rect">
              <a:avLst/>
            </a:prstGeom>
            <a:gradFill rotWithShape="1">
              <a:gsLst>
                <a:gs pos="0">
                  <a:srgbClr val="6D7076">
                    <a:lumMod val="75000"/>
                  </a:srgbClr>
                </a:gs>
                <a:gs pos="100000">
                  <a:srgbClr val="6D7076">
                    <a:lumMod val="40000"/>
                    <a:lumOff val="60000"/>
                  </a:srgbClr>
                </a:gs>
              </a:gsLst>
              <a:lin ang="16200000" scaled="0"/>
            </a:gradFill>
            <a:ln w="9525" cap="flat" cmpd="sng" algn="ctr">
              <a:solidFill>
                <a:srgbClr val="6D7076">
                  <a:lumMod val="50000"/>
                </a:srgbClr>
              </a:solidFill>
              <a:prstDash val="solid"/>
            </a:ln>
            <a:effectLst>
              <a:outerShdw blurRad="40000" dist="23000" dir="5400000" rotWithShape="0">
                <a:srgbClr val="000000">
                  <a:alpha val="35000"/>
                </a:srgbClr>
              </a:outerShdw>
            </a:effectLst>
          </p:spPr>
          <p:txBody>
            <a:bodyPr lIns="0" rIns="0" anchor="ctr"/>
            <a:lstStyle/>
            <a:p>
              <a:pPr algn="ctr" defTabSz="914400" fontAlgn="base">
                <a:spcBef>
                  <a:spcPct val="0"/>
                </a:spcBef>
                <a:spcAft>
                  <a:spcPct val="0"/>
                </a:spcAft>
                <a:defRPr/>
              </a:pPr>
              <a:r>
                <a:rPr lang="en-US" sz="1200" kern="0" dirty="0">
                  <a:solidFill>
                    <a:srgbClr val="FFFFFF"/>
                  </a:solidFill>
                  <a:latin typeface="Arial"/>
                </a:rPr>
                <a:t>0</a:t>
              </a:r>
            </a:p>
          </p:txBody>
        </p:sp>
        <p:sp>
          <p:nvSpPr>
            <p:cNvPr id="257" name="Rectangle 256">
              <a:extLst>
                <a:ext uri="{FF2B5EF4-FFF2-40B4-BE49-F238E27FC236}">
                  <a16:creationId xmlns:a16="http://schemas.microsoft.com/office/drawing/2014/main" id="{03E69D92-26D5-497C-904F-A0CB568A0F70}"/>
                </a:ext>
              </a:extLst>
            </p:cNvPr>
            <p:cNvSpPr/>
            <p:nvPr/>
          </p:nvSpPr>
          <p:spPr>
            <a:xfrm>
              <a:off x="5402263" y="5862425"/>
              <a:ext cx="122237" cy="155731"/>
            </a:xfrm>
            <a:prstGeom prst="rect">
              <a:avLst/>
            </a:prstGeom>
            <a:gradFill rotWithShape="1">
              <a:gsLst>
                <a:gs pos="0">
                  <a:srgbClr val="6D7076">
                    <a:lumMod val="75000"/>
                  </a:srgbClr>
                </a:gs>
                <a:gs pos="100000">
                  <a:srgbClr val="6D7076">
                    <a:lumMod val="40000"/>
                    <a:lumOff val="60000"/>
                  </a:srgbClr>
                </a:gs>
              </a:gsLst>
              <a:lin ang="16200000" scaled="0"/>
            </a:gradFill>
            <a:ln w="9525" cap="flat" cmpd="sng" algn="ctr">
              <a:solidFill>
                <a:srgbClr val="6D7076">
                  <a:lumMod val="50000"/>
                </a:srgbClr>
              </a:solidFill>
              <a:prstDash val="solid"/>
            </a:ln>
            <a:effectLst>
              <a:outerShdw blurRad="40000" dist="23000" dir="5400000" rotWithShape="0">
                <a:srgbClr val="000000">
                  <a:alpha val="35000"/>
                </a:srgbClr>
              </a:outerShdw>
            </a:effectLst>
          </p:spPr>
          <p:txBody>
            <a:bodyPr lIns="0" rIns="0" anchor="ctr"/>
            <a:lstStyle/>
            <a:p>
              <a:pPr algn="ctr" defTabSz="914400" fontAlgn="base">
                <a:spcBef>
                  <a:spcPct val="0"/>
                </a:spcBef>
                <a:spcAft>
                  <a:spcPct val="0"/>
                </a:spcAft>
                <a:defRPr/>
              </a:pPr>
              <a:r>
                <a:rPr lang="en-US" sz="1200" kern="0" dirty="0">
                  <a:solidFill>
                    <a:srgbClr val="FFFFFF"/>
                  </a:solidFill>
                  <a:latin typeface="Arial"/>
                </a:rPr>
                <a:t>0</a:t>
              </a:r>
            </a:p>
          </p:txBody>
        </p:sp>
        <p:sp>
          <p:nvSpPr>
            <p:cNvPr id="258" name="Rectangle 257">
              <a:extLst>
                <a:ext uri="{FF2B5EF4-FFF2-40B4-BE49-F238E27FC236}">
                  <a16:creationId xmlns:a16="http://schemas.microsoft.com/office/drawing/2014/main" id="{9E16FF57-662F-4E84-9090-CB1BDCDAD55E}"/>
                </a:ext>
              </a:extLst>
            </p:cNvPr>
            <p:cNvSpPr/>
            <p:nvPr/>
          </p:nvSpPr>
          <p:spPr>
            <a:xfrm>
              <a:off x="5546725" y="5862425"/>
              <a:ext cx="122238" cy="155731"/>
            </a:xfrm>
            <a:prstGeom prst="rect">
              <a:avLst/>
            </a:prstGeom>
            <a:gradFill rotWithShape="1">
              <a:gsLst>
                <a:gs pos="0">
                  <a:srgbClr val="6D7076">
                    <a:lumMod val="75000"/>
                  </a:srgbClr>
                </a:gs>
                <a:gs pos="100000">
                  <a:srgbClr val="6D7076">
                    <a:lumMod val="40000"/>
                    <a:lumOff val="60000"/>
                  </a:srgbClr>
                </a:gs>
              </a:gsLst>
              <a:lin ang="16200000" scaled="0"/>
            </a:gradFill>
            <a:ln w="9525" cap="flat" cmpd="sng" algn="ctr">
              <a:solidFill>
                <a:srgbClr val="6D7076">
                  <a:lumMod val="50000"/>
                </a:srgbClr>
              </a:solidFill>
              <a:prstDash val="solid"/>
            </a:ln>
            <a:effectLst>
              <a:outerShdw blurRad="40000" dist="23000" dir="5400000" rotWithShape="0">
                <a:srgbClr val="000000">
                  <a:alpha val="35000"/>
                </a:srgbClr>
              </a:outerShdw>
            </a:effectLst>
          </p:spPr>
          <p:txBody>
            <a:bodyPr lIns="0" rIns="0" anchor="ctr"/>
            <a:lstStyle/>
            <a:p>
              <a:pPr algn="ctr" defTabSz="914400" fontAlgn="base">
                <a:spcBef>
                  <a:spcPct val="0"/>
                </a:spcBef>
                <a:spcAft>
                  <a:spcPct val="0"/>
                </a:spcAft>
                <a:defRPr/>
              </a:pPr>
              <a:r>
                <a:rPr lang="en-US" sz="1200" kern="0" dirty="0">
                  <a:solidFill>
                    <a:srgbClr val="FFFFFF"/>
                  </a:solidFill>
                  <a:latin typeface="Arial"/>
                </a:rPr>
                <a:t>0</a:t>
              </a:r>
            </a:p>
          </p:txBody>
        </p:sp>
        <p:sp>
          <p:nvSpPr>
            <p:cNvPr id="259" name="Rectangle 258">
              <a:extLst>
                <a:ext uri="{FF2B5EF4-FFF2-40B4-BE49-F238E27FC236}">
                  <a16:creationId xmlns:a16="http://schemas.microsoft.com/office/drawing/2014/main" id="{E0F6F654-7B7D-4C04-8A26-9758E5DB6BEE}"/>
                </a:ext>
              </a:extLst>
            </p:cNvPr>
            <p:cNvSpPr/>
            <p:nvPr/>
          </p:nvSpPr>
          <p:spPr>
            <a:xfrm>
              <a:off x="4970828" y="5861837"/>
              <a:ext cx="122237" cy="155730"/>
            </a:xfrm>
            <a:prstGeom prst="rect">
              <a:avLst/>
            </a:prstGeom>
            <a:gradFill rotWithShape="1">
              <a:gsLst>
                <a:gs pos="0">
                  <a:srgbClr val="6D7076">
                    <a:lumMod val="75000"/>
                  </a:srgbClr>
                </a:gs>
                <a:gs pos="100000">
                  <a:srgbClr val="6D7076">
                    <a:lumMod val="40000"/>
                    <a:lumOff val="60000"/>
                  </a:srgbClr>
                </a:gs>
              </a:gsLst>
              <a:lin ang="16200000" scaled="0"/>
            </a:gradFill>
            <a:ln w="9525" cap="flat" cmpd="sng" algn="ctr">
              <a:solidFill>
                <a:srgbClr val="6D7076">
                  <a:lumMod val="50000"/>
                </a:srgbClr>
              </a:solidFill>
              <a:prstDash val="solid"/>
            </a:ln>
            <a:effectLst>
              <a:outerShdw blurRad="40000" dist="23000" dir="5400000" rotWithShape="0">
                <a:srgbClr val="000000">
                  <a:alpha val="35000"/>
                </a:srgbClr>
              </a:outerShdw>
            </a:effectLst>
          </p:spPr>
          <p:txBody>
            <a:bodyPr lIns="0" rIns="0" anchor="ctr"/>
            <a:lstStyle/>
            <a:p>
              <a:pPr algn="ctr" defTabSz="914400" fontAlgn="base">
                <a:spcBef>
                  <a:spcPct val="0"/>
                </a:spcBef>
                <a:spcAft>
                  <a:spcPct val="0"/>
                </a:spcAft>
                <a:defRPr/>
              </a:pPr>
              <a:r>
                <a:rPr lang="en-US" sz="1200" kern="0" dirty="0">
                  <a:solidFill>
                    <a:srgbClr val="FFFFFF"/>
                  </a:solidFill>
                  <a:latin typeface="Arial"/>
                </a:rPr>
                <a:t>0</a:t>
              </a:r>
            </a:p>
          </p:txBody>
        </p:sp>
        <p:sp>
          <p:nvSpPr>
            <p:cNvPr id="260" name="Rectangle 259">
              <a:extLst>
                <a:ext uri="{FF2B5EF4-FFF2-40B4-BE49-F238E27FC236}">
                  <a16:creationId xmlns:a16="http://schemas.microsoft.com/office/drawing/2014/main" id="{17F944E7-5BD0-4192-9A4B-70C52C55D785}"/>
                </a:ext>
              </a:extLst>
            </p:cNvPr>
            <p:cNvSpPr/>
            <p:nvPr/>
          </p:nvSpPr>
          <p:spPr>
            <a:xfrm>
              <a:off x="4821308" y="5864368"/>
              <a:ext cx="122237" cy="155730"/>
            </a:xfrm>
            <a:prstGeom prst="rect">
              <a:avLst/>
            </a:prstGeom>
            <a:gradFill rotWithShape="1">
              <a:gsLst>
                <a:gs pos="0">
                  <a:srgbClr val="6D7076">
                    <a:lumMod val="75000"/>
                  </a:srgbClr>
                </a:gs>
                <a:gs pos="100000">
                  <a:srgbClr val="6D7076">
                    <a:lumMod val="40000"/>
                    <a:lumOff val="60000"/>
                  </a:srgbClr>
                </a:gs>
              </a:gsLst>
              <a:lin ang="16200000" scaled="0"/>
            </a:gradFill>
            <a:ln w="9525" cap="flat" cmpd="sng" algn="ctr">
              <a:solidFill>
                <a:srgbClr val="6D7076">
                  <a:lumMod val="50000"/>
                </a:srgbClr>
              </a:solidFill>
              <a:prstDash val="solid"/>
            </a:ln>
            <a:effectLst>
              <a:outerShdw blurRad="40000" dist="23000" dir="5400000" rotWithShape="0">
                <a:srgbClr val="000000">
                  <a:alpha val="35000"/>
                </a:srgbClr>
              </a:outerShdw>
            </a:effectLst>
          </p:spPr>
          <p:txBody>
            <a:bodyPr lIns="0" rIns="0" anchor="ctr"/>
            <a:lstStyle/>
            <a:p>
              <a:pPr algn="ctr" defTabSz="914400" fontAlgn="base">
                <a:spcBef>
                  <a:spcPct val="0"/>
                </a:spcBef>
                <a:spcAft>
                  <a:spcPct val="0"/>
                </a:spcAft>
                <a:defRPr/>
              </a:pPr>
              <a:r>
                <a:rPr lang="en-US" sz="1200" kern="0" dirty="0">
                  <a:solidFill>
                    <a:srgbClr val="FFFFFF"/>
                  </a:solidFill>
                  <a:latin typeface="Arial"/>
                </a:rPr>
                <a:t>0</a:t>
              </a:r>
            </a:p>
          </p:txBody>
        </p:sp>
      </p:grpSp>
      <p:cxnSp>
        <p:nvCxnSpPr>
          <p:cNvPr id="261" name="Straight Connector 260">
            <a:extLst>
              <a:ext uri="{FF2B5EF4-FFF2-40B4-BE49-F238E27FC236}">
                <a16:creationId xmlns:a16="http://schemas.microsoft.com/office/drawing/2014/main" id="{0D21BB59-34AB-4BDC-B607-23171114DDB8}"/>
              </a:ext>
            </a:extLst>
          </p:cNvPr>
          <p:cNvCxnSpPr/>
          <p:nvPr/>
        </p:nvCxnSpPr>
        <p:spPr bwMode="auto">
          <a:xfrm>
            <a:off x="6351968" y="4341033"/>
            <a:ext cx="1874638" cy="9689"/>
          </a:xfrm>
          <a:prstGeom prst="line">
            <a:avLst/>
          </a:prstGeom>
          <a:noFill/>
          <a:ln w="25400" cap="flat" cmpd="sng" algn="ctr">
            <a:solidFill>
              <a:srgbClr val="008CA8"/>
            </a:solidFill>
            <a:prstDash val="solid"/>
          </a:ln>
          <a:effectLst>
            <a:outerShdw blurRad="40000" dist="20000" dir="5400000" rotWithShape="0">
              <a:srgbClr val="000000">
                <a:alpha val="38000"/>
              </a:srgbClr>
            </a:outerShdw>
          </a:effectLst>
        </p:spPr>
      </p:cxnSp>
      <p:sp>
        <p:nvSpPr>
          <p:cNvPr id="262" name="TextBox 261">
            <a:extLst>
              <a:ext uri="{FF2B5EF4-FFF2-40B4-BE49-F238E27FC236}">
                <a16:creationId xmlns:a16="http://schemas.microsoft.com/office/drawing/2014/main" id="{7CE91DCF-F8EB-4D2D-9BB0-6B31DBB34806}"/>
              </a:ext>
            </a:extLst>
          </p:cNvPr>
          <p:cNvSpPr txBox="1"/>
          <p:nvPr/>
        </p:nvSpPr>
        <p:spPr>
          <a:xfrm>
            <a:off x="8188626" y="4342558"/>
            <a:ext cx="269625" cy="276999"/>
          </a:xfrm>
          <a:prstGeom prst="rect">
            <a:avLst/>
          </a:prstGeom>
          <a:noFill/>
        </p:spPr>
        <p:txBody>
          <a:bodyPr wrap="none" rtlCol="0">
            <a:spAutoFit/>
          </a:bodyPr>
          <a:lstStyle/>
          <a:p>
            <a:pPr algn="ctr" defTabSz="914400" fontAlgn="base">
              <a:spcBef>
                <a:spcPct val="0"/>
              </a:spcBef>
              <a:spcAft>
                <a:spcPct val="0"/>
              </a:spcAft>
              <a:defRPr/>
            </a:pPr>
            <a:r>
              <a:rPr lang="en-US" sz="1200" b="1" kern="0" dirty="0">
                <a:solidFill>
                  <a:srgbClr val="000000"/>
                </a:solidFill>
                <a:latin typeface="Arial"/>
              </a:rPr>
              <a:t>0</a:t>
            </a:r>
          </a:p>
        </p:txBody>
      </p:sp>
      <p:sp>
        <p:nvSpPr>
          <p:cNvPr id="263" name="TextBox 262">
            <a:extLst>
              <a:ext uri="{FF2B5EF4-FFF2-40B4-BE49-F238E27FC236}">
                <a16:creationId xmlns:a16="http://schemas.microsoft.com/office/drawing/2014/main" id="{065A5D73-3450-4316-A878-0A732979E019}"/>
              </a:ext>
            </a:extLst>
          </p:cNvPr>
          <p:cNvSpPr txBox="1"/>
          <p:nvPr/>
        </p:nvSpPr>
        <p:spPr>
          <a:xfrm>
            <a:off x="1317995" y="3372928"/>
            <a:ext cx="2918020" cy="1323439"/>
          </a:xfrm>
          <a:prstGeom prst="rect">
            <a:avLst/>
          </a:prstGeom>
          <a:gradFill rotWithShape="1">
            <a:gsLst>
              <a:gs pos="0">
                <a:srgbClr val="008CA8">
                  <a:tint val="50000"/>
                  <a:satMod val="300000"/>
                </a:srgbClr>
              </a:gs>
              <a:gs pos="35000">
                <a:srgbClr val="008CA8">
                  <a:tint val="37000"/>
                  <a:satMod val="300000"/>
                </a:srgbClr>
              </a:gs>
              <a:gs pos="100000">
                <a:srgbClr val="008CA8">
                  <a:tint val="15000"/>
                  <a:satMod val="350000"/>
                </a:srgbClr>
              </a:gs>
            </a:gsLst>
            <a:lin ang="16200000" scaled="1"/>
          </a:gradFill>
          <a:ln w="9525" cap="flat" cmpd="sng" algn="ctr">
            <a:solidFill>
              <a:srgbClr val="008CA8">
                <a:shade val="95000"/>
                <a:satMod val="105000"/>
              </a:srgbClr>
            </a:solidFill>
            <a:prstDash val="solid"/>
          </a:ln>
          <a:effectLst>
            <a:outerShdw blurRad="50800" dist="63500" dir="2700000" algn="tl" rotWithShape="0">
              <a:prstClr val="black">
                <a:alpha val="40000"/>
              </a:prstClr>
            </a:outerShdw>
          </a:effectLst>
        </p:spPr>
        <p:txBody>
          <a:bodyPr wrap="square" rtlCol="0">
            <a:spAutoFit/>
          </a:bodyPr>
          <a:lstStyle/>
          <a:p>
            <a:pPr defTabSz="914400" fontAlgn="base">
              <a:spcBef>
                <a:spcPct val="0"/>
              </a:spcBef>
              <a:spcAft>
                <a:spcPct val="0"/>
              </a:spcAft>
              <a:defRPr/>
            </a:pPr>
            <a:r>
              <a:rPr lang="en-US" sz="1000" b="1" kern="0" dirty="0">
                <a:solidFill>
                  <a:srgbClr val="000000"/>
                </a:solidFill>
                <a:latin typeface="Arial"/>
                <a:ea typeface="ＭＳ Ｐゴシック" pitchFamily="18" charset="-128"/>
              </a:rPr>
              <a:t>#include "</a:t>
            </a:r>
            <a:r>
              <a:rPr lang="en-US" sz="1000" b="1" kern="0" dirty="0" err="1">
                <a:solidFill>
                  <a:srgbClr val="000000"/>
                </a:solidFill>
                <a:latin typeface="Arial"/>
                <a:ea typeface="ＭＳ Ｐゴシック" pitchFamily="18" charset="-128"/>
              </a:rPr>
              <a:t>ap_cint.h</a:t>
            </a:r>
            <a:r>
              <a:rPr lang="en-US" sz="1000" b="1" kern="0" dirty="0">
                <a:solidFill>
                  <a:srgbClr val="000000"/>
                </a:solidFill>
                <a:latin typeface="Arial"/>
                <a:ea typeface="ＭＳ Ｐゴシック" pitchFamily="18" charset="-128"/>
              </a:rPr>
              <a:t>"</a:t>
            </a:r>
          </a:p>
          <a:p>
            <a:pPr defTabSz="914400" fontAlgn="base">
              <a:spcBef>
                <a:spcPct val="0"/>
              </a:spcBef>
              <a:spcAft>
                <a:spcPct val="0"/>
              </a:spcAft>
              <a:defRPr/>
            </a:pPr>
            <a:endParaRPr lang="en-US" sz="1000" kern="0" dirty="0">
              <a:solidFill>
                <a:srgbClr val="000000"/>
              </a:solidFill>
              <a:latin typeface="Arial"/>
              <a:ea typeface="ＭＳ Ｐゴシック" pitchFamily="18" charset="-128"/>
            </a:endParaRPr>
          </a:p>
          <a:p>
            <a:pPr defTabSz="914400" fontAlgn="base">
              <a:spcBef>
                <a:spcPct val="0"/>
              </a:spcBef>
              <a:spcAft>
                <a:spcPct val="0"/>
              </a:spcAft>
              <a:defRPr/>
            </a:pPr>
            <a:r>
              <a:rPr lang="en-US" sz="1000" kern="0" dirty="0">
                <a:solidFill>
                  <a:srgbClr val="000000"/>
                </a:solidFill>
                <a:latin typeface="Arial"/>
                <a:ea typeface="ＭＳ Ｐゴシック" pitchFamily="18" charset="-128"/>
              </a:rPr>
              <a:t>int36 mult (int18 a,int18 b) {</a:t>
            </a:r>
          </a:p>
          <a:p>
            <a:pPr defTabSz="914400" fontAlgn="base">
              <a:spcBef>
                <a:spcPct val="0"/>
              </a:spcBef>
              <a:spcAft>
                <a:spcPct val="0"/>
              </a:spcAft>
              <a:defRPr/>
            </a:pPr>
            <a:r>
              <a:rPr lang="en-US" sz="1000" kern="0" dirty="0">
                <a:solidFill>
                  <a:srgbClr val="000000"/>
                </a:solidFill>
                <a:latin typeface="Arial"/>
                <a:ea typeface="ＭＳ Ｐゴシック" pitchFamily="18" charset="-128"/>
              </a:rPr>
              <a:t>  int36  tmp;</a:t>
            </a:r>
          </a:p>
          <a:p>
            <a:pPr defTabSz="914400" fontAlgn="base">
              <a:spcBef>
                <a:spcPct val="0"/>
              </a:spcBef>
              <a:spcAft>
                <a:spcPct val="0"/>
              </a:spcAft>
              <a:defRPr/>
            </a:pPr>
            <a:r>
              <a:rPr lang="en-US" sz="1000" kern="0" dirty="0">
                <a:solidFill>
                  <a:srgbClr val="000000"/>
                </a:solidFill>
                <a:latin typeface="Arial"/>
                <a:ea typeface="ＭＳ Ｐゴシック" pitchFamily="18" charset="-128"/>
              </a:rPr>
              <a:t>  tmp = a * b;</a:t>
            </a:r>
          </a:p>
          <a:p>
            <a:pPr defTabSz="914400" fontAlgn="base">
              <a:spcBef>
                <a:spcPct val="0"/>
              </a:spcBef>
              <a:spcAft>
                <a:spcPct val="0"/>
              </a:spcAft>
              <a:defRPr/>
            </a:pPr>
            <a:r>
              <a:rPr lang="en-US" sz="1000" kern="0" dirty="0">
                <a:solidFill>
                  <a:srgbClr val="000000"/>
                </a:solidFill>
                <a:latin typeface="Arial"/>
                <a:ea typeface="ＭＳ Ｐゴシック" pitchFamily="18" charset="-128"/>
              </a:rPr>
              <a:t>  return tmp;</a:t>
            </a:r>
          </a:p>
          <a:p>
            <a:pPr defTabSz="914400" fontAlgn="base">
              <a:spcBef>
                <a:spcPct val="0"/>
              </a:spcBef>
              <a:spcAft>
                <a:spcPct val="0"/>
              </a:spcAft>
              <a:defRPr/>
            </a:pPr>
            <a:r>
              <a:rPr lang="en-US" sz="1000" kern="0" dirty="0">
                <a:solidFill>
                  <a:srgbClr val="000000"/>
                </a:solidFill>
                <a:latin typeface="Arial"/>
                <a:ea typeface="ＭＳ Ｐゴシック" pitchFamily="18" charset="-128"/>
              </a:rPr>
              <a:t>}</a:t>
            </a:r>
          </a:p>
          <a:p>
            <a:pPr algn="ctr" defTabSz="914400" fontAlgn="base">
              <a:spcBef>
                <a:spcPct val="0"/>
              </a:spcBef>
              <a:spcAft>
                <a:spcPct val="0"/>
              </a:spcAft>
              <a:defRPr/>
            </a:pPr>
            <a:endParaRPr lang="en-US" sz="1000" kern="0" dirty="0">
              <a:solidFill>
                <a:srgbClr val="000000"/>
              </a:solidFill>
              <a:latin typeface="Arial"/>
              <a:ea typeface="ＭＳ Ｐゴシック" pitchFamily="18" charset="-128"/>
            </a:endParaRPr>
          </a:p>
        </p:txBody>
      </p:sp>
      <p:sp>
        <p:nvSpPr>
          <p:cNvPr id="264" name="TextBox 263">
            <a:extLst>
              <a:ext uri="{FF2B5EF4-FFF2-40B4-BE49-F238E27FC236}">
                <a16:creationId xmlns:a16="http://schemas.microsoft.com/office/drawing/2014/main" id="{1AEDC40A-4E93-4A7A-9D15-1329E9DB72E4}"/>
              </a:ext>
            </a:extLst>
          </p:cNvPr>
          <p:cNvSpPr txBox="1"/>
          <p:nvPr/>
        </p:nvSpPr>
        <p:spPr>
          <a:xfrm>
            <a:off x="3672890" y="3928265"/>
            <a:ext cx="1228639" cy="600164"/>
          </a:xfrm>
          <a:prstGeom prst="rect">
            <a:avLst/>
          </a:prstGeom>
          <a:solidFill>
            <a:srgbClr val="FFFF99"/>
          </a:solidFill>
          <a:ln w="28575">
            <a:solidFill>
              <a:srgbClr val="000000"/>
            </a:solidFill>
          </a:ln>
          <a:effectLst>
            <a:innerShdw blurRad="63500" dist="50800" dir="2700000">
              <a:prstClr val="black">
                <a:alpha val="50000"/>
              </a:prstClr>
            </a:innerShdw>
          </a:effectLst>
        </p:spPr>
        <p:txBody>
          <a:bodyPr wrap="square" rtlCol="0">
            <a:spAutoFit/>
          </a:bodyPr>
          <a:lstStyle/>
          <a:p>
            <a:pPr algn="ctr" defTabSz="914400" fontAlgn="base">
              <a:spcBef>
                <a:spcPct val="0"/>
              </a:spcBef>
              <a:spcAft>
                <a:spcPct val="0"/>
              </a:spcAft>
              <a:defRPr/>
            </a:pPr>
            <a:r>
              <a:rPr lang="en-US" sz="1100" b="1" kern="0" dirty="0">
                <a:solidFill>
                  <a:srgbClr val="000000"/>
                </a:solidFill>
                <a:latin typeface="Arial"/>
              </a:rPr>
              <a:t>Given: a=0x10000 </a:t>
            </a:r>
          </a:p>
          <a:p>
            <a:pPr algn="ctr" defTabSz="914400" fontAlgn="base">
              <a:spcBef>
                <a:spcPct val="0"/>
              </a:spcBef>
              <a:spcAft>
                <a:spcPct val="0"/>
              </a:spcAft>
              <a:defRPr/>
            </a:pPr>
            <a:r>
              <a:rPr lang="en-US" sz="1100" b="1" kern="0" dirty="0">
                <a:solidFill>
                  <a:srgbClr val="000000"/>
                </a:solidFill>
                <a:latin typeface="Arial"/>
              </a:rPr>
              <a:t>b=0x10000</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7" presetClass="entr" presetSubtype="0" fill="hold" grpId="0" nodeType="afterEffect">
                                  <p:stCondLst>
                                    <p:cond delay="0"/>
                                  </p:stCondLst>
                                  <p:childTnLst>
                                    <p:set>
                                      <p:cBhvr>
                                        <p:cTn id="6" dur="1" fill="hold">
                                          <p:stCondLst>
                                            <p:cond delay="0"/>
                                          </p:stCondLst>
                                        </p:cTn>
                                        <p:tgtEl>
                                          <p:spTgt spid="211"/>
                                        </p:tgtEl>
                                        <p:attrNameLst>
                                          <p:attrName>style.visibility</p:attrName>
                                        </p:attrNameLst>
                                      </p:cBhvr>
                                      <p:to>
                                        <p:strVal val="visible"/>
                                      </p:to>
                                    </p:set>
                                    <p:animEffect transition="in" filter="fade">
                                      <p:cBhvr>
                                        <p:cTn id="7" dur="1000"/>
                                        <p:tgtEl>
                                          <p:spTgt spid="211"/>
                                        </p:tgtEl>
                                      </p:cBhvr>
                                    </p:animEffect>
                                    <p:anim calcmode="lin" valueType="num">
                                      <p:cBhvr>
                                        <p:cTn id="8" dur="1000" fill="hold"/>
                                        <p:tgtEl>
                                          <p:spTgt spid="211"/>
                                        </p:tgtEl>
                                        <p:attrNameLst>
                                          <p:attrName>ppt_x</p:attrName>
                                        </p:attrNameLst>
                                      </p:cBhvr>
                                      <p:tavLst>
                                        <p:tav tm="0">
                                          <p:val>
                                            <p:strVal val="#ppt_x"/>
                                          </p:val>
                                        </p:tav>
                                        <p:tav tm="100000">
                                          <p:val>
                                            <p:strVal val="#ppt_x"/>
                                          </p:val>
                                        </p:tav>
                                      </p:tavLst>
                                    </p:anim>
                                    <p:anim calcmode="lin" valueType="num">
                                      <p:cBhvr>
                                        <p:cTn id="9" dur="1000" fill="hold"/>
                                        <p:tgtEl>
                                          <p:spTgt spid="211"/>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1" grpId="0" animBg="1"/>
    </p:bldLst>
  </p:timing>
</p:sld>
</file>

<file path=ppt/slides/slide1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trike="sngStrike" dirty="0"/>
              <a:t>C apint types: Bit-Selection &amp; Manipulation</a:t>
            </a:r>
          </a:p>
        </p:txBody>
      </p:sp>
      <p:sp>
        <p:nvSpPr>
          <p:cNvPr id="10" name="Slide Number Placeholder 9"/>
          <p:cNvSpPr>
            <a:spLocks noGrp="1"/>
          </p:cNvSpPr>
          <p:nvPr>
            <p:ph type="sldNum" sz="quarter" idx="10"/>
          </p:nvPr>
        </p:nvSpPr>
        <p:spPr/>
        <p:txBody>
          <a:bodyPr/>
          <a:lstStyle/>
          <a:p>
            <a:pPr defTabSz="914400">
              <a:defRPr/>
            </a:pPr>
            <a:r>
              <a:rPr lang="en-US" dirty="0">
                <a:solidFill>
                  <a:srgbClr val="0C0C0C">
                    <a:tint val="75000"/>
                  </a:srgbClr>
                </a:solidFill>
                <a:latin typeface="Arial"/>
              </a:rPr>
              <a:t>Data Types 14- </a:t>
            </a:r>
            <a:fld id="{060BD193-E118-4B16-863C-C8C12C675E3E}" type="slidenum">
              <a:rPr lang="en-US">
                <a:solidFill>
                  <a:srgbClr val="0C0C0C">
                    <a:tint val="75000"/>
                  </a:srgbClr>
                </a:solidFill>
                <a:latin typeface="Arial"/>
              </a:rPr>
              <a:pPr defTabSz="914400">
                <a:defRPr/>
              </a:pPr>
              <a:t>15</a:t>
            </a:fld>
            <a:endParaRPr lang="en-US" dirty="0">
              <a:solidFill>
                <a:srgbClr val="0C0C0C">
                  <a:tint val="75000"/>
                </a:srgbClr>
              </a:solidFill>
              <a:latin typeface="Arial"/>
            </a:endParaRPr>
          </a:p>
        </p:txBody>
      </p:sp>
      <p:sp>
        <p:nvSpPr>
          <p:cNvPr id="7" name="Slide Number Placeholder 4"/>
          <p:cNvSpPr txBox="1">
            <a:spLocks/>
          </p:cNvSpPr>
          <p:nvPr/>
        </p:nvSpPr>
        <p:spPr>
          <a:xfrm>
            <a:off x="611030" y="6347782"/>
            <a:ext cx="1117309" cy="244475"/>
          </a:xfrm>
          <a:prstGeom prst="rect">
            <a:avLst/>
          </a:prstGeom>
        </p:spPr>
        <p:txBody>
          <a:bodyPr/>
          <a:lstStyle/>
          <a:p>
            <a:pPr defTabSz="457200" fontAlgn="base">
              <a:spcBef>
                <a:spcPct val="0"/>
              </a:spcBef>
              <a:spcAft>
                <a:spcPct val="0"/>
              </a:spcAft>
              <a:defRPr/>
            </a:pPr>
            <a:r>
              <a:rPr lang="en-US" sz="1000">
                <a:solidFill>
                  <a:srgbClr val="FFFFFF"/>
                </a:solidFill>
                <a:latin typeface="Arial" charset="0"/>
                <a:ea typeface="ＭＳ Ｐゴシック" pitchFamily="34" charset="-128"/>
                <a:cs typeface="Arial" charset="0"/>
              </a:rPr>
              <a:t>14- </a:t>
            </a:r>
            <a:fld id="{0E88F696-905B-490D-9D4B-033243675593}" type="slidenum">
              <a:rPr lang="en-US" sz="1000">
                <a:solidFill>
                  <a:srgbClr val="FFFFFF"/>
                </a:solidFill>
                <a:latin typeface="Arial" charset="0"/>
                <a:ea typeface="ＭＳ Ｐゴシック" pitchFamily="34" charset="-128"/>
                <a:cs typeface="Arial" charset="0"/>
              </a:rPr>
              <a:pPr defTabSz="457200" fontAlgn="base">
                <a:spcBef>
                  <a:spcPct val="0"/>
                </a:spcBef>
                <a:spcAft>
                  <a:spcPct val="0"/>
                </a:spcAft>
                <a:defRPr/>
              </a:pPr>
              <a:t>15</a:t>
            </a:fld>
            <a:endParaRPr lang="en-US" sz="1000" dirty="0">
              <a:solidFill>
                <a:srgbClr val="FFFFFF"/>
              </a:solidFill>
              <a:latin typeface="Arial" charset="0"/>
              <a:ea typeface="ＭＳ Ｐゴシック" pitchFamily="34" charset="-128"/>
              <a:cs typeface="Arial" charset="0"/>
            </a:endParaRPr>
          </a:p>
        </p:txBody>
      </p:sp>
      <p:graphicFrame>
        <p:nvGraphicFramePr>
          <p:cNvPr id="6" name="Content Placeholder 14">
            <a:extLst>
              <a:ext uri="{FF2B5EF4-FFF2-40B4-BE49-F238E27FC236}">
                <a16:creationId xmlns:a16="http://schemas.microsoft.com/office/drawing/2014/main" id="{0C6C4DB9-170C-4964-A4AB-D260512D3520}"/>
              </a:ext>
            </a:extLst>
          </p:cNvPr>
          <p:cNvGraphicFramePr>
            <a:graphicFrameLocks/>
          </p:cNvGraphicFramePr>
          <p:nvPr/>
        </p:nvGraphicFramePr>
        <p:xfrm>
          <a:off x="874280" y="1739180"/>
          <a:ext cx="10597020" cy="3291840"/>
        </p:xfrm>
        <a:graphic>
          <a:graphicData uri="http://schemas.openxmlformats.org/drawingml/2006/table">
            <a:tbl>
              <a:tblPr firstCol="1" bandRow="1"/>
              <a:tblGrid>
                <a:gridCol w="2162657">
                  <a:extLst>
                    <a:ext uri="{9D8B030D-6E8A-4147-A177-3AD203B41FA5}">
                      <a16:colId xmlns:a16="http://schemas.microsoft.com/office/drawing/2014/main" val="20000"/>
                    </a:ext>
                  </a:extLst>
                </a:gridCol>
                <a:gridCol w="4031738">
                  <a:extLst>
                    <a:ext uri="{9D8B030D-6E8A-4147-A177-3AD203B41FA5}">
                      <a16:colId xmlns:a16="http://schemas.microsoft.com/office/drawing/2014/main" val="20001"/>
                    </a:ext>
                  </a:extLst>
                </a:gridCol>
                <a:gridCol w="4402625">
                  <a:extLst>
                    <a:ext uri="{9D8B030D-6E8A-4147-A177-3AD203B41FA5}">
                      <a16:colId xmlns:a16="http://schemas.microsoft.com/office/drawing/2014/main" val="20002"/>
                    </a:ext>
                  </a:extLst>
                </a:gridCol>
              </a:tblGrid>
              <a:tr h="0">
                <a:tc gridSpan="2">
                  <a:txBody>
                    <a:bodyPr/>
                    <a:lstStyle>
                      <a:lvl1pPr marL="0" algn="l" defTabSz="914126" rtl="0" eaLnBrk="1" latinLnBrk="0" hangingPunct="1">
                        <a:defRPr sz="1799" b="1" kern="1200">
                          <a:solidFill>
                            <a:schemeClr val="lt1"/>
                          </a:solidFill>
                          <a:latin typeface="Arial"/>
                        </a:defRPr>
                      </a:lvl1pPr>
                      <a:lvl2pPr marL="457063" algn="l" defTabSz="914126" rtl="0" eaLnBrk="1" latinLnBrk="0" hangingPunct="1">
                        <a:defRPr sz="1799" b="1" kern="1200">
                          <a:solidFill>
                            <a:schemeClr val="lt1"/>
                          </a:solidFill>
                          <a:latin typeface="Arial"/>
                        </a:defRPr>
                      </a:lvl2pPr>
                      <a:lvl3pPr marL="914126" algn="l" defTabSz="914126" rtl="0" eaLnBrk="1" latinLnBrk="0" hangingPunct="1">
                        <a:defRPr sz="1799" b="1" kern="1200">
                          <a:solidFill>
                            <a:schemeClr val="lt1"/>
                          </a:solidFill>
                          <a:latin typeface="Arial"/>
                        </a:defRPr>
                      </a:lvl3pPr>
                      <a:lvl4pPr marL="1371189" algn="l" defTabSz="914126" rtl="0" eaLnBrk="1" latinLnBrk="0" hangingPunct="1">
                        <a:defRPr sz="1799" b="1" kern="1200">
                          <a:solidFill>
                            <a:schemeClr val="lt1"/>
                          </a:solidFill>
                          <a:latin typeface="Arial"/>
                        </a:defRPr>
                      </a:lvl4pPr>
                      <a:lvl5pPr marL="1828251" algn="l" defTabSz="914126" rtl="0" eaLnBrk="1" latinLnBrk="0" hangingPunct="1">
                        <a:defRPr sz="1799" b="1" kern="1200">
                          <a:solidFill>
                            <a:schemeClr val="lt1"/>
                          </a:solidFill>
                          <a:latin typeface="Arial"/>
                        </a:defRPr>
                      </a:lvl5pPr>
                      <a:lvl6pPr marL="2285314" algn="l" defTabSz="914126" rtl="0" eaLnBrk="1" latinLnBrk="0" hangingPunct="1">
                        <a:defRPr sz="1799" b="1" kern="1200">
                          <a:solidFill>
                            <a:schemeClr val="lt1"/>
                          </a:solidFill>
                          <a:latin typeface="Arial"/>
                        </a:defRPr>
                      </a:lvl6pPr>
                      <a:lvl7pPr marL="2742377" algn="l" defTabSz="914126" rtl="0" eaLnBrk="1" latinLnBrk="0" hangingPunct="1">
                        <a:defRPr sz="1799" b="1" kern="1200">
                          <a:solidFill>
                            <a:schemeClr val="lt1"/>
                          </a:solidFill>
                          <a:latin typeface="Arial"/>
                        </a:defRPr>
                      </a:lvl7pPr>
                      <a:lvl8pPr marL="3199440" algn="l" defTabSz="914126" rtl="0" eaLnBrk="1" latinLnBrk="0" hangingPunct="1">
                        <a:defRPr sz="1799" b="1" kern="1200">
                          <a:solidFill>
                            <a:schemeClr val="lt1"/>
                          </a:solidFill>
                          <a:latin typeface="Arial"/>
                        </a:defRPr>
                      </a:lvl8pPr>
                      <a:lvl9pPr marL="3656503" algn="l" defTabSz="914126" rtl="0" eaLnBrk="1" latinLnBrk="0" hangingPunct="1">
                        <a:defRPr sz="1799" b="1" kern="1200">
                          <a:solidFill>
                            <a:schemeClr val="lt1"/>
                          </a:solidFill>
                          <a:latin typeface="Arial"/>
                        </a:defRPr>
                      </a:lvl9pPr>
                    </a:lstStyle>
                    <a:p>
                      <a:r>
                        <a:rPr lang="en-US" sz="1200" b="1" dirty="0">
                          <a:solidFill>
                            <a:schemeClr val="tx1"/>
                          </a:solidFill>
                        </a:rPr>
                        <a:t>Function</a:t>
                      </a:r>
                    </a:p>
                  </a:txBody>
                  <a:tcPr marL="121888" marR="121888">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008CA8">
                        <a:lumMod val="40000"/>
                        <a:lumOff val="60000"/>
                      </a:srgbClr>
                    </a:solidFill>
                  </a:tcPr>
                </a:tc>
                <a:tc hMerge="1">
                  <a:txBody>
                    <a:bodyPr/>
                    <a:lstStyle/>
                    <a:p>
                      <a:pPr marL="0" marR="0" indent="0" algn="l" defTabSz="457200" rtl="0" eaLnBrk="1" fontAlgn="auto" latinLnBrk="0" hangingPunct="1">
                        <a:lnSpc>
                          <a:spcPct val="100000"/>
                        </a:lnSpc>
                        <a:spcBef>
                          <a:spcPts val="0"/>
                        </a:spcBef>
                        <a:spcAft>
                          <a:spcPts val="0"/>
                        </a:spcAft>
                        <a:buClrTx/>
                        <a:buSzTx/>
                        <a:buFontTx/>
                        <a:buNone/>
                        <a:tabLst/>
                        <a:defRPr/>
                      </a:pPr>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lvl1pPr marL="0" algn="l" defTabSz="914126" rtl="0" eaLnBrk="1" latinLnBrk="0" hangingPunct="1">
                        <a:defRPr sz="1799" kern="1200">
                          <a:solidFill>
                            <a:schemeClr val="dk1"/>
                          </a:solidFill>
                          <a:latin typeface="Arial"/>
                        </a:defRPr>
                      </a:lvl1pPr>
                      <a:lvl2pPr marL="457063" algn="l" defTabSz="914126" rtl="0" eaLnBrk="1" latinLnBrk="0" hangingPunct="1">
                        <a:defRPr sz="1799" kern="1200">
                          <a:solidFill>
                            <a:schemeClr val="dk1"/>
                          </a:solidFill>
                          <a:latin typeface="Arial"/>
                        </a:defRPr>
                      </a:lvl2pPr>
                      <a:lvl3pPr marL="914126" algn="l" defTabSz="914126" rtl="0" eaLnBrk="1" latinLnBrk="0" hangingPunct="1">
                        <a:defRPr sz="1799" kern="1200">
                          <a:solidFill>
                            <a:schemeClr val="dk1"/>
                          </a:solidFill>
                          <a:latin typeface="Arial"/>
                        </a:defRPr>
                      </a:lvl3pPr>
                      <a:lvl4pPr marL="1371189" algn="l" defTabSz="914126" rtl="0" eaLnBrk="1" latinLnBrk="0" hangingPunct="1">
                        <a:defRPr sz="1799" kern="1200">
                          <a:solidFill>
                            <a:schemeClr val="dk1"/>
                          </a:solidFill>
                          <a:latin typeface="Arial"/>
                        </a:defRPr>
                      </a:lvl4pPr>
                      <a:lvl5pPr marL="1828251" algn="l" defTabSz="914126" rtl="0" eaLnBrk="1" latinLnBrk="0" hangingPunct="1">
                        <a:defRPr sz="1799" kern="1200">
                          <a:solidFill>
                            <a:schemeClr val="dk1"/>
                          </a:solidFill>
                          <a:latin typeface="Arial"/>
                        </a:defRPr>
                      </a:lvl5pPr>
                      <a:lvl6pPr marL="2285314" algn="l" defTabSz="914126" rtl="0" eaLnBrk="1" latinLnBrk="0" hangingPunct="1">
                        <a:defRPr sz="1799" kern="1200">
                          <a:solidFill>
                            <a:schemeClr val="dk1"/>
                          </a:solidFill>
                          <a:latin typeface="Arial"/>
                        </a:defRPr>
                      </a:lvl6pPr>
                      <a:lvl7pPr marL="2742377" algn="l" defTabSz="914126" rtl="0" eaLnBrk="1" latinLnBrk="0" hangingPunct="1">
                        <a:defRPr sz="1799" kern="1200">
                          <a:solidFill>
                            <a:schemeClr val="dk1"/>
                          </a:solidFill>
                          <a:latin typeface="Arial"/>
                        </a:defRPr>
                      </a:lvl7pPr>
                      <a:lvl8pPr marL="3199440" algn="l" defTabSz="914126" rtl="0" eaLnBrk="1" latinLnBrk="0" hangingPunct="1">
                        <a:defRPr sz="1799" kern="1200">
                          <a:solidFill>
                            <a:schemeClr val="dk1"/>
                          </a:solidFill>
                          <a:latin typeface="Arial"/>
                        </a:defRPr>
                      </a:lvl8pPr>
                      <a:lvl9pPr marL="3656503" algn="l" defTabSz="914126" rtl="0" eaLnBrk="1" latinLnBrk="0" hangingPunct="1">
                        <a:defRPr sz="1799" kern="1200">
                          <a:solidFill>
                            <a:schemeClr val="dk1"/>
                          </a:solidFill>
                          <a:latin typeface="Arial"/>
                        </a:defRPr>
                      </a:lvl9pPr>
                    </a:lstStyle>
                    <a:p>
                      <a:r>
                        <a:rPr lang="en-US" sz="1200" b="1" dirty="0">
                          <a:solidFill>
                            <a:schemeClr val="tx1"/>
                          </a:solidFill>
                        </a:rPr>
                        <a:t>Example</a:t>
                      </a:r>
                    </a:p>
                  </a:txBody>
                  <a:tcPr marL="121888" marR="121888">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008CA8">
                        <a:lumMod val="40000"/>
                        <a:lumOff val="60000"/>
                      </a:srgbClr>
                    </a:solidFill>
                  </a:tcPr>
                </a:tc>
                <a:extLst>
                  <a:ext uri="{0D108BD9-81ED-4DB2-BD59-A6C34878D82A}">
                    <a16:rowId xmlns:a16="http://schemas.microsoft.com/office/drawing/2014/main" val="10000"/>
                  </a:ext>
                </a:extLst>
              </a:tr>
              <a:tr h="0">
                <a:tc>
                  <a:txBody>
                    <a:bodyPr/>
                    <a:lstStyle>
                      <a:lvl1pPr marL="0" algn="l" defTabSz="914126" rtl="0" eaLnBrk="1" latinLnBrk="0" hangingPunct="1">
                        <a:defRPr sz="1799" b="1" kern="1200">
                          <a:solidFill>
                            <a:schemeClr val="lt1"/>
                          </a:solidFill>
                          <a:latin typeface="Arial"/>
                        </a:defRPr>
                      </a:lvl1pPr>
                      <a:lvl2pPr marL="457063" algn="l" defTabSz="914126" rtl="0" eaLnBrk="1" latinLnBrk="0" hangingPunct="1">
                        <a:defRPr sz="1799" b="1" kern="1200">
                          <a:solidFill>
                            <a:schemeClr val="lt1"/>
                          </a:solidFill>
                          <a:latin typeface="Arial"/>
                        </a:defRPr>
                      </a:lvl2pPr>
                      <a:lvl3pPr marL="914126" algn="l" defTabSz="914126" rtl="0" eaLnBrk="1" latinLnBrk="0" hangingPunct="1">
                        <a:defRPr sz="1799" b="1" kern="1200">
                          <a:solidFill>
                            <a:schemeClr val="lt1"/>
                          </a:solidFill>
                          <a:latin typeface="Arial"/>
                        </a:defRPr>
                      </a:lvl3pPr>
                      <a:lvl4pPr marL="1371189" algn="l" defTabSz="914126" rtl="0" eaLnBrk="1" latinLnBrk="0" hangingPunct="1">
                        <a:defRPr sz="1799" b="1" kern="1200">
                          <a:solidFill>
                            <a:schemeClr val="lt1"/>
                          </a:solidFill>
                          <a:latin typeface="Arial"/>
                        </a:defRPr>
                      </a:lvl4pPr>
                      <a:lvl5pPr marL="1828251" algn="l" defTabSz="914126" rtl="0" eaLnBrk="1" latinLnBrk="0" hangingPunct="1">
                        <a:defRPr sz="1799" b="1" kern="1200">
                          <a:solidFill>
                            <a:schemeClr val="lt1"/>
                          </a:solidFill>
                          <a:latin typeface="Arial"/>
                        </a:defRPr>
                      </a:lvl5pPr>
                      <a:lvl6pPr marL="2285314" algn="l" defTabSz="914126" rtl="0" eaLnBrk="1" latinLnBrk="0" hangingPunct="1">
                        <a:defRPr sz="1799" b="1" kern="1200">
                          <a:solidFill>
                            <a:schemeClr val="lt1"/>
                          </a:solidFill>
                          <a:latin typeface="Arial"/>
                        </a:defRPr>
                      </a:lvl6pPr>
                      <a:lvl7pPr marL="2742377" algn="l" defTabSz="914126" rtl="0" eaLnBrk="1" latinLnBrk="0" hangingPunct="1">
                        <a:defRPr sz="1799" b="1" kern="1200">
                          <a:solidFill>
                            <a:schemeClr val="lt1"/>
                          </a:solidFill>
                          <a:latin typeface="Arial"/>
                        </a:defRPr>
                      </a:lvl7pPr>
                      <a:lvl8pPr marL="3199440" algn="l" defTabSz="914126" rtl="0" eaLnBrk="1" latinLnBrk="0" hangingPunct="1">
                        <a:defRPr sz="1799" b="1" kern="1200">
                          <a:solidFill>
                            <a:schemeClr val="lt1"/>
                          </a:solidFill>
                          <a:latin typeface="Arial"/>
                        </a:defRPr>
                      </a:lvl8pPr>
                      <a:lvl9pPr marL="3656503" algn="l" defTabSz="914126" rtl="0" eaLnBrk="1" latinLnBrk="0" hangingPunct="1">
                        <a:defRPr sz="1799" b="1" kern="1200">
                          <a:solidFill>
                            <a:schemeClr val="lt1"/>
                          </a:solidFill>
                          <a:latin typeface="Arial"/>
                        </a:defRPr>
                      </a:lvl9pPr>
                    </a:lstStyle>
                    <a:p>
                      <a:r>
                        <a:rPr lang="en-US" sz="1200" b="1" kern="1200" dirty="0">
                          <a:solidFill>
                            <a:schemeClr val="lt1"/>
                          </a:solidFill>
                          <a:latin typeface="+mn-lt"/>
                          <a:ea typeface="+mn-ea"/>
                          <a:cs typeface="+mn-cs"/>
                        </a:rPr>
                        <a:t>Length </a:t>
                      </a:r>
                      <a:r>
                        <a:rPr lang="en-US" sz="1200" dirty="0"/>
                        <a:t>	</a:t>
                      </a:r>
                    </a:p>
                  </a:txBody>
                  <a:tcPr marL="121888" marR="121888">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008CA8"/>
                    </a:solidFill>
                  </a:tcPr>
                </a:tc>
                <a:tc>
                  <a:txBody>
                    <a:bodyPr/>
                    <a:lstStyle>
                      <a:lvl1pPr marL="0" algn="l" defTabSz="914126" rtl="0" eaLnBrk="1" latinLnBrk="0" hangingPunct="1">
                        <a:defRPr sz="1799" kern="1200">
                          <a:solidFill>
                            <a:schemeClr val="dk1"/>
                          </a:solidFill>
                          <a:latin typeface="Arial"/>
                        </a:defRPr>
                      </a:lvl1pPr>
                      <a:lvl2pPr marL="457063" algn="l" defTabSz="914126" rtl="0" eaLnBrk="1" latinLnBrk="0" hangingPunct="1">
                        <a:defRPr sz="1799" kern="1200">
                          <a:solidFill>
                            <a:schemeClr val="dk1"/>
                          </a:solidFill>
                          <a:latin typeface="Arial"/>
                        </a:defRPr>
                      </a:lvl2pPr>
                      <a:lvl3pPr marL="914126" algn="l" defTabSz="914126" rtl="0" eaLnBrk="1" latinLnBrk="0" hangingPunct="1">
                        <a:defRPr sz="1799" kern="1200">
                          <a:solidFill>
                            <a:schemeClr val="dk1"/>
                          </a:solidFill>
                          <a:latin typeface="Arial"/>
                        </a:defRPr>
                      </a:lvl3pPr>
                      <a:lvl4pPr marL="1371189" algn="l" defTabSz="914126" rtl="0" eaLnBrk="1" latinLnBrk="0" hangingPunct="1">
                        <a:defRPr sz="1799" kern="1200">
                          <a:solidFill>
                            <a:schemeClr val="dk1"/>
                          </a:solidFill>
                          <a:latin typeface="Arial"/>
                        </a:defRPr>
                      </a:lvl4pPr>
                      <a:lvl5pPr marL="1828251" algn="l" defTabSz="914126" rtl="0" eaLnBrk="1" latinLnBrk="0" hangingPunct="1">
                        <a:defRPr sz="1799" kern="1200">
                          <a:solidFill>
                            <a:schemeClr val="dk1"/>
                          </a:solidFill>
                          <a:latin typeface="Arial"/>
                        </a:defRPr>
                      </a:lvl5pPr>
                      <a:lvl6pPr marL="2285314" algn="l" defTabSz="914126" rtl="0" eaLnBrk="1" latinLnBrk="0" hangingPunct="1">
                        <a:defRPr sz="1799" kern="1200">
                          <a:solidFill>
                            <a:schemeClr val="dk1"/>
                          </a:solidFill>
                          <a:latin typeface="Arial"/>
                        </a:defRPr>
                      </a:lvl6pPr>
                      <a:lvl7pPr marL="2742377" algn="l" defTabSz="914126" rtl="0" eaLnBrk="1" latinLnBrk="0" hangingPunct="1">
                        <a:defRPr sz="1799" kern="1200">
                          <a:solidFill>
                            <a:schemeClr val="dk1"/>
                          </a:solidFill>
                          <a:latin typeface="Arial"/>
                        </a:defRPr>
                      </a:lvl7pPr>
                      <a:lvl8pPr marL="3199440" algn="l" defTabSz="914126" rtl="0" eaLnBrk="1" latinLnBrk="0" hangingPunct="1">
                        <a:defRPr sz="1799" kern="1200">
                          <a:solidFill>
                            <a:schemeClr val="dk1"/>
                          </a:solidFill>
                          <a:latin typeface="Arial"/>
                        </a:defRPr>
                      </a:lvl8pPr>
                      <a:lvl9pPr marL="3656503" algn="l" defTabSz="914126" rtl="0" eaLnBrk="1" latinLnBrk="0" hangingPunct="1">
                        <a:defRPr sz="1799" kern="1200">
                          <a:solidFill>
                            <a:schemeClr val="dk1"/>
                          </a:solidFill>
                          <a:latin typeface="Arial"/>
                        </a:defRPr>
                      </a:lvl9p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200" dirty="0"/>
                        <a:t>Returns the length of the variable.</a:t>
                      </a:r>
                    </a:p>
                  </a:txBody>
                  <a:tcPr marL="121888" marR="121888">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008CA8">
                        <a:tint val="20000"/>
                      </a:srgbClr>
                    </a:solidFill>
                  </a:tcPr>
                </a:tc>
                <a:tc>
                  <a:txBody>
                    <a:bodyPr/>
                    <a:lstStyle>
                      <a:lvl1pPr marL="0" algn="l" defTabSz="914126" rtl="0" eaLnBrk="1" latinLnBrk="0" hangingPunct="1">
                        <a:defRPr sz="1799" kern="1200">
                          <a:solidFill>
                            <a:schemeClr val="dk1"/>
                          </a:solidFill>
                          <a:latin typeface="Arial"/>
                        </a:defRPr>
                      </a:lvl1pPr>
                      <a:lvl2pPr marL="457063" algn="l" defTabSz="914126" rtl="0" eaLnBrk="1" latinLnBrk="0" hangingPunct="1">
                        <a:defRPr sz="1799" kern="1200">
                          <a:solidFill>
                            <a:schemeClr val="dk1"/>
                          </a:solidFill>
                          <a:latin typeface="Arial"/>
                        </a:defRPr>
                      </a:lvl2pPr>
                      <a:lvl3pPr marL="914126" algn="l" defTabSz="914126" rtl="0" eaLnBrk="1" latinLnBrk="0" hangingPunct="1">
                        <a:defRPr sz="1799" kern="1200">
                          <a:solidFill>
                            <a:schemeClr val="dk1"/>
                          </a:solidFill>
                          <a:latin typeface="Arial"/>
                        </a:defRPr>
                      </a:lvl3pPr>
                      <a:lvl4pPr marL="1371189" algn="l" defTabSz="914126" rtl="0" eaLnBrk="1" latinLnBrk="0" hangingPunct="1">
                        <a:defRPr sz="1799" kern="1200">
                          <a:solidFill>
                            <a:schemeClr val="dk1"/>
                          </a:solidFill>
                          <a:latin typeface="Arial"/>
                        </a:defRPr>
                      </a:lvl4pPr>
                      <a:lvl5pPr marL="1828251" algn="l" defTabSz="914126" rtl="0" eaLnBrk="1" latinLnBrk="0" hangingPunct="1">
                        <a:defRPr sz="1799" kern="1200">
                          <a:solidFill>
                            <a:schemeClr val="dk1"/>
                          </a:solidFill>
                          <a:latin typeface="Arial"/>
                        </a:defRPr>
                      </a:lvl5pPr>
                      <a:lvl6pPr marL="2285314" algn="l" defTabSz="914126" rtl="0" eaLnBrk="1" latinLnBrk="0" hangingPunct="1">
                        <a:defRPr sz="1799" kern="1200">
                          <a:solidFill>
                            <a:schemeClr val="dk1"/>
                          </a:solidFill>
                          <a:latin typeface="Arial"/>
                        </a:defRPr>
                      </a:lvl6pPr>
                      <a:lvl7pPr marL="2742377" algn="l" defTabSz="914126" rtl="0" eaLnBrk="1" latinLnBrk="0" hangingPunct="1">
                        <a:defRPr sz="1799" kern="1200">
                          <a:solidFill>
                            <a:schemeClr val="dk1"/>
                          </a:solidFill>
                          <a:latin typeface="Arial"/>
                        </a:defRPr>
                      </a:lvl7pPr>
                      <a:lvl8pPr marL="3199440" algn="l" defTabSz="914126" rtl="0" eaLnBrk="1" latinLnBrk="0" hangingPunct="1">
                        <a:defRPr sz="1799" kern="1200">
                          <a:solidFill>
                            <a:schemeClr val="dk1"/>
                          </a:solidFill>
                          <a:latin typeface="Arial"/>
                        </a:defRPr>
                      </a:lvl8pPr>
                      <a:lvl9pPr marL="3656503" algn="l" defTabSz="914126" rtl="0" eaLnBrk="1" latinLnBrk="0" hangingPunct="1">
                        <a:defRPr sz="1799" kern="1200">
                          <a:solidFill>
                            <a:schemeClr val="dk1"/>
                          </a:solidFill>
                          <a:latin typeface="Arial"/>
                        </a:defRPr>
                      </a:lvl9p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200" dirty="0"/>
                        <a:t>res=</a:t>
                      </a:r>
                      <a:r>
                        <a:rPr lang="en-US" sz="1200" dirty="0" err="1"/>
                        <a:t>apint_bitwidthof</a:t>
                      </a:r>
                      <a:r>
                        <a:rPr lang="en-US" sz="1200" dirty="0"/>
                        <a:t>(</a:t>
                      </a:r>
                      <a:r>
                        <a:rPr lang="en-US" sz="1200" dirty="0" err="1"/>
                        <a:t>var</a:t>
                      </a:r>
                      <a:r>
                        <a:rPr lang="en-US" sz="1200" dirty="0"/>
                        <a:t>);</a:t>
                      </a:r>
                    </a:p>
                  </a:txBody>
                  <a:tcPr marL="121888" marR="121888">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008CA8">
                        <a:tint val="20000"/>
                      </a:srgbClr>
                    </a:solidFill>
                  </a:tcPr>
                </a:tc>
                <a:extLst>
                  <a:ext uri="{0D108BD9-81ED-4DB2-BD59-A6C34878D82A}">
                    <a16:rowId xmlns:a16="http://schemas.microsoft.com/office/drawing/2014/main" val="10001"/>
                  </a:ext>
                </a:extLst>
              </a:tr>
              <a:tr h="117711">
                <a:tc>
                  <a:txBody>
                    <a:bodyPr/>
                    <a:lstStyle>
                      <a:lvl1pPr marL="0" algn="l" defTabSz="914126" rtl="0" eaLnBrk="1" latinLnBrk="0" hangingPunct="1">
                        <a:defRPr sz="1799" b="1" kern="1200">
                          <a:solidFill>
                            <a:schemeClr val="lt1"/>
                          </a:solidFill>
                          <a:latin typeface="Arial"/>
                        </a:defRPr>
                      </a:lvl1pPr>
                      <a:lvl2pPr marL="457063" algn="l" defTabSz="914126" rtl="0" eaLnBrk="1" latinLnBrk="0" hangingPunct="1">
                        <a:defRPr sz="1799" b="1" kern="1200">
                          <a:solidFill>
                            <a:schemeClr val="lt1"/>
                          </a:solidFill>
                          <a:latin typeface="Arial"/>
                        </a:defRPr>
                      </a:lvl2pPr>
                      <a:lvl3pPr marL="914126" algn="l" defTabSz="914126" rtl="0" eaLnBrk="1" latinLnBrk="0" hangingPunct="1">
                        <a:defRPr sz="1799" b="1" kern="1200">
                          <a:solidFill>
                            <a:schemeClr val="lt1"/>
                          </a:solidFill>
                          <a:latin typeface="Arial"/>
                        </a:defRPr>
                      </a:lvl3pPr>
                      <a:lvl4pPr marL="1371189" algn="l" defTabSz="914126" rtl="0" eaLnBrk="1" latinLnBrk="0" hangingPunct="1">
                        <a:defRPr sz="1799" b="1" kern="1200">
                          <a:solidFill>
                            <a:schemeClr val="lt1"/>
                          </a:solidFill>
                          <a:latin typeface="Arial"/>
                        </a:defRPr>
                      </a:lvl4pPr>
                      <a:lvl5pPr marL="1828251" algn="l" defTabSz="914126" rtl="0" eaLnBrk="1" latinLnBrk="0" hangingPunct="1">
                        <a:defRPr sz="1799" b="1" kern="1200">
                          <a:solidFill>
                            <a:schemeClr val="lt1"/>
                          </a:solidFill>
                          <a:latin typeface="Arial"/>
                        </a:defRPr>
                      </a:lvl5pPr>
                      <a:lvl6pPr marL="2285314" algn="l" defTabSz="914126" rtl="0" eaLnBrk="1" latinLnBrk="0" hangingPunct="1">
                        <a:defRPr sz="1799" b="1" kern="1200">
                          <a:solidFill>
                            <a:schemeClr val="lt1"/>
                          </a:solidFill>
                          <a:latin typeface="Arial"/>
                        </a:defRPr>
                      </a:lvl6pPr>
                      <a:lvl7pPr marL="2742377" algn="l" defTabSz="914126" rtl="0" eaLnBrk="1" latinLnBrk="0" hangingPunct="1">
                        <a:defRPr sz="1799" b="1" kern="1200">
                          <a:solidFill>
                            <a:schemeClr val="lt1"/>
                          </a:solidFill>
                          <a:latin typeface="Arial"/>
                        </a:defRPr>
                      </a:lvl7pPr>
                      <a:lvl8pPr marL="3199440" algn="l" defTabSz="914126" rtl="0" eaLnBrk="1" latinLnBrk="0" hangingPunct="1">
                        <a:defRPr sz="1799" b="1" kern="1200">
                          <a:solidFill>
                            <a:schemeClr val="lt1"/>
                          </a:solidFill>
                          <a:latin typeface="Arial"/>
                        </a:defRPr>
                      </a:lvl8pPr>
                      <a:lvl9pPr marL="3656503" algn="l" defTabSz="914126" rtl="0" eaLnBrk="1" latinLnBrk="0" hangingPunct="1">
                        <a:defRPr sz="1799" b="1" kern="1200">
                          <a:solidFill>
                            <a:schemeClr val="lt1"/>
                          </a:solidFill>
                          <a:latin typeface="Arial"/>
                        </a:defRPr>
                      </a:lvl9pPr>
                    </a:lstStyle>
                    <a:p>
                      <a:r>
                        <a:rPr lang="en-US" sz="1200" b="1" kern="1200" dirty="0">
                          <a:solidFill>
                            <a:schemeClr val="lt1"/>
                          </a:solidFill>
                          <a:latin typeface="+mn-lt"/>
                          <a:ea typeface="+mn-ea"/>
                          <a:cs typeface="+mn-cs"/>
                        </a:rPr>
                        <a:t>Concatenation</a:t>
                      </a:r>
                      <a:endParaRPr lang="en-US" sz="1200" dirty="0"/>
                    </a:p>
                  </a:txBody>
                  <a:tcPr marL="121888" marR="121888">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008CA8"/>
                    </a:solidFill>
                  </a:tcPr>
                </a:tc>
                <a:tc>
                  <a:txBody>
                    <a:bodyPr/>
                    <a:lstStyle>
                      <a:lvl1pPr marL="0" algn="l" defTabSz="914126" rtl="0" eaLnBrk="1" latinLnBrk="0" hangingPunct="1">
                        <a:defRPr sz="1799" kern="1200">
                          <a:solidFill>
                            <a:schemeClr val="dk1"/>
                          </a:solidFill>
                          <a:latin typeface="Arial"/>
                        </a:defRPr>
                      </a:lvl1pPr>
                      <a:lvl2pPr marL="457063" algn="l" defTabSz="914126" rtl="0" eaLnBrk="1" latinLnBrk="0" hangingPunct="1">
                        <a:defRPr sz="1799" kern="1200">
                          <a:solidFill>
                            <a:schemeClr val="dk1"/>
                          </a:solidFill>
                          <a:latin typeface="Arial"/>
                        </a:defRPr>
                      </a:lvl2pPr>
                      <a:lvl3pPr marL="914126" algn="l" defTabSz="914126" rtl="0" eaLnBrk="1" latinLnBrk="0" hangingPunct="1">
                        <a:defRPr sz="1799" kern="1200">
                          <a:solidFill>
                            <a:schemeClr val="dk1"/>
                          </a:solidFill>
                          <a:latin typeface="Arial"/>
                        </a:defRPr>
                      </a:lvl3pPr>
                      <a:lvl4pPr marL="1371189" algn="l" defTabSz="914126" rtl="0" eaLnBrk="1" latinLnBrk="0" hangingPunct="1">
                        <a:defRPr sz="1799" kern="1200">
                          <a:solidFill>
                            <a:schemeClr val="dk1"/>
                          </a:solidFill>
                          <a:latin typeface="Arial"/>
                        </a:defRPr>
                      </a:lvl4pPr>
                      <a:lvl5pPr marL="1828251" algn="l" defTabSz="914126" rtl="0" eaLnBrk="1" latinLnBrk="0" hangingPunct="1">
                        <a:defRPr sz="1799" kern="1200">
                          <a:solidFill>
                            <a:schemeClr val="dk1"/>
                          </a:solidFill>
                          <a:latin typeface="Arial"/>
                        </a:defRPr>
                      </a:lvl5pPr>
                      <a:lvl6pPr marL="2285314" algn="l" defTabSz="914126" rtl="0" eaLnBrk="1" latinLnBrk="0" hangingPunct="1">
                        <a:defRPr sz="1799" kern="1200">
                          <a:solidFill>
                            <a:schemeClr val="dk1"/>
                          </a:solidFill>
                          <a:latin typeface="Arial"/>
                        </a:defRPr>
                      </a:lvl6pPr>
                      <a:lvl7pPr marL="2742377" algn="l" defTabSz="914126" rtl="0" eaLnBrk="1" latinLnBrk="0" hangingPunct="1">
                        <a:defRPr sz="1799" kern="1200">
                          <a:solidFill>
                            <a:schemeClr val="dk1"/>
                          </a:solidFill>
                          <a:latin typeface="Arial"/>
                        </a:defRPr>
                      </a:lvl7pPr>
                      <a:lvl8pPr marL="3199440" algn="l" defTabSz="914126" rtl="0" eaLnBrk="1" latinLnBrk="0" hangingPunct="1">
                        <a:defRPr sz="1799" kern="1200">
                          <a:solidFill>
                            <a:schemeClr val="dk1"/>
                          </a:solidFill>
                          <a:latin typeface="Arial"/>
                        </a:defRPr>
                      </a:lvl8pPr>
                      <a:lvl9pPr marL="3656503" algn="l" defTabSz="914126" rtl="0" eaLnBrk="1" latinLnBrk="0" hangingPunct="1">
                        <a:defRPr sz="1799" kern="1200">
                          <a:solidFill>
                            <a:schemeClr val="dk1"/>
                          </a:solidFill>
                          <a:latin typeface="Arial"/>
                        </a:defRPr>
                      </a:lvl9pPr>
                    </a:lstStyle>
                    <a:p>
                      <a:r>
                        <a:rPr lang="en-US" sz="1200" dirty="0"/>
                        <a:t>Concatenation low</a:t>
                      </a:r>
                      <a:r>
                        <a:rPr lang="en-US" sz="1200" baseline="0" dirty="0"/>
                        <a:t> to high</a:t>
                      </a:r>
                      <a:endParaRPr lang="en-US" sz="1200" dirty="0"/>
                    </a:p>
                  </a:txBody>
                  <a:tcPr marL="121888" marR="121888">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008CA8">
                        <a:tint val="40000"/>
                      </a:srgbClr>
                    </a:solidFill>
                  </a:tcPr>
                </a:tc>
                <a:tc>
                  <a:txBody>
                    <a:bodyPr/>
                    <a:lstStyle>
                      <a:lvl1pPr marL="0" algn="l" defTabSz="914126" rtl="0" eaLnBrk="1" latinLnBrk="0" hangingPunct="1">
                        <a:defRPr sz="1799" kern="1200">
                          <a:solidFill>
                            <a:schemeClr val="dk1"/>
                          </a:solidFill>
                          <a:latin typeface="Arial"/>
                        </a:defRPr>
                      </a:lvl1pPr>
                      <a:lvl2pPr marL="457063" algn="l" defTabSz="914126" rtl="0" eaLnBrk="1" latinLnBrk="0" hangingPunct="1">
                        <a:defRPr sz="1799" kern="1200">
                          <a:solidFill>
                            <a:schemeClr val="dk1"/>
                          </a:solidFill>
                          <a:latin typeface="Arial"/>
                        </a:defRPr>
                      </a:lvl2pPr>
                      <a:lvl3pPr marL="914126" algn="l" defTabSz="914126" rtl="0" eaLnBrk="1" latinLnBrk="0" hangingPunct="1">
                        <a:defRPr sz="1799" kern="1200">
                          <a:solidFill>
                            <a:schemeClr val="dk1"/>
                          </a:solidFill>
                          <a:latin typeface="Arial"/>
                        </a:defRPr>
                      </a:lvl3pPr>
                      <a:lvl4pPr marL="1371189" algn="l" defTabSz="914126" rtl="0" eaLnBrk="1" latinLnBrk="0" hangingPunct="1">
                        <a:defRPr sz="1799" kern="1200">
                          <a:solidFill>
                            <a:schemeClr val="dk1"/>
                          </a:solidFill>
                          <a:latin typeface="Arial"/>
                        </a:defRPr>
                      </a:lvl4pPr>
                      <a:lvl5pPr marL="1828251" algn="l" defTabSz="914126" rtl="0" eaLnBrk="1" latinLnBrk="0" hangingPunct="1">
                        <a:defRPr sz="1799" kern="1200">
                          <a:solidFill>
                            <a:schemeClr val="dk1"/>
                          </a:solidFill>
                          <a:latin typeface="Arial"/>
                        </a:defRPr>
                      </a:lvl5pPr>
                      <a:lvl6pPr marL="2285314" algn="l" defTabSz="914126" rtl="0" eaLnBrk="1" latinLnBrk="0" hangingPunct="1">
                        <a:defRPr sz="1799" kern="1200">
                          <a:solidFill>
                            <a:schemeClr val="dk1"/>
                          </a:solidFill>
                          <a:latin typeface="Arial"/>
                        </a:defRPr>
                      </a:lvl6pPr>
                      <a:lvl7pPr marL="2742377" algn="l" defTabSz="914126" rtl="0" eaLnBrk="1" latinLnBrk="0" hangingPunct="1">
                        <a:defRPr sz="1799" kern="1200">
                          <a:solidFill>
                            <a:schemeClr val="dk1"/>
                          </a:solidFill>
                          <a:latin typeface="Arial"/>
                        </a:defRPr>
                      </a:lvl7pPr>
                      <a:lvl8pPr marL="3199440" algn="l" defTabSz="914126" rtl="0" eaLnBrk="1" latinLnBrk="0" hangingPunct="1">
                        <a:defRPr sz="1799" kern="1200">
                          <a:solidFill>
                            <a:schemeClr val="dk1"/>
                          </a:solidFill>
                          <a:latin typeface="Arial"/>
                        </a:defRPr>
                      </a:lvl8pPr>
                      <a:lvl9pPr marL="3656503" algn="l" defTabSz="914126" rtl="0" eaLnBrk="1" latinLnBrk="0" hangingPunct="1">
                        <a:defRPr sz="1799" kern="1200">
                          <a:solidFill>
                            <a:schemeClr val="dk1"/>
                          </a:solidFill>
                          <a:latin typeface="Arial"/>
                        </a:defRPr>
                      </a:lvl9pPr>
                    </a:lstStyle>
                    <a:p>
                      <a:r>
                        <a:rPr lang="en-US" sz="1200" kern="1200" dirty="0">
                          <a:solidFill>
                            <a:schemeClr val="dk1"/>
                          </a:solidFill>
                          <a:latin typeface="+mn-lt"/>
                          <a:ea typeface="+mn-ea"/>
                          <a:cs typeface="+mn-cs"/>
                        </a:rPr>
                        <a:t>res=</a:t>
                      </a:r>
                      <a:r>
                        <a:rPr lang="en-US" sz="1200" kern="1200" dirty="0" err="1">
                          <a:solidFill>
                            <a:schemeClr val="dk1"/>
                          </a:solidFill>
                          <a:latin typeface="+mn-lt"/>
                          <a:ea typeface="+mn-ea"/>
                          <a:cs typeface="+mn-cs"/>
                        </a:rPr>
                        <a:t>apint_concatenate</a:t>
                      </a:r>
                      <a:r>
                        <a:rPr lang="en-US" sz="1200" kern="1200" dirty="0">
                          <a:solidFill>
                            <a:schemeClr val="dk1"/>
                          </a:solidFill>
                          <a:latin typeface="+mn-lt"/>
                          <a:ea typeface="+mn-ea"/>
                          <a:cs typeface="+mn-cs"/>
                        </a:rPr>
                        <a:t>(</a:t>
                      </a:r>
                      <a:r>
                        <a:rPr lang="en-US" sz="1200" kern="1200" dirty="0" err="1">
                          <a:solidFill>
                            <a:schemeClr val="dk1"/>
                          </a:solidFill>
                          <a:latin typeface="+mn-lt"/>
                          <a:ea typeface="+mn-ea"/>
                          <a:cs typeface="+mn-cs"/>
                        </a:rPr>
                        <a:t>var_high</a:t>
                      </a:r>
                      <a:r>
                        <a:rPr lang="en-US" sz="1200" kern="1200" dirty="0">
                          <a:solidFill>
                            <a:schemeClr val="dk1"/>
                          </a:solidFill>
                          <a:latin typeface="+mn-lt"/>
                          <a:ea typeface="+mn-ea"/>
                          <a:cs typeface="+mn-cs"/>
                        </a:rPr>
                        <a:t>, </a:t>
                      </a:r>
                      <a:r>
                        <a:rPr lang="en-US" sz="1200" kern="1200" dirty="0" err="1">
                          <a:solidFill>
                            <a:schemeClr val="dk1"/>
                          </a:solidFill>
                          <a:latin typeface="+mn-lt"/>
                          <a:ea typeface="+mn-ea"/>
                          <a:cs typeface="+mn-cs"/>
                        </a:rPr>
                        <a:t>var_low</a:t>
                      </a:r>
                      <a:r>
                        <a:rPr lang="en-US" sz="1200" kern="1200" dirty="0">
                          <a:solidFill>
                            <a:schemeClr val="dk1"/>
                          </a:solidFill>
                          <a:latin typeface="+mn-lt"/>
                          <a:ea typeface="+mn-ea"/>
                          <a:cs typeface="+mn-cs"/>
                        </a:rPr>
                        <a:t>)</a:t>
                      </a:r>
                      <a:endParaRPr lang="en-US" sz="1200" dirty="0"/>
                    </a:p>
                  </a:txBody>
                  <a:tcPr marL="121888" marR="121888">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008CA8">
                        <a:tint val="40000"/>
                      </a:srgbClr>
                    </a:solidFill>
                  </a:tcPr>
                </a:tc>
                <a:extLst>
                  <a:ext uri="{0D108BD9-81ED-4DB2-BD59-A6C34878D82A}">
                    <a16:rowId xmlns:a16="http://schemas.microsoft.com/office/drawing/2014/main" val="10002"/>
                  </a:ext>
                </a:extLst>
              </a:tr>
              <a:tr h="117711">
                <a:tc>
                  <a:txBody>
                    <a:bodyPr/>
                    <a:lstStyle>
                      <a:lvl1pPr marL="0" algn="l" defTabSz="914126" rtl="0" eaLnBrk="1" latinLnBrk="0" hangingPunct="1">
                        <a:defRPr sz="1799" b="1" kern="1200">
                          <a:solidFill>
                            <a:schemeClr val="lt1"/>
                          </a:solidFill>
                          <a:latin typeface="Arial"/>
                        </a:defRPr>
                      </a:lvl1pPr>
                      <a:lvl2pPr marL="457063" algn="l" defTabSz="914126" rtl="0" eaLnBrk="1" latinLnBrk="0" hangingPunct="1">
                        <a:defRPr sz="1799" b="1" kern="1200">
                          <a:solidFill>
                            <a:schemeClr val="lt1"/>
                          </a:solidFill>
                          <a:latin typeface="Arial"/>
                        </a:defRPr>
                      </a:lvl2pPr>
                      <a:lvl3pPr marL="914126" algn="l" defTabSz="914126" rtl="0" eaLnBrk="1" latinLnBrk="0" hangingPunct="1">
                        <a:defRPr sz="1799" b="1" kern="1200">
                          <a:solidFill>
                            <a:schemeClr val="lt1"/>
                          </a:solidFill>
                          <a:latin typeface="Arial"/>
                        </a:defRPr>
                      </a:lvl3pPr>
                      <a:lvl4pPr marL="1371189" algn="l" defTabSz="914126" rtl="0" eaLnBrk="1" latinLnBrk="0" hangingPunct="1">
                        <a:defRPr sz="1799" b="1" kern="1200">
                          <a:solidFill>
                            <a:schemeClr val="lt1"/>
                          </a:solidFill>
                          <a:latin typeface="Arial"/>
                        </a:defRPr>
                      </a:lvl4pPr>
                      <a:lvl5pPr marL="1828251" algn="l" defTabSz="914126" rtl="0" eaLnBrk="1" latinLnBrk="0" hangingPunct="1">
                        <a:defRPr sz="1799" b="1" kern="1200">
                          <a:solidFill>
                            <a:schemeClr val="lt1"/>
                          </a:solidFill>
                          <a:latin typeface="Arial"/>
                        </a:defRPr>
                      </a:lvl5pPr>
                      <a:lvl6pPr marL="2285314" algn="l" defTabSz="914126" rtl="0" eaLnBrk="1" latinLnBrk="0" hangingPunct="1">
                        <a:defRPr sz="1799" b="1" kern="1200">
                          <a:solidFill>
                            <a:schemeClr val="lt1"/>
                          </a:solidFill>
                          <a:latin typeface="Arial"/>
                        </a:defRPr>
                      </a:lvl6pPr>
                      <a:lvl7pPr marL="2742377" algn="l" defTabSz="914126" rtl="0" eaLnBrk="1" latinLnBrk="0" hangingPunct="1">
                        <a:defRPr sz="1799" b="1" kern="1200">
                          <a:solidFill>
                            <a:schemeClr val="lt1"/>
                          </a:solidFill>
                          <a:latin typeface="Arial"/>
                        </a:defRPr>
                      </a:lvl7pPr>
                      <a:lvl8pPr marL="3199440" algn="l" defTabSz="914126" rtl="0" eaLnBrk="1" latinLnBrk="0" hangingPunct="1">
                        <a:defRPr sz="1799" b="1" kern="1200">
                          <a:solidFill>
                            <a:schemeClr val="lt1"/>
                          </a:solidFill>
                          <a:latin typeface="Arial"/>
                        </a:defRPr>
                      </a:lvl8pPr>
                      <a:lvl9pPr marL="3656503" algn="l" defTabSz="914126" rtl="0" eaLnBrk="1" latinLnBrk="0" hangingPunct="1">
                        <a:defRPr sz="1799" b="1" kern="1200">
                          <a:solidFill>
                            <a:schemeClr val="lt1"/>
                          </a:solidFill>
                          <a:latin typeface="Arial"/>
                        </a:defRPr>
                      </a:lvl9pPr>
                    </a:lstStyle>
                    <a:p>
                      <a:r>
                        <a:rPr lang="en-US" sz="1200" dirty="0"/>
                        <a:t>Get</a:t>
                      </a:r>
                      <a:r>
                        <a:rPr lang="en-US" sz="1200" baseline="0" dirty="0"/>
                        <a:t> a range</a:t>
                      </a:r>
                      <a:endParaRPr lang="en-US" sz="1200" dirty="0"/>
                    </a:p>
                  </a:txBody>
                  <a:tcPr marL="121888" marR="121888">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008CA8"/>
                    </a:solidFill>
                  </a:tcPr>
                </a:tc>
                <a:tc>
                  <a:txBody>
                    <a:bodyPr/>
                    <a:lstStyle>
                      <a:lvl1pPr marL="0" algn="l" defTabSz="914126" rtl="0" eaLnBrk="1" latinLnBrk="0" hangingPunct="1">
                        <a:defRPr sz="1799" kern="1200">
                          <a:solidFill>
                            <a:schemeClr val="dk1"/>
                          </a:solidFill>
                          <a:latin typeface="Arial"/>
                        </a:defRPr>
                      </a:lvl1pPr>
                      <a:lvl2pPr marL="457063" algn="l" defTabSz="914126" rtl="0" eaLnBrk="1" latinLnBrk="0" hangingPunct="1">
                        <a:defRPr sz="1799" kern="1200">
                          <a:solidFill>
                            <a:schemeClr val="dk1"/>
                          </a:solidFill>
                          <a:latin typeface="Arial"/>
                        </a:defRPr>
                      </a:lvl2pPr>
                      <a:lvl3pPr marL="914126" algn="l" defTabSz="914126" rtl="0" eaLnBrk="1" latinLnBrk="0" hangingPunct="1">
                        <a:defRPr sz="1799" kern="1200">
                          <a:solidFill>
                            <a:schemeClr val="dk1"/>
                          </a:solidFill>
                          <a:latin typeface="Arial"/>
                        </a:defRPr>
                      </a:lvl3pPr>
                      <a:lvl4pPr marL="1371189" algn="l" defTabSz="914126" rtl="0" eaLnBrk="1" latinLnBrk="0" hangingPunct="1">
                        <a:defRPr sz="1799" kern="1200">
                          <a:solidFill>
                            <a:schemeClr val="dk1"/>
                          </a:solidFill>
                          <a:latin typeface="Arial"/>
                        </a:defRPr>
                      </a:lvl4pPr>
                      <a:lvl5pPr marL="1828251" algn="l" defTabSz="914126" rtl="0" eaLnBrk="1" latinLnBrk="0" hangingPunct="1">
                        <a:defRPr sz="1799" kern="1200">
                          <a:solidFill>
                            <a:schemeClr val="dk1"/>
                          </a:solidFill>
                          <a:latin typeface="Arial"/>
                        </a:defRPr>
                      </a:lvl5pPr>
                      <a:lvl6pPr marL="2285314" algn="l" defTabSz="914126" rtl="0" eaLnBrk="1" latinLnBrk="0" hangingPunct="1">
                        <a:defRPr sz="1799" kern="1200">
                          <a:solidFill>
                            <a:schemeClr val="dk1"/>
                          </a:solidFill>
                          <a:latin typeface="Arial"/>
                        </a:defRPr>
                      </a:lvl6pPr>
                      <a:lvl7pPr marL="2742377" algn="l" defTabSz="914126" rtl="0" eaLnBrk="1" latinLnBrk="0" hangingPunct="1">
                        <a:defRPr sz="1799" kern="1200">
                          <a:solidFill>
                            <a:schemeClr val="dk1"/>
                          </a:solidFill>
                          <a:latin typeface="Arial"/>
                        </a:defRPr>
                      </a:lvl7pPr>
                      <a:lvl8pPr marL="3199440" algn="l" defTabSz="914126" rtl="0" eaLnBrk="1" latinLnBrk="0" hangingPunct="1">
                        <a:defRPr sz="1799" kern="1200">
                          <a:solidFill>
                            <a:schemeClr val="dk1"/>
                          </a:solidFill>
                          <a:latin typeface="Arial"/>
                        </a:defRPr>
                      </a:lvl8pPr>
                      <a:lvl9pPr marL="3656503" algn="l" defTabSz="914126" rtl="0" eaLnBrk="1" latinLnBrk="0" hangingPunct="1">
                        <a:defRPr sz="1799" kern="1200">
                          <a:solidFill>
                            <a:schemeClr val="dk1"/>
                          </a:solidFill>
                          <a:latin typeface="Arial"/>
                        </a:defRPr>
                      </a:lvl9p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200" dirty="0"/>
                        <a:t>Return a bit-range from high</a:t>
                      </a:r>
                      <a:r>
                        <a:rPr lang="en-US" sz="1200" baseline="0" dirty="0"/>
                        <a:t> to low.</a:t>
                      </a:r>
                      <a:endParaRPr lang="en-US" sz="1200" dirty="0"/>
                    </a:p>
                  </a:txBody>
                  <a:tcPr marL="121888" marR="121888">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008CA8">
                        <a:tint val="20000"/>
                      </a:srgbClr>
                    </a:solidFill>
                  </a:tcPr>
                </a:tc>
                <a:tc>
                  <a:txBody>
                    <a:bodyPr/>
                    <a:lstStyle>
                      <a:lvl1pPr marL="0" algn="l" defTabSz="914126" rtl="0" eaLnBrk="1" latinLnBrk="0" hangingPunct="1">
                        <a:defRPr sz="1799" kern="1200">
                          <a:solidFill>
                            <a:schemeClr val="dk1"/>
                          </a:solidFill>
                          <a:latin typeface="Arial"/>
                        </a:defRPr>
                      </a:lvl1pPr>
                      <a:lvl2pPr marL="457063" algn="l" defTabSz="914126" rtl="0" eaLnBrk="1" latinLnBrk="0" hangingPunct="1">
                        <a:defRPr sz="1799" kern="1200">
                          <a:solidFill>
                            <a:schemeClr val="dk1"/>
                          </a:solidFill>
                          <a:latin typeface="Arial"/>
                        </a:defRPr>
                      </a:lvl2pPr>
                      <a:lvl3pPr marL="914126" algn="l" defTabSz="914126" rtl="0" eaLnBrk="1" latinLnBrk="0" hangingPunct="1">
                        <a:defRPr sz="1799" kern="1200">
                          <a:solidFill>
                            <a:schemeClr val="dk1"/>
                          </a:solidFill>
                          <a:latin typeface="Arial"/>
                        </a:defRPr>
                      </a:lvl3pPr>
                      <a:lvl4pPr marL="1371189" algn="l" defTabSz="914126" rtl="0" eaLnBrk="1" latinLnBrk="0" hangingPunct="1">
                        <a:defRPr sz="1799" kern="1200">
                          <a:solidFill>
                            <a:schemeClr val="dk1"/>
                          </a:solidFill>
                          <a:latin typeface="Arial"/>
                        </a:defRPr>
                      </a:lvl4pPr>
                      <a:lvl5pPr marL="1828251" algn="l" defTabSz="914126" rtl="0" eaLnBrk="1" latinLnBrk="0" hangingPunct="1">
                        <a:defRPr sz="1799" kern="1200">
                          <a:solidFill>
                            <a:schemeClr val="dk1"/>
                          </a:solidFill>
                          <a:latin typeface="Arial"/>
                        </a:defRPr>
                      </a:lvl5pPr>
                      <a:lvl6pPr marL="2285314" algn="l" defTabSz="914126" rtl="0" eaLnBrk="1" latinLnBrk="0" hangingPunct="1">
                        <a:defRPr sz="1799" kern="1200">
                          <a:solidFill>
                            <a:schemeClr val="dk1"/>
                          </a:solidFill>
                          <a:latin typeface="Arial"/>
                        </a:defRPr>
                      </a:lvl6pPr>
                      <a:lvl7pPr marL="2742377" algn="l" defTabSz="914126" rtl="0" eaLnBrk="1" latinLnBrk="0" hangingPunct="1">
                        <a:defRPr sz="1799" kern="1200">
                          <a:solidFill>
                            <a:schemeClr val="dk1"/>
                          </a:solidFill>
                          <a:latin typeface="Arial"/>
                        </a:defRPr>
                      </a:lvl7pPr>
                      <a:lvl8pPr marL="3199440" algn="l" defTabSz="914126" rtl="0" eaLnBrk="1" latinLnBrk="0" hangingPunct="1">
                        <a:defRPr sz="1799" kern="1200">
                          <a:solidFill>
                            <a:schemeClr val="dk1"/>
                          </a:solidFill>
                          <a:latin typeface="Arial"/>
                        </a:defRPr>
                      </a:lvl8pPr>
                      <a:lvl9pPr marL="3656503" algn="l" defTabSz="914126" rtl="0" eaLnBrk="1" latinLnBrk="0" hangingPunct="1">
                        <a:defRPr sz="1799" kern="1200">
                          <a:solidFill>
                            <a:schemeClr val="dk1"/>
                          </a:solidFill>
                          <a:latin typeface="Arial"/>
                        </a:defRPr>
                      </a:lvl9p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200" kern="1200" dirty="0">
                          <a:solidFill>
                            <a:schemeClr val="dk1"/>
                          </a:solidFill>
                          <a:latin typeface="+mn-lt"/>
                          <a:ea typeface="+mn-ea"/>
                          <a:cs typeface="+mn-cs"/>
                        </a:rPr>
                        <a:t>res= </a:t>
                      </a:r>
                      <a:r>
                        <a:rPr lang="en-US" sz="1200" kern="1200" dirty="0" err="1">
                          <a:solidFill>
                            <a:schemeClr val="dk1"/>
                          </a:solidFill>
                          <a:latin typeface="+mn-lt"/>
                          <a:ea typeface="+mn-ea"/>
                          <a:cs typeface="+mn-cs"/>
                        </a:rPr>
                        <a:t>apint_get_range</a:t>
                      </a:r>
                      <a:r>
                        <a:rPr lang="en-US" sz="1200" kern="1200" dirty="0">
                          <a:solidFill>
                            <a:schemeClr val="dk1"/>
                          </a:solidFill>
                          <a:latin typeface="+mn-lt"/>
                          <a:ea typeface="+mn-ea"/>
                          <a:cs typeface="+mn-cs"/>
                        </a:rPr>
                        <a:t>(</a:t>
                      </a:r>
                      <a:r>
                        <a:rPr lang="en-US" sz="1200" kern="1200" dirty="0" err="1">
                          <a:solidFill>
                            <a:schemeClr val="dk1"/>
                          </a:solidFill>
                          <a:latin typeface="+mn-lt"/>
                          <a:ea typeface="+mn-ea"/>
                          <a:cs typeface="+mn-cs"/>
                        </a:rPr>
                        <a:t>var</a:t>
                      </a:r>
                      <a:r>
                        <a:rPr lang="en-US" sz="1200" kern="1200" dirty="0">
                          <a:solidFill>
                            <a:schemeClr val="dk1"/>
                          </a:solidFill>
                          <a:latin typeface="+mn-lt"/>
                          <a:ea typeface="+mn-ea"/>
                          <a:cs typeface="+mn-cs"/>
                        </a:rPr>
                        <a:t>,</a:t>
                      </a:r>
                      <a:r>
                        <a:rPr lang="en-US" sz="1200" kern="1200" baseline="0" dirty="0">
                          <a:solidFill>
                            <a:schemeClr val="dk1"/>
                          </a:solidFill>
                          <a:latin typeface="+mn-lt"/>
                          <a:ea typeface="+mn-ea"/>
                          <a:cs typeface="+mn-cs"/>
                        </a:rPr>
                        <a:t> </a:t>
                      </a:r>
                      <a:r>
                        <a:rPr lang="en-US" sz="1200" kern="1200" dirty="0" err="1">
                          <a:solidFill>
                            <a:schemeClr val="dk1"/>
                          </a:solidFill>
                          <a:latin typeface="+mn-lt"/>
                          <a:ea typeface="+mn-ea"/>
                          <a:cs typeface="+mn-cs"/>
                        </a:rPr>
                        <a:t>high,low</a:t>
                      </a:r>
                      <a:r>
                        <a:rPr lang="en-US" sz="1200" kern="1200" dirty="0">
                          <a:solidFill>
                            <a:schemeClr val="dk1"/>
                          </a:solidFill>
                          <a:latin typeface="+mn-lt"/>
                          <a:ea typeface="+mn-ea"/>
                          <a:cs typeface="+mn-cs"/>
                        </a:rPr>
                        <a:t>)</a:t>
                      </a:r>
                      <a:endParaRPr lang="en-US" sz="1200" dirty="0"/>
                    </a:p>
                  </a:txBody>
                  <a:tcPr marL="121888" marR="121888">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008CA8">
                        <a:tint val="20000"/>
                      </a:srgbClr>
                    </a:solidFill>
                  </a:tcPr>
                </a:tc>
                <a:extLst>
                  <a:ext uri="{0D108BD9-81ED-4DB2-BD59-A6C34878D82A}">
                    <a16:rowId xmlns:a16="http://schemas.microsoft.com/office/drawing/2014/main" val="10003"/>
                  </a:ext>
                </a:extLst>
              </a:tr>
              <a:tr h="117711">
                <a:tc>
                  <a:txBody>
                    <a:bodyPr/>
                    <a:lstStyle>
                      <a:lvl1pPr marL="0" algn="l" defTabSz="914126" rtl="0" eaLnBrk="1" latinLnBrk="0" hangingPunct="1">
                        <a:defRPr sz="1799" b="1" kern="1200">
                          <a:solidFill>
                            <a:schemeClr val="lt1"/>
                          </a:solidFill>
                          <a:latin typeface="Arial"/>
                        </a:defRPr>
                      </a:lvl1pPr>
                      <a:lvl2pPr marL="457063" algn="l" defTabSz="914126" rtl="0" eaLnBrk="1" latinLnBrk="0" hangingPunct="1">
                        <a:defRPr sz="1799" b="1" kern="1200">
                          <a:solidFill>
                            <a:schemeClr val="lt1"/>
                          </a:solidFill>
                          <a:latin typeface="Arial"/>
                        </a:defRPr>
                      </a:lvl2pPr>
                      <a:lvl3pPr marL="914126" algn="l" defTabSz="914126" rtl="0" eaLnBrk="1" latinLnBrk="0" hangingPunct="1">
                        <a:defRPr sz="1799" b="1" kern="1200">
                          <a:solidFill>
                            <a:schemeClr val="lt1"/>
                          </a:solidFill>
                          <a:latin typeface="Arial"/>
                        </a:defRPr>
                      </a:lvl3pPr>
                      <a:lvl4pPr marL="1371189" algn="l" defTabSz="914126" rtl="0" eaLnBrk="1" latinLnBrk="0" hangingPunct="1">
                        <a:defRPr sz="1799" b="1" kern="1200">
                          <a:solidFill>
                            <a:schemeClr val="lt1"/>
                          </a:solidFill>
                          <a:latin typeface="Arial"/>
                        </a:defRPr>
                      </a:lvl4pPr>
                      <a:lvl5pPr marL="1828251" algn="l" defTabSz="914126" rtl="0" eaLnBrk="1" latinLnBrk="0" hangingPunct="1">
                        <a:defRPr sz="1799" b="1" kern="1200">
                          <a:solidFill>
                            <a:schemeClr val="lt1"/>
                          </a:solidFill>
                          <a:latin typeface="Arial"/>
                        </a:defRPr>
                      </a:lvl5pPr>
                      <a:lvl6pPr marL="2285314" algn="l" defTabSz="914126" rtl="0" eaLnBrk="1" latinLnBrk="0" hangingPunct="1">
                        <a:defRPr sz="1799" b="1" kern="1200">
                          <a:solidFill>
                            <a:schemeClr val="lt1"/>
                          </a:solidFill>
                          <a:latin typeface="Arial"/>
                        </a:defRPr>
                      </a:lvl6pPr>
                      <a:lvl7pPr marL="2742377" algn="l" defTabSz="914126" rtl="0" eaLnBrk="1" latinLnBrk="0" hangingPunct="1">
                        <a:defRPr sz="1799" b="1" kern="1200">
                          <a:solidFill>
                            <a:schemeClr val="lt1"/>
                          </a:solidFill>
                          <a:latin typeface="Arial"/>
                        </a:defRPr>
                      </a:lvl7pPr>
                      <a:lvl8pPr marL="3199440" algn="l" defTabSz="914126" rtl="0" eaLnBrk="1" latinLnBrk="0" hangingPunct="1">
                        <a:defRPr sz="1799" b="1" kern="1200">
                          <a:solidFill>
                            <a:schemeClr val="lt1"/>
                          </a:solidFill>
                          <a:latin typeface="Arial"/>
                        </a:defRPr>
                      </a:lvl8pPr>
                      <a:lvl9pPr marL="3656503" algn="l" defTabSz="914126" rtl="0" eaLnBrk="1" latinLnBrk="0" hangingPunct="1">
                        <a:defRPr sz="1799" b="1" kern="1200">
                          <a:solidFill>
                            <a:schemeClr val="lt1"/>
                          </a:solidFill>
                          <a:latin typeface="Arial"/>
                        </a:defRPr>
                      </a:lvl9p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200" dirty="0"/>
                        <a:t>Set a range</a:t>
                      </a:r>
                    </a:p>
                  </a:txBody>
                  <a:tcPr marL="121888" marR="121888">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008CA8"/>
                    </a:solidFill>
                  </a:tcPr>
                </a:tc>
                <a:tc>
                  <a:txBody>
                    <a:bodyPr/>
                    <a:lstStyle>
                      <a:lvl1pPr marL="0" algn="l" defTabSz="914126" rtl="0" eaLnBrk="1" latinLnBrk="0" hangingPunct="1">
                        <a:defRPr sz="1799" kern="1200">
                          <a:solidFill>
                            <a:schemeClr val="dk1"/>
                          </a:solidFill>
                          <a:latin typeface="Arial"/>
                        </a:defRPr>
                      </a:lvl1pPr>
                      <a:lvl2pPr marL="457063" algn="l" defTabSz="914126" rtl="0" eaLnBrk="1" latinLnBrk="0" hangingPunct="1">
                        <a:defRPr sz="1799" kern="1200">
                          <a:solidFill>
                            <a:schemeClr val="dk1"/>
                          </a:solidFill>
                          <a:latin typeface="Arial"/>
                        </a:defRPr>
                      </a:lvl2pPr>
                      <a:lvl3pPr marL="914126" algn="l" defTabSz="914126" rtl="0" eaLnBrk="1" latinLnBrk="0" hangingPunct="1">
                        <a:defRPr sz="1799" kern="1200">
                          <a:solidFill>
                            <a:schemeClr val="dk1"/>
                          </a:solidFill>
                          <a:latin typeface="Arial"/>
                        </a:defRPr>
                      </a:lvl3pPr>
                      <a:lvl4pPr marL="1371189" algn="l" defTabSz="914126" rtl="0" eaLnBrk="1" latinLnBrk="0" hangingPunct="1">
                        <a:defRPr sz="1799" kern="1200">
                          <a:solidFill>
                            <a:schemeClr val="dk1"/>
                          </a:solidFill>
                          <a:latin typeface="Arial"/>
                        </a:defRPr>
                      </a:lvl4pPr>
                      <a:lvl5pPr marL="1828251" algn="l" defTabSz="914126" rtl="0" eaLnBrk="1" latinLnBrk="0" hangingPunct="1">
                        <a:defRPr sz="1799" kern="1200">
                          <a:solidFill>
                            <a:schemeClr val="dk1"/>
                          </a:solidFill>
                          <a:latin typeface="Arial"/>
                        </a:defRPr>
                      </a:lvl5pPr>
                      <a:lvl6pPr marL="2285314" algn="l" defTabSz="914126" rtl="0" eaLnBrk="1" latinLnBrk="0" hangingPunct="1">
                        <a:defRPr sz="1799" kern="1200">
                          <a:solidFill>
                            <a:schemeClr val="dk1"/>
                          </a:solidFill>
                          <a:latin typeface="Arial"/>
                        </a:defRPr>
                      </a:lvl6pPr>
                      <a:lvl7pPr marL="2742377" algn="l" defTabSz="914126" rtl="0" eaLnBrk="1" latinLnBrk="0" hangingPunct="1">
                        <a:defRPr sz="1799" kern="1200">
                          <a:solidFill>
                            <a:schemeClr val="dk1"/>
                          </a:solidFill>
                          <a:latin typeface="Arial"/>
                        </a:defRPr>
                      </a:lvl7pPr>
                      <a:lvl8pPr marL="3199440" algn="l" defTabSz="914126" rtl="0" eaLnBrk="1" latinLnBrk="0" hangingPunct="1">
                        <a:defRPr sz="1799" kern="1200">
                          <a:solidFill>
                            <a:schemeClr val="dk1"/>
                          </a:solidFill>
                          <a:latin typeface="Arial"/>
                        </a:defRPr>
                      </a:lvl8pPr>
                      <a:lvl9pPr marL="3656503" algn="l" defTabSz="914126" rtl="0" eaLnBrk="1" latinLnBrk="0" hangingPunct="1">
                        <a:defRPr sz="1799" kern="1200">
                          <a:solidFill>
                            <a:schemeClr val="dk1"/>
                          </a:solidFill>
                          <a:latin typeface="Arial"/>
                        </a:defRPr>
                      </a:lvl9p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200" kern="1200" dirty="0">
                          <a:solidFill>
                            <a:schemeClr val="dk1"/>
                          </a:solidFill>
                          <a:latin typeface="+mn-lt"/>
                          <a:ea typeface="+mn-ea"/>
                          <a:cs typeface="+mn-cs"/>
                        </a:rPr>
                        <a:t>Reserve the</a:t>
                      </a:r>
                      <a:r>
                        <a:rPr lang="en-US" sz="1200" kern="1200" baseline="0" dirty="0">
                          <a:solidFill>
                            <a:schemeClr val="dk1"/>
                          </a:solidFill>
                          <a:latin typeface="+mn-lt"/>
                          <a:ea typeface="+mn-ea"/>
                          <a:cs typeface="+mn-cs"/>
                        </a:rPr>
                        <a:t> bits in the variable</a:t>
                      </a:r>
                      <a:endParaRPr lang="en-US" sz="1200" kern="1200" dirty="0">
                        <a:solidFill>
                          <a:schemeClr val="dk1"/>
                        </a:solidFill>
                        <a:latin typeface="+mn-lt"/>
                        <a:ea typeface="+mn-ea"/>
                        <a:cs typeface="+mn-cs"/>
                      </a:endParaRPr>
                    </a:p>
                  </a:txBody>
                  <a:tcPr marL="121888" marR="121888">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008CA8">
                        <a:tint val="40000"/>
                      </a:srgbClr>
                    </a:solidFill>
                  </a:tcPr>
                </a:tc>
                <a:tc>
                  <a:txBody>
                    <a:bodyPr/>
                    <a:lstStyle>
                      <a:lvl1pPr marL="0" algn="l" defTabSz="914126" rtl="0" eaLnBrk="1" latinLnBrk="0" hangingPunct="1">
                        <a:defRPr sz="1799" kern="1200">
                          <a:solidFill>
                            <a:schemeClr val="dk1"/>
                          </a:solidFill>
                          <a:latin typeface="Arial"/>
                        </a:defRPr>
                      </a:lvl1pPr>
                      <a:lvl2pPr marL="457063" algn="l" defTabSz="914126" rtl="0" eaLnBrk="1" latinLnBrk="0" hangingPunct="1">
                        <a:defRPr sz="1799" kern="1200">
                          <a:solidFill>
                            <a:schemeClr val="dk1"/>
                          </a:solidFill>
                          <a:latin typeface="Arial"/>
                        </a:defRPr>
                      </a:lvl2pPr>
                      <a:lvl3pPr marL="914126" algn="l" defTabSz="914126" rtl="0" eaLnBrk="1" latinLnBrk="0" hangingPunct="1">
                        <a:defRPr sz="1799" kern="1200">
                          <a:solidFill>
                            <a:schemeClr val="dk1"/>
                          </a:solidFill>
                          <a:latin typeface="Arial"/>
                        </a:defRPr>
                      </a:lvl3pPr>
                      <a:lvl4pPr marL="1371189" algn="l" defTabSz="914126" rtl="0" eaLnBrk="1" latinLnBrk="0" hangingPunct="1">
                        <a:defRPr sz="1799" kern="1200">
                          <a:solidFill>
                            <a:schemeClr val="dk1"/>
                          </a:solidFill>
                          <a:latin typeface="Arial"/>
                        </a:defRPr>
                      </a:lvl4pPr>
                      <a:lvl5pPr marL="1828251" algn="l" defTabSz="914126" rtl="0" eaLnBrk="1" latinLnBrk="0" hangingPunct="1">
                        <a:defRPr sz="1799" kern="1200">
                          <a:solidFill>
                            <a:schemeClr val="dk1"/>
                          </a:solidFill>
                          <a:latin typeface="Arial"/>
                        </a:defRPr>
                      </a:lvl5pPr>
                      <a:lvl6pPr marL="2285314" algn="l" defTabSz="914126" rtl="0" eaLnBrk="1" latinLnBrk="0" hangingPunct="1">
                        <a:defRPr sz="1799" kern="1200">
                          <a:solidFill>
                            <a:schemeClr val="dk1"/>
                          </a:solidFill>
                          <a:latin typeface="Arial"/>
                        </a:defRPr>
                      </a:lvl6pPr>
                      <a:lvl7pPr marL="2742377" algn="l" defTabSz="914126" rtl="0" eaLnBrk="1" latinLnBrk="0" hangingPunct="1">
                        <a:defRPr sz="1799" kern="1200">
                          <a:solidFill>
                            <a:schemeClr val="dk1"/>
                          </a:solidFill>
                          <a:latin typeface="Arial"/>
                        </a:defRPr>
                      </a:lvl7pPr>
                      <a:lvl8pPr marL="3199440" algn="l" defTabSz="914126" rtl="0" eaLnBrk="1" latinLnBrk="0" hangingPunct="1">
                        <a:defRPr sz="1799" kern="1200">
                          <a:solidFill>
                            <a:schemeClr val="dk1"/>
                          </a:solidFill>
                          <a:latin typeface="Arial"/>
                        </a:defRPr>
                      </a:lvl8pPr>
                      <a:lvl9pPr marL="3656503" algn="l" defTabSz="914126" rtl="0" eaLnBrk="1" latinLnBrk="0" hangingPunct="1">
                        <a:defRPr sz="1799" kern="1200">
                          <a:solidFill>
                            <a:schemeClr val="dk1"/>
                          </a:solidFill>
                          <a:latin typeface="Arial"/>
                        </a:defRPr>
                      </a:lvl9p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200" kern="1200" dirty="0" err="1">
                          <a:solidFill>
                            <a:schemeClr val="dk1"/>
                          </a:solidFill>
                          <a:latin typeface="+mn-lt"/>
                          <a:ea typeface="+mn-ea"/>
                          <a:cs typeface="+mn-cs"/>
                        </a:rPr>
                        <a:t>apint_set_range</a:t>
                      </a:r>
                      <a:r>
                        <a:rPr lang="en-US" sz="1200" kern="1200" dirty="0">
                          <a:solidFill>
                            <a:schemeClr val="dk1"/>
                          </a:solidFill>
                          <a:latin typeface="+mn-lt"/>
                          <a:ea typeface="+mn-ea"/>
                          <a:cs typeface="+mn-cs"/>
                        </a:rPr>
                        <a:t>(res, high, low, res)</a:t>
                      </a:r>
                    </a:p>
                  </a:txBody>
                  <a:tcPr marL="121888" marR="121888">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008CA8">
                        <a:tint val="40000"/>
                      </a:srgbClr>
                    </a:solidFill>
                  </a:tcPr>
                </a:tc>
                <a:extLst>
                  <a:ext uri="{0D108BD9-81ED-4DB2-BD59-A6C34878D82A}">
                    <a16:rowId xmlns:a16="http://schemas.microsoft.com/office/drawing/2014/main" val="10004"/>
                  </a:ext>
                </a:extLst>
              </a:tr>
              <a:tr h="117711">
                <a:tc>
                  <a:txBody>
                    <a:bodyPr/>
                    <a:lstStyle>
                      <a:lvl1pPr marL="0" algn="l" defTabSz="914126" rtl="0" eaLnBrk="1" latinLnBrk="0" hangingPunct="1">
                        <a:defRPr sz="1799" b="1" kern="1200">
                          <a:solidFill>
                            <a:schemeClr val="lt1"/>
                          </a:solidFill>
                          <a:latin typeface="Arial"/>
                        </a:defRPr>
                      </a:lvl1pPr>
                      <a:lvl2pPr marL="457063" algn="l" defTabSz="914126" rtl="0" eaLnBrk="1" latinLnBrk="0" hangingPunct="1">
                        <a:defRPr sz="1799" b="1" kern="1200">
                          <a:solidFill>
                            <a:schemeClr val="lt1"/>
                          </a:solidFill>
                          <a:latin typeface="Arial"/>
                        </a:defRPr>
                      </a:lvl2pPr>
                      <a:lvl3pPr marL="914126" algn="l" defTabSz="914126" rtl="0" eaLnBrk="1" latinLnBrk="0" hangingPunct="1">
                        <a:defRPr sz="1799" b="1" kern="1200">
                          <a:solidFill>
                            <a:schemeClr val="lt1"/>
                          </a:solidFill>
                          <a:latin typeface="Arial"/>
                        </a:defRPr>
                      </a:lvl3pPr>
                      <a:lvl4pPr marL="1371189" algn="l" defTabSz="914126" rtl="0" eaLnBrk="1" latinLnBrk="0" hangingPunct="1">
                        <a:defRPr sz="1799" b="1" kern="1200">
                          <a:solidFill>
                            <a:schemeClr val="lt1"/>
                          </a:solidFill>
                          <a:latin typeface="Arial"/>
                        </a:defRPr>
                      </a:lvl4pPr>
                      <a:lvl5pPr marL="1828251" algn="l" defTabSz="914126" rtl="0" eaLnBrk="1" latinLnBrk="0" hangingPunct="1">
                        <a:defRPr sz="1799" b="1" kern="1200">
                          <a:solidFill>
                            <a:schemeClr val="lt1"/>
                          </a:solidFill>
                          <a:latin typeface="Arial"/>
                        </a:defRPr>
                      </a:lvl5pPr>
                      <a:lvl6pPr marL="2285314" algn="l" defTabSz="914126" rtl="0" eaLnBrk="1" latinLnBrk="0" hangingPunct="1">
                        <a:defRPr sz="1799" b="1" kern="1200">
                          <a:solidFill>
                            <a:schemeClr val="lt1"/>
                          </a:solidFill>
                          <a:latin typeface="Arial"/>
                        </a:defRPr>
                      </a:lvl6pPr>
                      <a:lvl7pPr marL="2742377" algn="l" defTabSz="914126" rtl="0" eaLnBrk="1" latinLnBrk="0" hangingPunct="1">
                        <a:defRPr sz="1799" b="1" kern="1200">
                          <a:solidFill>
                            <a:schemeClr val="lt1"/>
                          </a:solidFill>
                          <a:latin typeface="Arial"/>
                        </a:defRPr>
                      </a:lvl7pPr>
                      <a:lvl8pPr marL="3199440" algn="l" defTabSz="914126" rtl="0" eaLnBrk="1" latinLnBrk="0" hangingPunct="1">
                        <a:defRPr sz="1799" b="1" kern="1200">
                          <a:solidFill>
                            <a:schemeClr val="lt1"/>
                          </a:solidFill>
                          <a:latin typeface="Arial"/>
                        </a:defRPr>
                      </a:lvl8pPr>
                      <a:lvl9pPr marL="3656503" algn="l" defTabSz="914126" rtl="0" eaLnBrk="1" latinLnBrk="0" hangingPunct="1">
                        <a:defRPr sz="1799" b="1" kern="1200">
                          <a:solidFill>
                            <a:schemeClr val="lt1"/>
                          </a:solidFill>
                          <a:latin typeface="Arial"/>
                        </a:defRPr>
                      </a:lvl9pPr>
                    </a:lstStyle>
                    <a:p>
                      <a:r>
                        <a:rPr lang="en-US" sz="1200" baseline="0" dirty="0"/>
                        <a:t>(n)</a:t>
                      </a:r>
                      <a:r>
                        <a:rPr lang="en-US" sz="1200" baseline="0" dirty="0" err="1"/>
                        <a:t>and_reduce</a:t>
                      </a:r>
                      <a:endParaRPr lang="en-US" sz="1200" dirty="0"/>
                    </a:p>
                  </a:txBody>
                  <a:tcPr marL="121888" marR="121888">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008CA8"/>
                    </a:solidFill>
                  </a:tcPr>
                </a:tc>
                <a:tc>
                  <a:txBody>
                    <a:bodyPr/>
                    <a:lstStyle>
                      <a:lvl1pPr marL="0" algn="l" defTabSz="914126" rtl="0" eaLnBrk="1" latinLnBrk="0" hangingPunct="1">
                        <a:defRPr sz="1799" kern="1200">
                          <a:solidFill>
                            <a:schemeClr val="dk1"/>
                          </a:solidFill>
                          <a:latin typeface="Arial"/>
                        </a:defRPr>
                      </a:lvl1pPr>
                      <a:lvl2pPr marL="457063" algn="l" defTabSz="914126" rtl="0" eaLnBrk="1" latinLnBrk="0" hangingPunct="1">
                        <a:defRPr sz="1799" kern="1200">
                          <a:solidFill>
                            <a:schemeClr val="dk1"/>
                          </a:solidFill>
                          <a:latin typeface="Arial"/>
                        </a:defRPr>
                      </a:lvl2pPr>
                      <a:lvl3pPr marL="914126" algn="l" defTabSz="914126" rtl="0" eaLnBrk="1" latinLnBrk="0" hangingPunct="1">
                        <a:defRPr sz="1799" kern="1200">
                          <a:solidFill>
                            <a:schemeClr val="dk1"/>
                          </a:solidFill>
                          <a:latin typeface="Arial"/>
                        </a:defRPr>
                      </a:lvl3pPr>
                      <a:lvl4pPr marL="1371189" algn="l" defTabSz="914126" rtl="0" eaLnBrk="1" latinLnBrk="0" hangingPunct="1">
                        <a:defRPr sz="1799" kern="1200">
                          <a:solidFill>
                            <a:schemeClr val="dk1"/>
                          </a:solidFill>
                          <a:latin typeface="Arial"/>
                        </a:defRPr>
                      </a:lvl4pPr>
                      <a:lvl5pPr marL="1828251" algn="l" defTabSz="914126" rtl="0" eaLnBrk="1" latinLnBrk="0" hangingPunct="1">
                        <a:defRPr sz="1799" kern="1200">
                          <a:solidFill>
                            <a:schemeClr val="dk1"/>
                          </a:solidFill>
                          <a:latin typeface="Arial"/>
                        </a:defRPr>
                      </a:lvl5pPr>
                      <a:lvl6pPr marL="2285314" algn="l" defTabSz="914126" rtl="0" eaLnBrk="1" latinLnBrk="0" hangingPunct="1">
                        <a:defRPr sz="1799" kern="1200">
                          <a:solidFill>
                            <a:schemeClr val="dk1"/>
                          </a:solidFill>
                          <a:latin typeface="Arial"/>
                        </a:defRPr>
                      </a:lvl6pPr>
                      <a:lvl7pPr marL="2742377" algn="l" defTabSz="914126" rtl="0" eaLnBrk="1" latinLnBrk="0" hangingPunct="1">
                        <a:defRPr sz="1799" kern="1200">
                          <a:solidFill>
                            <a:schemeClr val="dk1"/>
                          </a:solidFill>
                          <a:latin typeface="Arial"/>
                        </a:defRPr>
                      </a:lvl7pPr>
                      <a:lvl8pPr marL="3199440" algn="l" defTabSz="914126" rtl="0" eaLnBrk="1" latinLnBrk="0" hangingPunct="1">
                        <a:defRPr sz="1799" kern="1200">
                          <a:solidFill>
                            <a:schemeClr val="dk1"/>
                          </a:solidFill>
                          <a:latin typeface="Arial"/>
                        </a:defRPr>
                      </a:lvl8pPr>
                      <a:lvl9pPr marL="3656503" algn="l" defTabSz="914126" rtl="0" eaLnBrk="1" latinLnBrk="0" hangingPunct="1">
                        <a:defRPr sz="1799" kern="1200">
                          <a:solidFill>
                            <a:schemeClr val="dk1"/>
                          </a:solidFill>
                          <a:latin typeface="Arial"/>
                        </a:defRPr>
                      </a:lvl9pPr>
                    </a:lstStyle>
                    <a:p>
                      <a:r>
                        <a:rPr lang="en-US" sz="1200" baseline="0" dirty="0"/>
                        <a:t>(N)And reduce all bits.</a:t>
                      </a:r>
                      <a:endParaRPr lang="en-US" sz="1200" dirty="0"/>
                    </a:p>
                  </a:txBody>
                  <a:tcPr marL="121888" marR="121888">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008CA8">
                        <a:tint val="20000"/>
                      </a:srgbClr>
                    </a:solidFill>
                  </a:tcPr>
                </a:tc>
                <a:tc>
                  <a:txBody>
                    <a:bodyPr/>
                    <a:lstStyle>
                      <a:lvl1pPr marL="0" algn="l" defTabSz="914126" rtl="0" eaLnBrk="1" latinLnBrk="0" hangingPunct="1">
                        <a:defRPr sz="1799" kern="1200">
                          <a:solidFill>
                            <a:schemeClr val="dk1"/>
                          </a:solidFill>
                          <a:latin typeface="Arial"/>
                        </a:defRPr>
                      </a:lvl1pPr>
                      <a:lvl2pPr marL="457063" algn="l" defTabSz="914126" rtl="0" eaLnBrk="1" latinLnBrk="0" hangingPunct="1">
                        <a:defRPr sz="1799" kern="1200">
                          <a:solidFill>
                            <a:schemeClr val="dk1"/>
                          </a:solidFill>
                          <a:latin typeface="Arial"/>
                        </a:defRPr>
                      </a:lvl2pPr>
                      <a:lvl3pPr marL="914126" algn="l" defTabSz="914126" rtl="0" eaLnBrk="1" latinLnBrk="0" hangingPunct="1">
                        <a:defRPr sz="1799" kern="1200">
                          <a:solidFill>
                            <a:schemeClr val="dk1"/>
                          </a:solidFill>
                          <a:latin typeface="Arial"/>
                        </a:defRPr>
                      </a:lvl3pPr>
                      <a:lvl4pPr marL="1371189" algn="l" defTabSz="914126" rtl="0" eaLnBrk="1" latinLnBrk="0" hangingPunct="1">
                        <a:defRPr sz="1799" kern="1200">
                          <a:solidFill>
                            <a:schemeClr val="dk1"/>
                          </a:solidFill>
                          <a:latin typeface="Arial"/>
                        </a:defRPr>
                      </a:lvl4pPr>
                      <a:lvl5pPr marL="1828251" algn="l" defTabSz="914126" rtl="0" eaLnBrk="1" latinLnBrk="0" hangingPunct="1">
                        <a:defRPr sz="1799" kern="1200">
                          <a:solidFill>
                            <a:schemeClr val="dk1"/>
                          </a:solidFill>
                          <a:latin typeface="Arial"/>
                        </a:defRPr>
                      </a:lvl5pPr>
                      <a:lvl6pPr marL="2285314" algn="l" defTabSz="914126" rtl="0" eaLnBrk="1" latinLnBrk="0" hangingPunct="1">
                        <a:defRPr sz="1799" kern="1200">
                          <a:solidFill>
                            <a:schemeClr val="dk1"/>
                          </a:solidFill>
                          <a:latin typeface="Arial"/>
                        </a:defRPr>
                      </a:lvl6pPr>
                      <a:lvl7pPr marL="2742377" algn="l" defTabSz="914126" rtl="0" eaLnBrk="1" latinLnBrk="0" hangingPunct="1">
                        <a:defRPr sz="1799" kern="1200">
                          <a:solidFill>
                            <a:schemeClr val="dk1"/>
                          </a:solidFill>
                          <a:latin typeface="Arial"/>
                        </a:defRPr>
                      </a:lvl7pPr>
                      <a:lvl8pPr marL="3199440" algn="l" defTabSz="914126" rtl="0" eaLnBrk="1" latinLnBrk="0" hangingPunct="1">
                        <a:defRPr sz="1799" kern="1200">
                          <a:solidFill>
                            <a:schemeClr val="dk1"/>
                          </a:solidFill>
                          <a:latin typeface="Arial"/>
                        </a:defRPr>
                      </a:lvl8pPr>
                      <a:lvl9pPr marL="3656503" algn="l" defTabSz="914126" rtl="0" eaLnBrk="1" latinLnBrk="0" hangingPunct="1">
                        <a:defRPr sz="1799" kern="1200">
                          <a:solidFill>
                            <a:schemeClr val="dk1"/>
                          </a:solidFill>
                          <a:latin typeface="Arial"/>
                        </a:defRPr>
                      </a:lvl9pPr>
                    </a:lstStyle>
                    <a:p>
                      <a:r>
                        <a:rPr lang="en-US" sz="1200" kern="1200" dirty="0" err="1">
                          <a:solidFill>
                            <a:schemeClr val="dk1"/>
                          </a:solidFill>
                          <a:latin typeface="+mn-lt"/>
                          <a:ea typeface="+mn-ea"/>
                          <a:cs typeface="+mn-cs"/>
                        </a:rPr>
                        <a:t>bool</a:t>
                      </a:r>
                      <a:r>
                        <a:rPr lang="en-US" sz="1200" kern="1200" dirty="0">
                          <a:solidFill>
                            <a:schemeClr val="dk1"/>
                          </a:solidFill>
                          <a:latin typeface="+mn-lt"/>
                          <a:ea typeface="+mn-ea"/>
                          <a:cs typeface="+mn-cs"/>
                        </a:rPr>
                        <a:t> t = apint_(n)</a:t>
                      </a:r>
                      <a:r>
                        <a:rPr lang="en-US" sz="1200" kern="1200" dirty="0" err="1">
                          <a:solidFill>
                            <a:schemeClr val="dk1"/>
                          </a:solidFill>
                          <a:latin typeface="+mn-lt"/>
                          <a:ea typeface="+mn-ea"/>
                          <a:cs typeface="+mn-cs"/>
                        </a:rPr>
                        <a:t>and_reduce</a:t>
                      </a:r>
                      <a:r>
                        <a:rPr lang="en-US" sz="1200" kern="1200" dirty="0">
                          <a:solidFill>
                            <a:schemeClr val="dk1"/>
                          </a:solidFill>
                          <a:latin typeface="+mn-lt"/>
                          <a:ea typeface="+mn-ea"/>
                          <a:cs typeface="+mn-cs"/>
                        </a:rPr>
                        <a:t>(</a:t>
                      </a:r>
                      <a:r>
                        <a:rPr lang="en-US" sz="1200" kern="1200" dirty="0" err="1">
                          <a:solidFill>
                            <a:schemeClr val="dk1"/>
                          </a:solidFill>
                          <a:latin typeface="+mn-lt"/>
                          <a:ea typeface="+mn-ea"/>
                          <a:cs typeface="+mn-cs"/>
                        </a:rPr>
                        <a:t>var</a:t>
                      </a:r>
                      <a:r>
                        <a:rPr lang="en-US" sz="1200" kern="1200" dirty="0">
                          <a:solidFill>
                            <a:schemeClr val="dk1"/>
                          </a:solidFill>
                          <a:latin typeface="+mn-lt"/>
                          <a:ea typeface="+mn-ea"/>
                          <a:cs typeface="+mn-cs"/>
                        </a:rPr>
                        <a:t>);</a:t>
                      </a:r>
                    </a:p>
                  </a:txBody>
                  <a:tcPr marL="121888" marR="121888">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008CA8">
                        <a:tint val="20000"/>
                      </a:srgbClr>
                    </a:solidFill>
                  </a:tcPr>
                </a:tc>
                <a:extLst>
                  <a:ext uri="{0D108BD9-81ED-4DB2-BD59-A6C34878D82A}">
                    <a16:rowId xmlns:a16="http://schemas.microsoft.com/office/drawing/2014/main" val="10005"/>
                  </a:ext>
                </a:extLst>
              </a:tr>
              <a:tr h="0">
                <a:tc>
                  <a:txBody>
                    <a:bodyPr/>
                    <a:lstStyle>
                      <a:lvl1pPr marL="0" algn="l" defTabSz="914126" rtl="0" eaLnBrk="1" latinLnBrk="0" hangingPunct="1">
                        <a:defRPr sz="1799" b="1" kern="1200">
                          <a:solidFill>
                            <a:schemeClr val="lt1"/>
                          </a:solidFill>
                          <a:latin typeface="Arial"/>
                        </a:defRPr>
                      </a:lvl1pPr>
                      <a:lvl2pPr marL="457063" algn="l" defTabSz="914126" rtl="0" eaLnBrk="1" latinLnBrk="0" hangingPunct="1">
                        <a:defRPr sz="1799" b="1" kern="1200">
                          <a:solidFill>
                            <a:schemeClr val="lt1"/>
                          </a:solidFill>
                          <a:latin typeface="Arial"/>
                        </a:defRPr>
                      </a:lvl2pPr>
                      <a:lvl3pPr marL="914126" algn="l" defTabSz="914126" rtl="0" eaLnBrk="1" latinLnBrk="0" hangingPunct="1">
                        <a:defRPr sz="1799" b="1" kern="1200">
                          <a:solidFill>
                            <a:schemeClr val="lt1"/>
                          </a:solidFill>
                          <a:latin typeface="Arial"/>
                        </a:defRPr>
                      </a:lvl3pPr>
                      <a:lvl4pPr marL="1371189" algn="l" defTabSz="914126" rtl="0" eaLnBrk="1" latinLnBrk="0" hangingPunct="1">
                        <a:defRPr sz="1799" b="1" kern="1200">
                          <a:solidFill>
                            <a:schemeClr val="lt1"/>
                          </a:solidFill>
                          <a:latin typeface="Arial"/>
                        </a:defRPr>
                      </a:lvl4pPr>
                      <a:lvl5pPr marL="1828251" algn="l" defTabSz="914126" rtl="0" eaLnBrk="1" latinLnBrk="0" hangingPunct="1">
                        <a:defRPr sz="1799" b="1" kern="1200">
                          <a:solidFill>
                            <a:schemeClr val="lt1"/>
                          </a:solidFill>
                          <a:latin typeface="Arial"/>
                        </a:defRPr>
                      </a:lvl5pPr>
                      <a:lvl6pPr marL="2285314" algn="l" defTabSz="914126" rtl="0" eaLnBrk="1" latinLnBrk="0" hangingPunct="1">
                        <a:defRPr sz="1799" b="1" kern="1200">
                          <a:solidFill>
                            <a:schemeClr val="lt1"/>
                          </a:solidFill>
                          <a:latin typeface="Arial"/>
                        </a:defRPr>
                      </a:lvl6pPr>
                      <a:lvl7pPr marL="2742377" algn="l" defTabSz="914126" rtl="0" eaLnBrk="1" latinLnBrk="0" hangingPunct="1">
                        <a:defRPr sz="1799" b="1" kern="1200">
                          <a:solidFill>
                            <a:schemeClr val="lt1"/>
                          </a:solidFill>
                          <a:latin typeface="Arial"/>
                        </a:defRPr>
                      </a:lvl7pPr>
                      <a:lvl8pPr marL="3199440" algn="l" defTabSz="914126" rtl="0" eaLnBrk="1" latinLnBrk="0" hangingPunct="1">
                        <a:defRPr sz="1799" b="1" kern="1200">
                          <a:solidFill>
                            <a:schemeClr val="lt1"/>
                          </a:solidFill>
                          <a:latin typeface="Arial"/>
                        </a:defRPr>
                      </a:lvl8pPr>
                      <a:lvl9pPr marL="3656503" algn="l" defTabSz="914126" rtl="0" eaLnBrk="1" latinLnBrk="0" hangingPunct="1">
                        <a:defRPr sz="1799" b="1" kern="1200">
                          <a:solidFill>
                            <a:schemeClr val="lt1"/>
                          </a:solidFill>
                          <a:latin typeface="Arial"/>
                        </a:defRPr>
                      </a:lvl9pPr>
                    </a:lstStyle>
                    <a:p>
                      <a:r>
                        <a:rPr lang="en-US" sz="1200" baseline="0" dirty="0"/>
                        <a:t>(n)</a:t>
                      </a:r>
                      <a:r>
                        <a:rPr lang="en-US" sz="1200" baseline="0" dirty="0" err="1"/>
                        <a:t>or_reduce</a:t>
                      </a:r>
                      <a:endParaRPr lang="en-US" sz="1200" dirty="0"/>
                    </a:p>
                  </a:txBody>
                  <a:tcPr marL="121888" marR="121888">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008CA8"/>
                    </a:solidFill>
                  </a:tcPr>
                </a:tc>
                <a:tc>
                  <a:txBody>
                    <a:bodyPr/>
                    <a:lstStyle>
                      <a:lvl1pPr marL="0" algn="l" defTabSz="914126" rtl="0" eaLnBrk="1" latinLnBrk="0" hangingPunct="1">
                        <a:defRPr sz="1799" kern="1200">
                          <a:solidFill>
                            <a:schemeClr val="dk1"/>
                          </a:solidFill>
                          <a:latin typeface="Arial"/>
                        </a:defRPr>
                      </a:lvl1pPr>
                      <a:lvl2pPr marL="457063" algn="l" defTabSz="914126" rtl="0" eaLnBrk="1" latinLnBrk="0" hangingPunct="1">
                        <a:defRPr sz="1799" kern="1200">
                          <a:solidFill>
                            <a:schemeClr val="dk1"/>
                          </a:solidFill>
                          <a:latin typeface="Arial"/>
                        </a:defRPr>
                      </a:lvl2pPr>
                      <a:lvl3pPr marL="914126" algn="l" defTabSz="914126" rtl="0" eaLnBrk="1" latinLnBrk="0" hangingPunct="1">
                        <a:defRPr sz="1799" kern="1200">
                          <a:solidFill>
                            <a:schemeClr val="dk1"/>
                          </a:solidFill>
                          <a:latin typeface="Arial"/>
                        </a:defRPr>
                      </a:lvl3pPr>
                      <a:lvl4pPr marL="1371189" algn="l" defTabSz="914126" rtl="0" eaLnBrk="1" latinLnBrk="0" hangingPunct="1">
                        <a:defRPr sz="1799" kern="1200">
                          <a:solidFill>
                            <a:schemeClr val="dk1"/>
                          </a:solidFill>
                          <a:latin typeface="Arial"/>
                        </a:defRPr>
                      </a:lvl4pPr>
                      <a:lvl5pPr marL="1828251" algn="l" defTabSz="914126" rtl="0" eaLnBrk="1" latinLnBrk="0" hangingPunct="1">
                        <a:defRPr sz="1799" kern="1200">
                          <a:solidFill>
                            <a:schemeClr val="dk1"/>
                          </a:solidFill>
                          <a:latin typeface="Arial"/>
                        </a:defRPr>
                      </a:lvl5pPr>
                      <a:lvl6pPr marL="2285314" algn="l" defTabSz="914126" rtl="0" eaLnBrk="1" latinLnBrk="0" hangingPunct="1">
                        <a:defRPr sz="1799" kern="1200">
                          <a:solidFill>
                            <a:schemeClr val="dk1"/>
                          </a:solidFill>
                          <a:latin typeface="Arial"/>
                        </a:defRPr>
                      </a:lvl6pPr>
                      <a:lvl7pPr marL="2742377" algn="l" defTabSz="914126" rtl="0" eaLnBrk="1" latinLnBrk="0" hangingPunct="1">
                        <a:defRPr sz="1799" kern="1200">
                          <a:solidFill>
                            <a:schemeClr val="dk1"/>
                          </a:solidFill>
                          <a:latin typeface="Arial"/>
                        </a:defRPr>
                      </a:lvl7pPr>
                      <a:lvl8pPr marL="3199440" algn="l" defTabSz="914126" rtl="0" eaLnBrk="1" latinLnBrk="0" hangingPunct="1">
                        <a:defRPr sz="1799" kern="1200">
                          <a:solidFill>
                            <a:schemeClr val="dk1"/>
                          </a:solidFill>
                          <a:latin typeface="Arial"/>
                        </a:defRPr>
                      </a:lvl8pPr>
                      <a:lvl9pPr marL="3656503" algn="l" defTabSz="914126" rtl="0" eaLnBrk="1" latinLnBrk="0" hangingPunct="1">
                        <a:defRPr sz="1799" kern="1200">
                          <a:solidFill>
                            <a:schemeClr val="dk1"/>
                          </a:solidFill>
                          <a:latin typeface="Arial"/>
                        </a:defRPr>
                      </a:lvl9p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200" b="0" kern="1200" dirty="0">
                          <a:solidFill>
                            <a:schemeClr val="dk1"/>
                          </a:solidFill>
                          <a:latin typeface="+mn-lt"/>
                          <a:ea typeface="+mn-ea"/>
                          <a:cs typeface="+mn-cs"/>
                        </a:rPr>
                        <a:t>(N)Or reduce all bits</a:t>
                      </a:r>
                    </a:p>
                  </a:txBody>
                  <a:tcPr marL="121888" marR="121888">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008CA8">
                        <a:tint val="40000"/>
                      </a:srgbClr>
                    </a:solidFill>
                  </a:tcPr>
                </a:tc>
                <a:tc>
                  <a:txBody>
                    <a:bodyPr/>
                    <a:lstStyle>
                      <a:lvl1pPr marL="0" algn="l" defTabSz="914126" rtl="0" eaLnBrk="1" latinLnBrk="0" hangingPunct="1">
                        <a:defRPr sz="1799" kern="1200">
                          <a:solidFill>
                            <a:schemeClr val="dk1"/>
                          </a:solidFill>
                          <a:latin typeface="Arial"/>
                        </a:defRPr>
                      </a:lvl1pPr>
                      <a:lvl2pPr marL="457063" algn="l" defTabSz="914126" rtl="0" eaLnBrk="1" latinLnBrk="0" hangingPunct="1">
                        <a:defRPr sz="1799" kern="1200">
                          <a:solidFill>
                            <a:schemeClr val="dk1"/>
                          </a:solidFill>
                          <a:latin typeface="Arial"/>
                        </a:defRPr>
                      </a:lvl2pPr>
                      <a:lvl3pPr marL="914126" algn="l" defTabSz="914126" rtl="0" eaLnBrk="1" latinLnBrk="0" hangingPunct="1">
                        <a:defRPr sz="1799" kern="1200">
                          <a:solidFill>
                            <a:schemeClr val="dk1"/>
                          </a:solidFill>
                          <a:latin typeface="Arial"/>
                        </a:defRPr>
                      </a:lvl3pPr>
                      <a:lvl4pPr marL="1371189" algn="l" defTabSz="914126" rtl="0" eaLnBrk="1" latinLnBrk="0" hangingPunct="1">
                        <a:defRPr sz="1799" kern="1200">
                          <a:solidFill>
                            <a:schemeClr val="dk1"/>
                          </a:solidFill>
                          <a:latin typeface="Arial"/>
                        </a:defRPr>
                      </a:lvl4pPr>
                      <a:lvl5pPr marL="1828251" algn="l" defTabSz="914126" rtl="0" eaLnBrk="1" latinLnBrk="0" hangingPunct="1">
                        <a:defRPr sz="1799" kern="1200">
                          <a:solidFill>
                            <a:schemeClr val="dk1"/>
                          </a:solidFill>
                          <a:latin typeface="Arial"/>
                        </a:defRPr>
                      </a:lvl5pPr>
                      <a:lvl6pPr marL="2285314" algn="l" defTabSz="914126" rtl="0" eaLnBrk="1" latinLnBrk="0" hangingPunct="1">
                        <a:defRPr sz="1799" kern="1200">
                          <a:solidFill>
                            <a:schemeClr val="dk1"/>
                          </a:solidFill>
                          <a:latin typeface="Arial"/>
                        </a:defRPr>
                      </a:lvl6pPr>
                      <a:lvl7pPr marL="2742377" algn="l" defTabSz="914126" rtl="0" eaLnBrk="1" latinLnBrk="0" hangingPunct="1">
                        <a:defRPr sz="1799" kern="1200">
                          <a:solidFill>
                            <a:schemeClr val="dk1"/>
                          </a:solidFill>
                          <a:latin typeface="Arial"/>
                        </a:defRPr>
                      </a:lvl7pPr>
                      <a:lvl8pPr marL="3199440" algn="l" defTabSz="914126" rtl="0" eaLnBrk="1" latinLnBrk="0" hangingPunct="1">
                        <a:defRPr sz="1799" kern="1200">
                          <a:solidFill>
                            <a:schemeClr val="dk1"/>
                          </a:solidFill>
                          <a:latin typeface="Arial"/>
                        </a:defRPr>
                      </a:lvl8pPr>
                      <a:lvl9pPr marL="3656503" algn="l" defTabSz="914126" rtl="0" eaLnBrk="1" latinLnBrk="0" hangingPunct="1">
                        <a:defRPr sz="1799" kern="1200">
                          <a:solidFill>
                            <a:schemeClr val="dk1"/>
                          </a:solidFill>
                          <a:latin typeface="Arial"/>
                        </a:defRPr>
                      </a:lvl9pPr>
                    </a:lstStyle>
                    <a:p>
                      <a:r>
                        <a:rPr lang="en-US" sz="1200" kern="1200" dirty="0" err="1">
                          <a:solidFill>
                            <a:schemeClr val="dk1"/>
                          </a:solidFill>
                          <a:latin typeface="+mn-lt"/>
                          <a:ea typeface="+mn-ea"/>
                          <a:cs typeface="+mn-cs"/>
                        </a:rPr>
                        <a:t>bool</a:t>
                      </a:r>
                      <a:r>
                        <a:rPr lang="en-US" sz="1200" kern="1200" dirty="0">
                          <a:solidFill>
                            <a:schemeClr val="dk1"/>
                          </a:solidFill>
                          <a:latin typeface="+mn-lt"/>
                          <a:ea typeface="+mn-ea"/>
                          <a:cs typeface="+mn-cs"/>
                        </a:rPr>
                        <a:t> t = apint_(n)</a:t>
                      </a:r>
                      <a:r>
                        <a:rPr lang="en-US" sz="1200" kern="1200" dirty="0" err="1">
                          <a:solidFill>
                            <a:schemeClr val="dk1"/>
                          </a:solidFill>
                          <a:latin typeface="+mn-lt"/>
                          <a:ea typeface="+mn-ea"/>
                          <a:cs typeface="+mn-cs"/>
                        </a:rPr>
                        <a:t>or_reduce</a:t>
                      </a:r>
                      <a:r>
                        <a:rPr lang="en-US" sz="1200" kern="1200" dirty="0">
                          <a:solidFill>
                            <a:schemeClr val="dk1"/>
                          </a:solidFill>
                          <a:latin typeface="+mn-lt"/>
                          <a:ea typeface="+mn-ea"/>
                          <a:cs typeface="+mn-cs"/>
                        </a:rPr>
                        <a:t>(</a:t>
                      </a:r>
                      <a:r>
                        <a:rPr lang="en-US" sz="1200" kern="1200" dirty="0" err="1">
                          <a:solidFill>
                            <a:schemeClr val="dk1"/>
                          </a:solidFill>
                          <a:latin typeface="+mn-lt"/>
                          <a:ea typeface="+mn-ea"/>
                          <a:cs typeface="+mn-cs"/>
                        </a:rPr>
                        <a:t>var</a:t>
                      </a:r>
                      <a:r>
                        <a:rPr lang="en-US" sz="1200" kern="1200" dirty="0">
                          <a:solidFill>
                            <a:schemeClr val="dk1"/>
                          </a:solidFill>
                          <a:latin typeface="+mn-lt"/>
                          <a:ea typeface="+mn-ea"/>
                          <a:cs typeface="+mn-cs"/>
                        </a:rPr>
                        <a:t>);</a:t>
                      </a:r>
                    </a:p>
                  </a:txBody>
                  <a:tcPr marL="121888" marR="121888">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008CA8">
                        <a:tint val="40000"/>
                      </a:srgbClr>
                    </a:solidFill>
                  </a:tcPr>
                </a:tc>
                <a:extLst>
                  <a:ext uri="{0D108BD9-81ED-4DB2-BD59-A6C34878D82A}">
                    <a16:rowId xmlns:a16="http://schemas.microsoft.com/office/drawing/2014/main" val="10006"/>
                  </a:ext>
                </a:extLst>
              </a:tr>
              <a:tr h="0">
                <a:tc>
                  <a:txBody>
                    <a:bodyPr/>
                    <a:lstStyle>
                      <a:lvl1pPr marL="0" algn="l" defTabSz="914126" rtl="0" eaLnBrk="1" latinLnBrk="0" hangingPunct="1">
                        <a:defRPr sz="1799" b="1" kern="1200">
                          <a:solidFill>
                            <a:schemeClr val="lt1"/>
                          </a:solidFill>
                          <a:latin typeface="Arial"/>
                        </a:defRPr>
                      </a:lvl1pPr>
                      <a:lvl2pPr marL="457063" algn="l" defTabSz="914126" rtl="0" eaLnBrk="1" latinLnBrk="0" hangingPunct="1">
                        <a:defRPr sz="1799" b="1" kern="1200">
                          <a:solidFill>
                            <a:schemeClr val="lt1"/>
                          </a:solidFill>
                          <a:latin typeface="Arial"/>
                        </a:defRPr>
                      </a:lvl2pPr>
                      <a:lvl3pPr marL="914126" algn="l" defTabSz="914126" rtl="0" eaLnBrk="1" latinLnBrk="0" hangingPunct="1">
                        <a:defRPr sz="1799" b="1" kern="1200">
                          <a:solidFill>
                            <a:schemeClr val="lt1"/>
                          </a:solidFill>
                          <a:latin typeface="Arial"/>
                        </a:defRPr>
                      </a:lvl3pPr>
                      <a:lvl4pPr marL="1371189" algn="l" defTabSz="914126" rtl="0" eaLnBrk="1" latinLnBrk="0" hangingPunct="1">
                        <a:defRPr sz="1799" b="1" kern="1200">
                          <a:solidFill>
                            <a:schemeClr val="lt1"/>
                          </a:solidFill>
                          <a:latin typeface="Arial"/>
                        </a:defRPr>
                      </a:lvl4pPr>
                      <a:lvl5pPr marL="1828251" algn="l" defTabSz="914126" rtl="0" eaLnBrk="1" latinLnBrk="0" hangingPunct="1">
                        <a:defRPr sz="1799" b="1" kern="1200">
                          <a:solidFill>
                            <a:schemeClr val="lt1"/>
                          </a:solidFill>
                          <a:latin typeface="Arial"/>
                        </a:defRPr>
                      </a:lvl5pPr>
                      <a:lvl6pPr marL="2285314" algn="l" defTabSz="914126" rtl="0" eaLnBrk="1" latinLnBrk="0" hangingPunct="1">
                        <a:defRPr sz="1799" b="1" kern="1200">
                          <a:solidFill>
                            <a:schemeClr val="lt1"/>
                          </a:solidFill>
                          <a:latin typeface="Arial"/>
                        </a:defRPr>
                      </a:lvl6pPr>
                      <a:lvl7pPr marL="2742377" algn="l" defTabSz="914126" rtl="0" eaLnBrk="1" latinLnBrk="0" hangingPunct="1">
                        <a:defRPr sz="1799" b="1" kern="1200">
                          <a:solidFill>
                            <a:schemeClr val="lt1"/>
                          </a:solidFill>
                          <a:latin typeface="Arial"/>
                        </a:defRPr>
                      </a:lvl7pPr>
                      <a:lvl8pPr marL="3199440" algn="l" defTabSz="914126" rtl="0" eaLnBrk="1" latinLnBrk="0" hangingPunct="1">
                        <a:defRPr sz="1799" b="1" kern="1200">
                          <a:solidFill>
                            <a:schemeClr val="lt1"/>
                          </a:solidFill>
                          <a:latin typeface="Arial"/>
                        </a:defRPr>
                      </a:lvl8pPr>
                      <a:lvl9pPr marL="3656503" algn="l" defTabSz="914126" rtl="0" eaLnBrk="1" latinLnBrk="0" hangingPunct="1">
                        <a:defRPr sz="1799" b="1" kern="1200">
                          <a:solidFill>
                            <a:schemeClr val="lt1"/>
                          </a:solidFill>
                          <a:latin typeface="Arial"/>
                        </a:defRPr>
                      </a:lvl9pPr>
                    </a:lstStyle>
                    <a:p>
                      <a:r>
                        <a:rPr lang="en-US" sz="1200" dirty="0"/>
                        <a:t>X(n)</a:t>
                      </a:r>
                      <a:r>
                        <a:rPr lang="en-US" sz="1200" dirty="0" err="1"/>
                        <a:t>or_reduce</a:t>
                      </a:r>
                      <a:endParaRPr lang="en-US" sz="1200" dirty="0"/>
                    </a:p>
                  </a:txBody>
                  <a:tcPr marL="121888" marR="121888">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008CA8"/>
                    </a:solidFill>
                  </a:tcPr>
                </a:tc>
                <a:tc>
                  <a:txBody>
                    <a:bodyPr/>
                    <a:lstStyle>
                      <a:lvl1pPr marL="0" algn="l" defTabSz="914126" rtl="0" eaLnBrk="1" latinLnBrk="0" hangingPunct="1">
                        <a:defRPr sz="1799" kern="1200">
                          <a:solidFill>
                            <a:schemeClr val="dk1"/>
                          </a:solidFill>
                          <a:latin typeface="Arial"/>
                        </a:defRPr>
                      </a:lvl1pPr>
                      <a:lvl2pPr marL="457063" algn="l" defTabSz="914126" rtl="0" eaLnBrk="1" latinLnBrk="0" hangingPunct="1">
                        <a:defRPr sz="1799" kern="1200">
                          <a:solidFill>
                            <a:schemeClr val="dk1"/>
                          </a:solidFill>
                          <a:latin typeface="Arial"/>
                        </a:defRPr>
                      </a:lvl2pPr>
                      <a:lvl3pPr marL="914126" algn="l" defTabSz="914126" rtl="0" eaLnBrk="1" latinLnBrk="0" hangingPunct="1">
                        <a:defRPr sz="1799" kern="1200">
                          <a:solidFill>
                            <a:schemeClr val="dk1"/>
                          </a:solidFill>
                          <a:latin typeface="Arial"/>
                        </a:defRPr>
                      </a:lvl3pPr>
                      <a:lvl4pPr marL="1371189" algn="l" defTabSz="914126" rtl="0" eaLnBrk="1" latinLnBrk="0" hangingPunct="1">
                        <a:defRPr sz="1799" kern="1200">
                          <a:solidFill>
                            <a:schemeClr val="dk1"/>
                          </a:solidFill>
                          <a:latin typeface="Arial"/>
                        </a:defRPr>
                      </a:lvl4pPr>
                      <a:lvl5pPr marL="1828251" algn="l" defTabSz="914126" rtl="0" eaLnBrk="1" latinLnBrk="0" hangingPunct="1">
                        <a:defRPr sz="1799" kern="1200">
                          <a:solidFill>
                            <a:schemeClr val="dk1"/>
                          </a:solidFill>
                          <a:latin typeface="Arial"/>
                        </a:defRPr>
                      </a:lvl5pPr>
                      <a:lvl6pPr marL="2285314" algn="l" defTabSz="914126" rtl="0" eaLnBrk="1" latinLnBrk="0" hangingPunct="1">
                        <a:defRPr sz="1799" kern="1200">
                          <a:solidFill>
                            <a:schemeClr val="dk1"/>
                          </a:solidFill>
                          <a:latin typeface="Arial"/>
                        </a:defRPr>
                      </a:lvl6pPr>
                      <a:lvl7pPr marL="2742377" algn="l" defTabSz="914126" rtl="0" eaLnBrk="1" latinLnBrk="0" hangingPunct="1">
                        <a:defRPr sz="1799" kern="1200">
                          <a:solidFill>
                            <a:schemeClr val="dk1"/>
                          </a:solidFill>
                          <a:latin typeface="Arial"/>
                        </a:defRPr>
                      </a:lvl7pPr>
                      <a:lvl8pPr marL="3199440" algn="l" defTabSz="914126" rtl="0" eaLnBrk="1" latinLnBrk="0" hangingPunct="1">
                        <a:defRPr sz="1799" kern="1200">
                          <a:solidFill>
                            <a:schemeClr val="dk1"/>
                          </a:solidFill>
                          <a:latin typeface="Arial"/>
                        </a:defRPr>
                      </a:lvl8pPr>
                      <a:lvl9pPr marL="3656503" algn="l" defTabSz="914126" rtl="0" eaLnBrk="1" latinLnBrk="0" hangingPunct="1">
                        <a:defRPr sz="1799" kern="1200">
                          <a:solidFill>
                            <a:schemeClr val="dk1"/>
                          </a:solidFill>
                          <a:latin typeface="Arial"/>
                        </a:defRPr>
                      </a:lvl9p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200" kern="1200" dirty="0">
                          <a:solidFill>
                            <a:schemeClr val="dk1"/>
                          </a:solidFill>
                          <a:latin typeface="+mn-lt"/>
                          <a:ea typeface="+mn-ea"/>
                          <a:cs typeface="+mn-cs"/>
                        </a:rPr>
                        <a:t>X(N)or reduce all bits</a:t>
                      </a:r>
                    </a:p>
                  </a:txBody>
                  <a:tcPr marL="121888" marR="121888">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008CA8">
                        <a:tint val="20000"/>
                      </a:srgbClr>
                    </a:solidFill>
                  </a:tcPr>
                </a:tc>
                <a:tc>
                  <a:txBody>
                    <a:bodyPr/>
                    <a:lstStyle>
                      <a:lvl1pPr marL="0" algn="l" defTabSz="914126" rtl="0" eaLnBrk="1" latinLnBrk="0" hangingPunct="1">
                        <a:defRPr sz="1799" kern="1200">
                          <a:solidFill>
                            <a:schemeClr val="dk1"/>
                          </a:solidFill>
                          <a:latin typeface="Arial"/>
                        </a:defRPr>
                      </a:lvl1pPr>
                      <a:lvl2pPr marL="457063" algn="l" defTabSz="914126" rtl="0" eaLnBrk="1" latinLnBrk="0" hangingPunct="1">
                        <a:defRPr sz="1799" kern="1200">
                          <a:solidFill>
                            <a:schemeClr val="dk1"/>
                          </a:solidFill>
                          <a:latin typeface="Arial"/>
                        </a:defRPr>
                      </a:lvl2pPr>
                      <a:lvl3pPr marL="914126" algn="l" defTabSz="914126" rtl="0" eaLnBrk="1" latinLnBrk="0" hangingPunct="1">
                        <a:defRPr sz="1799" kern="1200">
                          <a:solidFill>
                            <a:schemeClr val="dk1"/>
                          </a:solidFill>
                          <a:latin typeface="Arial"/>
                        </a:defRPr>
                      </a:lvl3pPr>
                      <a:lvl4pPr marL="1371189" algn="l" defTabSz="914126" rtl="0" eaLnBrk="1" latinLnBrk="0" hangingPunct="1">
                        <a:defRPr sz="1799" kern="1200">
                          <a:solidFill>
                            <a:schemeClr val="dk1"/>
                          </a:solidFill>
                          <a:latin typeface="Arial"/>
                        </a:defRPr>
                      </a:lvl4pPr>
                      <a:lvl5pPr marL="1828251" algn="l" defTabSz="914126" rtl="0" eaLnBrk="1" latinLnBrk="0" hangingPunct="1">
                        <a:defRPr sz="1799" kern="1200">
                          <a:solidFill>
                            <a:schemeClr val="dk1"/>
                          </a:solidFill>
                          <a:latin typeface="Arial"/>
                        </a:defRPr>
                      </a:lvl5pPr>
                      <a:lvl6pPr marL="2285314" algn="l" defTabSz="914126" rtl="0" eaLnBrk="1" latinLnBrk="0" hangingPunct="1">
                        <a:defRPr sz="1799" kern="1200">
                          <a:solidFill>
                            <a:schemeClr val="dk1"/>
                          </a:solidFill>
                          <a:latin typeface="Arial"/>
                        </a:defRPr>
                      </a:lvl6pPr>
                      <a:lvl7pPr marL="2742377" algn="l" defTabSz="914126" rtl="0" eaLnBrk="1" latinLnBrk="0" hangingPunct="1">
                        <a:defRPr sz="1799" kern="1200">
                          <a:solidFill>
                            <a:schemeClr val="dk1"/>
                          </a:solidFill>
                          <a:latin typeface="Arial"/>
                        </a:defRPr>
                      </a:lvl7pPr>
                      <a:lvl8pPr marL="3199440" algn="l" defTabSz="914126" rtl="0" eaLnBrk="1" latinLnBrk="0" hangingPunct="1">
                        <a:defRPr sz="1799" kern="1200">
                          <a:solidFill>
                            <a:schemeClr val="dk1"/>
                          </a:solidFill>
                          <a:latin typeface="Arial"/>
                        </a:defRPr>
                      </a:lvl8pPr>
                      <a:lvl9pPr marL="3656503" algn="l" defTabSz="914126" rtl="0" eaLnBrk="1" latinLnBrk="0" hangingPunct="1">
                        <a:defRPr sz="1799" kern="1200">
                          <a:solidFill>
                            <a:schemeClr val="dk1"/>
                          </a:solidFill>
                          <a:latin typeface="Arial"/>
                        </a:defRPr>
                      </a:lvl9pPr>
                    </a:lstStyle>
                    <a:p>
                      <a:r>
                        <a:rPr lang="en-US" sz="1200" kern="1200" dirty="0" err="1">
                          <a:solidFill>
                            <a:schemeClr val="dk1"/>
                          </a:solidFill>
                          <a:latin typeface="+mn-lt"/>
                          <a:ea typeface="+mn-ea"/>
                          <a:cs typeface="+mn-cs"/>
                        </a:rPr>
                        <a:t>bool</a:t>
                      </a:r>
                      <a:r>
                        <a:rPr lang="en-US" sz="1200" kern="1200" dirty="0">
                          <a:solidFill>
                            <a:schemeClr val="dk1"/>
                          </a:solidFill>
                          <a:latin typeface="+mn-lt"/>
                          <a:ea typeface="+mn-ea"/>
                          <a:cs typeface="+mn-cs"/>
                        </a:rPr>
                        <a:t> t = </a:t>
                      </a:r>
                      <a:r>
                        <a:rPr lang="en-US" sz="1200" kern="1200" dirty="0" err="1">
                          <a:solidFill>
                            <a:schemeClr val="dk1"/>
                          </a:solidFill>
                          <a:latin typeface="+mn-lt"/>
                          <a:ea typeface="+mn-ea"/>
                          <a:cs typeface="+mn-cs"/>
                        </a:rPr>
                        <a:t>apint_x</a:t>
                      </a:r>
                      <a:r>
                        <a:rPr lang="en-US" sz="1200" kern="1200" dirty="0">
                          <a:solidFill>
                            <a:schemeClr val="dk1"/>
                          </a:solidFill>
                          <a:latin typeface="+mn-lt"/>
                          <a:ea typeface="+mn-ea"/>
                          <a:cs typeface="+mn-cs"/>
                        </a:rPr>
                        <a:t>(n)</a:t>
                      </a:r>
                      <a:r>
                        <a:rPr lang="en-US" sz="1200" kern="1200" dirty="0" err="1">
                          <a:solidFill>
                            <a:schemeClr val="dk1"/>
                          </a:solidFill>
                          <a:latin typeface="+mn-lt"/>
                          <a:ea typeface="+mn-ea"/>
                          <a:cs typeface="+mn-cs"/>
                        </a:rPr>
                        <a:t>or_reduce</a:t>
                      </a:r>
                      <a:r>
                        <a:rPr lang="en-US" sz="1200" kern="1200" dirty="0">
                          <a:solidFill>
                            <a:schemeClr val="dk1"/>
                          </a:solidFill>
                          <a:latin typeface="+mn-lt"/>
                          <a:ea typeface="+mn-ea"/>
                          <a:cs typeface="+mn-cs"/>
                        </a:rPr>
                        <a:t>(</a:t>
                      </a:r>
                      <a:r>
                        <a:rPr lang="en-US" sz="1200" kern="1200" dirty="0" err="1">
                          <a:solidFill>
                            <a:schemeClr val="dk1"/>
                          </a:solidFill>
                          <a:latin typeface="+mn-lt"/>
                          <a:ea typeface="+mn-ea"/>
                          <a:cs typeface="+mn-cs"/>
                        </a:rPr>
                        <a:t>var</a:t>
                      </a:r>
                      <a:r>
                        <a:rPr lang="en-US" sz="1200" kern="1200" dirty="0">
                          <a:solidFill>
                            <a:schemeClr val="dk1"/>
                          </a:solidFill>
                          <a:latin typeface="+mn-lt"/>
                          <a:ea typeface="+mn-ea"/>
                          <a:cs typeface="+mn-cs"/>
                        </a:rPr>
                        <a:t>);</a:t>
                      </a:r>
                    </a:p>
                  </a:txBody>
                  <a:tcPr marL="121888" marR="121888">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008CA8">
                        <a:tint val="20000"/>
                      </a:srgbClr>
                    </a:solidFill>
                  </a:tcPr>
                </a:tc>
                <a:extLst>
                  <a:ext uri="{0D108BD9-81ED-4DB2-BD59-A6C34878D82A}">
                    <a16:rowId xmlns:a16="http://schemas.microsoft.com/office/drawing/2014/main" val="10007"/>
                  </a:ext>
                </a:extLst>
              </a:tr>
              <a:tr h="0">
                <a:tc>
                  <a:txBody>
                    <a:bodyPr/>
                    <a:lstStyle>
                      <a:lvl1pPr marL="0" algn="l" defTabSz="914126" rtl="0" eaLnBrk="1" latinLnBrk="0" hangingPunct="1">
                        <a:defRPr sz="1799" b="1" kern="1200">
                          <a:solidFill>
                            <a:schemeClr val="lt1"/>
                          </a:solidFill>
                          <a:latin typeface="Arial"/>
                        </a:defRPr>
                      </a:lvl1pPr>
                      <a:lvl2pPr marL="457063" algn="l" defTabSz="914126" rtl="0" eaLnBrk="1" latinLnBrk="0" hangingPunct="1">
                        <a:defRPr sz="1799" b="1" kern="1200">
                          <a:solidFill>
                            <a:schemeClr val="lt1"/>
                          </a:solidFill>
                          <a:latin typeface="Arial"/>
                        </a:defRPr>
                      </a:lvl2pPr>
                      <a:lvl3pPr marL="914126" algn="l" defTabSz="914126" rtl="0" eaLnBrk="1" latinLnBrk="0" hangingPunct="1">
                        <a:defRPr sz="1799" b="1" kern="1200">
                          <a:solidFill>
                            <a:schemeClr val="lt1"/>
                          </a:solidFill>
                          <a:latin typeface="Arial"/>
                        </a:defRPr>
                      </a:lvl3pPr>
                      <a:lvl4pPr marL="1371189" algn="l" defTabSz="914126" rtl="0" eaLnBrk="1" latinLnBrk="0" hangingPunct="1">
                        <a:defRPr sz="1799" b="1" kern="1200">
                          <a:solidFill>
                            <a:schemeClr val="lt1"/>
                          </a:solidFill>
                          <a:latin typeface="Arial"/>
                        </a:defRPr>
                      </a:lvl4pPr>
                      <a:lvl5pPr marL="1828251" algn="l" defTabSz="914126" rtl="0" eaLnBrk="1" latinLnBrk="0" hangingPunct="1">
                        <a:defRPr sz="1799" b="1" kern="1200">
                          <a:solidFill>
                            <a:schemeClr val="lt1"/>
                          </a:solidFill>
                          <a:latin typeface="Arial"/>
                        </a:defRPr>
                      </a:lvl5pPr>
                      <a:lvl6pPr marL="2285314" algn="l" defTabSz="914126" rtl="0" eaLnBrk="1" latinLnBrk="0" hangingPunct="1">
                        <a:defRPr sz="1799" b="1" kern="1200">
                          <a:solidFill>
                            <a:schemeClr val="lt1"/>
                          </a:solidFill>
                          <a:latin typeface="Arial"/>
                        </a:defRPr>
                      </a:lvl6pPr>
                      <a:lvl7pPr marL="2742377" algn="l" defTabSz="914126" rtl="0" eaLnBrk="1" latinLnBrk="0" hangingPunct="1">
                        <a:defRPr sz="1799" b="1" kern="1200">
                          <a:solidFill>
                            <a:schemeClr val="lt1"/>
                          </a:solidFill>
                          <a:latin typeface="Arial"/>
                        </a:defRPr>
                      </a:lvl7pPr>
                      <a:lvl8pPr marL="3199440" algn="l" defTabSz="914126" rtl="0" eaLnBrk="1" latinLnBrk="0" hangingPunct="1">
                        <a:defRPr sz="1799" b="1" kern="1200">
                          <a:solidFill>
                            <a:schemeClr val="lt1"/>
                          </a:solidFill>
                          <a:latin typeface="Arial"/>
                        </a:defRPr>
                      </a:lvl8pPr>
                      <a:lvl9pPr marL="3656503" algn="l" defTabSz="914126" rtl="0" eaLnBrk="1" latinLnBrk="0" hangingPunct="1">
                        <a:defRPr sz="1799" b="1" kern="1200">
                          <a:solidFill>
                            <a:schemeClr val="lt1"/>
                          </a:solidFill>
                          <a:latin typeface="Arial"/>
                        </a:defRPr>
                      </a:lvl9pPr>
                    </a:lstStyle>
                    <a:p>
                      <a:r>
                        <a:rPr lang="en-US" sz="1200" dirty="0"/>
                        <a:t>Get a bit</a:t>
                      </a:r>
                    </a:p>
                  </a:txBody>
                  <a:tcPr marL="121888" marR="121888">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008CA8"/>
                    </a:solidFill>
                  </a:tcPr>
                </a:tc>
                <a:tc>
                  <a:txBody>
                    <a:bodyPr/>
                    <a:lstStyle>
                      <a:lvl1pPr marL="0" algn="l" defTabSz="914126" rtl="0" eaLnBrk="1" latinLnBrk="0" hangingPunct="1">
                        <a:defRPr sz="1799" kern="1200">
                          <a:solidFill>
                            <a:schemeClr val="dk1"/>
                          </a:solidFill>
                          <a:latin typeface="Arial"/>
                        </a:defRPr>
                      </a:lvl1pPr>
                      <a:lvl2pPr marL="457063" algn="l" defTabSz="914126" rtl="0" eaLnBrk="1" latinLnBrk="0" hangingPunct="1">
                        <a:defRPr sz="1799" kern="1200">
                          <a:solidFill>
                            <a:schemeClr val="dk1"/>
                          </a:solidFill>
                          <a:latin typeface="Arial"/>
                        </a:defRPr>
                      </a:lvl2pPr>
                      <a:lvl3pPr marL="914126" algn="l" defTabSz="914126" rtl="0" eaLnBrk="1" latinLnBrk="0" hangingPunct="1">
                        <a:defRPr sz="1799" kern="1200">
                          <a:solidFill>
                            <a:schemeClr val="dk1"/>
                          </a:solidFill>
                          <a:latin typeface="Arial"/>
                        </a:defRPr>
                      </a:lvl3pPr>
                      <a:lvl4pPr marL="1371189" algn="l" defTabSz="914126" rtl="0" eaLnBrk="1" latinLnBrk="0" hangingPunct="1">
                        <a:defRPr sz="1799" kern="1200">
                          <a:solidFill>
                            <a:schemeClr val="dk1"/>
                          </a:solidFill>
                          <a:latin typeface="Arial"/>
                        </a:defRPr>
                      </a:lvl4pPr>
                      <a:lvl5pPr marL="1828251" algn="l" defTabSz="914126" rtl="0" eaLnBrk="1" latinLnBrk="0" hangingPunct="1">
                        <a:defRPr sz="1799" kern="1200">
                          <a:solidFill>
                            <a:schemeClr val="dk1"/>
                          </a:solidFill>
                          <a:latin typeface="Arial"/>
                        </a:defRPr>
                      </a:lvl5pPr>
                      <a:lvl6pPr marL="2285314" algn="l" defTabSz="914126" rtl="0" eaLnBrk="1" latinLnBrk="0" hangingPunct="1">
                        <a:defRPr sz="1799" kern="1200">
                          <a:solidFill>
                            <a:schemeClr val="dk1"/>
                          </a:solidFill>
                          <a:latin typeface="Arial"/>
                        </a:defRPr>
                      </a:lvl6pPr>
                      <a:lvl7pPr marL="2742377" algn="l" defTabSz="914126" rtl="0" eaLnBrk="1" latinLnBrk="0" hangingPunct="1">
                        <a:defRPr sz="1799" kern="1200">
                          <a:solidFill>
                            <a:schemeClr val="dk1"/>
                          </a:solidFill>
                          <a:latin typeface="Arial"/>
                        </a:defRPr>
                      </a:lvl7pPr>
                      <a:lvl8pPr marL="3199440" algn="l" defTabSz="914126" rtl="0" eaLnBrk="1" latinLnBrk="0" hangingPunct="1">
                        <a:defRPr sz="1799" kern="1200">
                          <a:solidFill>
                            <a:schemeClr val="dk1"/>
                          </a:solidFill>
                          <a:latin typeface="Arial"/>
                        </a:defRPr>
                      </a:lvl8pPr>
                      <a:lvl9pPr marL="3656503" algn="l" defTabSz="914126" rtl="0" eaLnBrk="1" latinLnBrk="0" hangingPunct="1">
                        <a:defRPr sz="1799" kern="1200">
                          <a:solidFill>
                            <a:schemeClr val="dk1"/>
                          </a:solidFill>
                          <a:latin typeface="Arial"/>
                        </a:defRPr>
                      </a:lvl9p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200" kern="1200" dirty="0">
                          <a:solidFill>
                            <a:schemeClr val="dk1"/>
                          </a:solidFill>
                          <a:latin typeface="+mn-lt"/>
                          <a:ea typeface="+mn-ea"/>
                          <a:cs typeface="+mn-cs"/>
                        </a:rPr>
                        <a:t>Get a specific bit</a:t>
                      </a:r>
                    </a:p>
                  </a:txBody>
                  <a:tcPr marL="121888" marR="121888">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008CA8">
                        <a:tint val="40000"/>
                      </a:srgbClr>
                    </a:solidFill>
                  </a:tcPr>
                </a:tc>
                <a:tc>
                  <a:txBody>
                    <a:bodyPr/>
                    <a:lstStyle>
                      <a:lvl1pPr marL="0" algn="l" defTabSz="914126" rtl="0" eaLnBrk="1" latinLnBrk="0" hangingPunct="1">
                        <a:defRPr sz="1799" kern="1200">
                          <a:solidFill>
                            <a:schemeClr val="dk1"/>
                          </a:solidFill>
                          <a:latin typeface="Arial"/>
                        </a:defRPr>
                      </a:lvl1pPr>
                      <a:lvl2pPr marL="457063" algn="l" defTabSz="914126" rtl="0" eaLnBrk="1" latinLnBrk="0" hangingPunct="1">
                        <a:defRPr sz="1799" kern="1200">
                          <a:solidFill>
                            <a:schemeClr val="dk1"/>
                          </a:solidFill>
                          <a:latin typeface="Arial"/>
                        </a:defRPr>
                      </a:lvl2pPr>
                      <a:lvl3pPr marL="914126" algn="l" defTabSz="914126" rtl="0" eaLnBrk="1" latinLnBrk="0" hangingPunct="1">
                        <a:defRPr sz="1799" kern="1200">
                          <a:solidFill>
                            <a:schemeClr val="dk1"/>
                          </a:solidFill>
                          <a:latin typeface="Arial"/>
                        </a:defRPr>
                      </a:lvl3pPr>
                      <a:lvl4pPr marL="1371189" algn="l" defTabSz="914126" rtl="0" eaLnBrk="1" latinLnBrk="0" hangingPunct="1">
                        <a:defRPr sz="1799" kern="1200">
                          <a:solidFill>
                            <a:schemeClr val="dk1"/>
                          </a:solidFill>
                          <a:latin typeface="Arial"/>
                        </a:defRPr>
                      </a:lvl4pPr>
                      <a:lvl5pPr marL="1828251" algn="l" defTabSz="914126" rtl="0" eaLnBrk="1" latinLnBrk="0" hangingPunct="1">
                        <a:defRPr sz="1799" kern="1200">
                          <a:solidFill>
                            <a:schemeClr val="dk1"/>
                          </a:solidFill>
                          <a:latin typeface="Arial"/>
                        </a:defRPr>
                      </a:lvl5pPr>
                      <a:lvl6pPr marL="2285314" algn="l" defTabSz="914126" rtl="0" eaLnBrk="1" latinLnBrk="0" hangingPunct="1">
                        <a:defRPr sz="1799" kern="1200">
                          <a:solidFill>
                            <a:schemeClr val="dk1"/>
                          </a:solidFill>
                          <a:latin typeface="Arial"/>
                        </a:defRPr>
                      </a:lvl6pPr>
                      <a:lvl7pPr marL="2742377" algn="l" defTabSz="914126" rtl="0" eaLnBrk="1" latinLnBrk="0" hangingPunct="1">
                        <a:defRPr sz="1799" kern="1200">
                          <a:solidFill>
                            <a:schemeClr val="dk1"/>
                          </a:solidFill>
                          <a:latin typeface="Arial"/>
                        </a:defRPr>
                      </a:lvl7pPr>
                      <a:lvl8pPr marL="3199440" algn="l" defTabSz="914126" rtl="0" eaLnBrk="1" latinLnBrk="0" hangingPunct="1">
                        <a:defRPr sz="1799" kern="1200">
                          <a:solidFill>
                            <a:schemeClr val="dk1"/>
                          </a:solidFill>
                          <a:latin typeface="Arial"/>
                        </a:defRPr>
                      </a:lvl8pPr>
                      <a:lvl9pPr marL="3656503" algn="l" defTabSz="914126" rtl="0" eaLnBrk="1" latinLnBrk="0" hangingPunct="1">
                        <a:defRPr sz="1799" kern="1200">
                          <a:solidFill>
                            <a:schemeClr val="dk1"/>
                          </a:solidFill>
                          <a:latin typeface="Arial"/>
                        </a:defRPr>
                      </a:lvl9p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200" kern="1200" dirty="0">
                          <a:solidFill>
                            <a:schemeClr val="dk1"/>
                          </a:solidFill>
                          <a:latin typeface="+mn-lt"/>
                          <a:ea typeface="+mn-ea"/>
                          <a:cs typeface="+mn-cs"/>
                        </a:rPr>
                        <a:t>res=</a:t>
                      </a:r>
                      <a:r>
                        <a:rPr lang="en-US" sz="1200" kern="1200" dirty="0" err="1">
                          <a:solidFill>
                            <a:schemeClr val="dk1"/>
                          </a:solidFill>
                          <a:latin typeface="+mn-lt"/>
                          <a:ea typeface="+mn-ea"/>
                          <a:cs typeface="+mn-cs"/>
                        </a:rPr>
                        <a:t>apint_get_bit</a:t>
                      </a:r>
                      <a:r>
                        <a:rPr lang="en-US" sz="1200" kern="1200" dirty="0">
                          <a:solidFill>
                            <a:schemeClr val="dk1"/>
                          </a:solidFill>
                          <a:latin typeface="+mn-lt"/>
                          <a:ea typeface="+mn-ea"/>
                          <a:cs typeface="+mn-cs"/>
                        </a:rPr>
                        <a:t>(</a:t>
                      </a:r>
                      <a:r>
                        <a:rPr lang="en-US" sz="1200" kern="1200" dirty="0" err="1">
                          <a:solidFill>
                            <a:schemeClr val="dk1"/>
                          </a:solidFill>
                          <a:latin typeface="+mn-lt"/>
                          <a:ea typeface="+mn-ea"/>
                          <a:cs typeface="+mn-cs"/>
                        </a:rPr>
                        <a:t>var</a:t>
                      </a:r>
                      <a:r>
                        <a:rPr lang="en-US" sz="1200" kern="1200" dirty="0">
                          <a:solidFill>
                            <a:schemeClr val="dk1"/>
                          </a:solidFill>
                          <a:latin typeface="+mn-lt"/>
                          <a:ea typeface="+mn-ea"/>
                          <a:cs typeface="+mn-cs"/>
                        </a:rPr>
                        <a:t>, bit-number)</a:t>
                      </a:r>
                    </a:p>
                  </a:txBody>
                  <a:tcPr marL="121888" marR="121888">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008CA8">
                        <a:tint val="40000"/>
                      </a:srgbClr>
                    </a:solidFill>
                  </a:tcPr>
                </a:tc>
                <a:extLst>
                  <a:ext uri="{0D108BD9-81ED-4DB2-BD59-A6C34878D82A}">
                    <a16:rowId xmlns:a16="http://schemas.microsoft.com/office/drawing/2014/main" val="10008"/>
                  </a:ext>
                </a:extLst>
              </a:tr>
              <a:tr h="0">
                <a:tc>
                  <a:txBody>
                    <a:bodyPr/>
                    <a:lstStyle>
                      <a:lvl1pPr marL="0" algn="l" defTabSz="914126" rtl="0" eaLnBrk="1" latinLnBrk="0" hangingPunct="1">
                        <a:defRPr sz="1799" b="1" kern="1200">
                          <a:solidFill>
                            <a:schemeClr val="lt1"/>
                          </a:solidFill>
                          <a:latin typeface="Arial"/>
                        </a:defRPr>
                      </a:lvl1pPr>
                      <a:lvl2pPr marL="457063" algn="l" defTabSz="914126" rtl="0" eaLnBrk="1" latinLnBrk="0" hangingPunct="1">
                        <a:defRPr sz="1799" b="1" kern="1200">
                          <a:solidFill>
                            <a:schemeClr val="lt1"/>
                          </a:solidFill>
                          <a:latin typeface="Arial"/>
                        </a:defRPr>
                      </a:lvl2pPr>
                      <a:lvl3pPr marL="914126" algn="l" defTabSz="914126" rtl="0" eaLnBrk="1" latinLnBrk="0" hangingPunct="1">
                        <a:defRPr sz="1799" b="1" kern="1200">
                          <a:solidFill>
                            <a:schemeClr val="lt1"/>
                          </a:solidFill>
                          <a:latin typeface="Arial"/>
                        </a:defRPr>
                      </a:lvl3pPr>
                      <a:lvl4pPr marL="1371189" algn="l" defTabSz="914126" rtl="0" eaLnBrk="1" latinLnBrk="0" hangingPunct="1">
                        <a:defRPr sz="1799" b="1" kern="1200">
                          <a:solidFill>
                            <a:schemeClr val="lt1"/>
                          </a:solidFill>
                          <a:latin typeface="Arial"/>
                        </a:defRPr>
                      </a:lvl4pPr>
                      <a:lvl5pPr marL="1828251" algn="l" defTabSz="914126" rtl="0" eaLnBrk="1" latinLnBrk="0" hangingPunct="1">
                        <a:defRPr sz="1799" b="1" kern="1200">
                          <a:solidFill>
                            <a:schemeClr val="lt1"/>
                          </a:solidFill>
                          <a:latin typeface="Arial"/>
                        </a:defRPr>
                      </a:lvl5pPr>
                      <a:lvl6pPr marL="2285314" algn="l" defTabSz="914126" rtl="0" eaLnBrk="1" latinLnBrk="0" hangingPunct="1">
                        <a:defRPr sz="1799" b="1" kern="1200">
                          <a:solidFill>
                            <a:schemeClr val="lt1"/>
                          </a:solidFill>
                          <a:latin typeface="Arial"/>
                        </a:defRPr>
                      </a:lvl6pPr>
                      <a:lvl7pPr marL="2742377" algn="l" defTabSz="914126" rtl="0" eaLnBrk="1" latinLnBrk="0" hangingPunct="1">
                        <a:defRPr sz="1799" b="1" kern="1200">
                          <a:solidFill>
                            <a:schemeClr val="lt1"/>
                          </a:solidFill>
                          <a:latin typeface="Arial"/>
                        </a:defRPr>
                      </a:lvl7pPr>
                      <a:lvl8pPr marL="3199440" algn="l" defTabSz="914126" rtl="0" eaLnBrk="1" latinLnBrk="0" hangingPunct="1">
                        <a:defRPr sz="1799" b="1" kern="1200">
                          <a:solidFill>
                            <a:schemeClr val="lt1"/>
                          </a:solidFill>
                          <a:latin typeface="Arial"/>
                        </a:defRPr>
                      </a:lvl8pPr>
                      <a:lvl9pPr marL="3656503" algn="l" defTabSz="914126" rtl="0" eaLnBrk="1" latinLnBrk="0" hangingPunct="1">
                        <a:defRPr sz="1799" b="1" kern="1200">
                          <a:solidFill>
                            <a:schemeClr val="lt1"/>
                          </a:solidFill>
                          <a:latin typeface="Arial"/>
                        </a:defRPr>
                      </a:lvl9pPr>
                    </a:lstStyle>
                    <a:p>
                      <a:r>
                        <a:rPr lang="en-US" sz="1200" dirty="0"/>
                        <a:t>Set bit value</a:t>
                      </a:r>
                    </a:p>
                  </a:txBody>
                  <a:tcPr marL="121888" marR="121888">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008CA8"/>
                    </a:solidFill>
                  </a:tcPr>
                </a:tc>
                <a:tc>
                  <a:txBody>
                    <a:bodyPr/>
                    <a:lstStyle>
                      <a:lvl1pPr marL="0" algn="l" defTabSz="914126" rtl="0" eaLnBrk="1" latinLnBrk="0" hangingPunct="1">
                        <a:defRPr sz="1799" kern="1200">
                          <a:solidFill>
                            <a:schemeClr val="dk1"/>
                          </a:solidFill>
                          <a:latin typeface="Arial"/>
                        </a:defRPr>
                      </a:lvl1pPr>
                      <a:lvl2pPr marL="457063" algn="l" defTabSz="914126" rtl="0" eaLnBrk="1" latinLnBrk="0" hangingPunct="1">
                        <a:defRPr sz="1799" kern="1200">
                          <a:solidFill>
                            <a:schemeClr val="dk1"/>
                          </a:solidFill>
                          <a:latin typeface="Arial"/>
                        </a:defRPr>
                      </a:lvl2pPr>
                      <a:lvl3pPr marL="914126" algn="l" defTabSz="914126" rtl="0" eaLnBrk="1" latinLnBrk="0" hangingPunct="1">
                        <a:defRPr sz="1799" kern="1200">
                          <a:solidFill>
                            <a:schemeClr val="dk1"/>
                          </a:solidFill>
                          <a:latin typeface="Arial"/>
                        </a:defRPr>
                      </a:lvl3pPr>
                      <a:lvl4pPr marL="1371189" algn="l" defTabSz="914126" rtl="0" eaLnBrk="1" latinLnBrk="0" hangingPunct="1">
                        <a:defRPr sz="1799" kern="1200">
                          <a:solidFill>
                            <a:schemeClr val="dk1"/>
                          </a:solidFill>
                          <a:latin typeface="Arial"/>
                        </a:defRPr>
                      </a:lvl4pPr>
                      <a:lvl5pPr marL="1828251" algn="l" defTabSz="914126" rtl="0" eaLnBrk="1" latinLnBrk="0" hangingPunct="1">
                        <a:defRPr sz="1799" kern="1200">
                          <a:solidFill>
                            <a:schemeClr val="dk1"/>
                          </a:solidFill>
                          <a:latin typeface="Arial"/>
                        </a:defRPr>
                      </a:lvl5pPr>
                      <a:lvl6pPr marL="2285314" algn="l" defTabSz="914126" rtl="0" eaLnBrk="1" latinLnBrk="0" hangingPunct="1">
                        <a:defRPr sz="1799" kern="1200">
                          <a:solidFill>
                            <a:schemeClr val="dk1"/>
                          </a:solidFill>
                          <a:latin typeface="Arial"/>
                        </a:defRPr>
                      </a:lvl6pPr>
                      <a:lvl7pPr marL="2742377" algn="l" defTabSz="914126" rtl="0" eaLnBrk="1" latinLnBrk="0" hangingPunct="1">
                        <a:defRPr sz="1799" kern="1200">
                          <a:solidFill>
                            <a:schemeClr val="dk1"/>
                          </a:solidFill>
                          <a:latin typeface="Arial"/>
                        </a:defRPr>
                      </a:lvl7pPr>
                      <a:lvl8pPr marL="3199440" algn="l" defTabSz="914126" rtl="0" eaLnBrk="1" latinLnBrk="0" hangingPunct="1">
                        <a:defRPr sz="1799" kern="1200">
                          <a:solidFill>
                            <a:schemeClr val="dk1"/>
                          </a:solidFill>
                          <a:latin typeface="Arial"/>
                        </a:defRPr>
                      </a:lvl8pPr>
                      <a:lvl9pPr marL="3656503" algn="l" defTabSz="914126" rtl="0" eaLnBrk="1" latinLnBrk="0" hangingPunct="1">
                        <a:defRPr sz="1799" kern="1200">
                          <a:solidFill>
                            <a:schemeClr val="dk1"/>
                          </a:solidFill>
                          <a:latin typeface="Arial"/>
                        </a:defRPr>
                      </a:lvl9p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200" kern="1200" dirty="0">
                          <a:solidFill>
                            <a:schemeClr val="dk1"/>
                          </a:solidFill>
                          <a:latin typeface="+mn-lt"/>
                          <a:ea typeface="+mn-ea"/>
                          <a:cs typeface="+mn-cs"/>
                        </a:rPr>
                        <a:t>Sets the value of a specific bit</a:t>
                      </a:r>
                    </a:p>
                  </a:txBody>
                  <a:tcPr marL="121888" marR="121888">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008CA8">
                        <a:tint val="20000"/>
                      </a:srgbClr>
                    </a:solidFill>
                  </a:tcPr>
                </a:tc>
                <a:tc>
                  <a:txBody>
                    <a:bodyPr/>
                    <a:lstStyle>
                      <a:lvl1pPr marL="0" algn="l" defTabSz="914126" rtl="0" eaLnBrk="1" latinLnBrk="0" hangingPunct="1">
                        <a:defRPr sz="1799" kern="1200">
                          <a:solidFill>
                            <a:schemeClr val="dk1"/>
                          </a:solidFill>
                          <a:latin typeface="Arial"/>
                        </a:defRPr>
                      </a:lvl1pPr>
                      <a:lvl2pPr marL="457063" algn="l" defTabSz="914126" rtl="0" eaLnBrk="1" latinLnBrk="0" hangingPunct="1">
                        <a:defRPr sz="1799" kern="1200">
                          <a:solidFill>
                            <a:schemeClr val="dk1"/>
                          </a:solidFill>
                          <a:latin typeface="Arial"/>
                        </a:defRPr>
                      </a:lvl2pPr>
                      <a:lvl3pPr marL="914126" algn="l" defTabSz="914126" rtl="0" eaLnBrk="1" latinLnBrk="0" hangingPunct="1">
                        <a:defRPr sz="1799" kern="1200">
                          <a:solidFill>
                            <a:schemeClr val="dk1"/>
                          </a:solidFill>
                          <a:latin typeface="Arial"/>
                        </a:defRPr>
                      </a:lvl3pPr>
                      <a:lvl4pPr marL="1371189" algn="l" defTabSz="914126" rtl="0" eaLnBrk="1" latinLnBrk="0" hangingPunct="1">
                        <a:defRPr sz="1799" kern="1200">
                          <a:solidFill>
                            <a:schemeClr val="dk1"/>
                          </a:solidFill>
                          <a:latin typeface="Arial"/>
                        </a:defRPr>
                      </a:lvl4pPr>
                      <a:lvl5pPr marL="1828251" algn="l" defTabSz="914126" rtl="0" eaLnBrk="1" latinLnBrk="0" hangingPunct="1">
                        <a:defRPr sz="1799" kern="1200">
                          <a:solidFill>
                            <a:schemeClr val="dk1"/>
                          </a:solidFill>
                          <a:latin typeface="Arial"/>
                        </a:defRPr>
                      </a:lvl5pPr>
                      <a:lvl6pPr marL="2285314" algn="l" defTabSz="914126" rtl="0" eaLnBrk="1" latinLnBrk="0" hangingPunct="1">
                        <a:defRPr sz="1799" kern="1200">
                          <a:solidFill>
                            <a:schemeClr val="dk1"/>
                          </a:solidFill>
                          <a:latin typeface="Arial"/>
                        </a:defRPr>
                      </a:lvl6pPr>
                      <a:lvl7pPr marL="2742377" algn="l" defTabSz="914126" rtl="0" eaLnBrk="1" latinLnBrk="0" hangingPunct="1">
                        <a:defRPr sz="1799" kern="1200">
                          <a:solidFill>
                            <a:schemeClr val="dk1"/>
                          </a:solidFill>
                          <a:latin typeface="Arial"/>
                        </a:defRPr>
                      </a:lvl7pPr>
                      <a:lvl8pPr marL="3199440" algn="l" defTabSz="914126" rtl="0" eaLnBrk="1" latinLnBrk="0" hangingPunct="1">
                        <a:defRPr sz="1799" kern="1200">
                          <a:solidFill>
                            <a:schemeClr val="dk1"/>
                          </a:solidFill>
                          <a:latin typeface="Arial"/>
                        </a:defRPr>
                      </a:lvl8pPr>
                      <a:lvl9pPr marL="3656503" algn="l" defTabSz="914126" rtl="0" eaLnBrk="1" latinLnBrk="0" hangingPunct="1">
                        <a:defRPr sz="1799" kern="1200">
                          <a:solidFill>
                            <a:schemeClr val="dk1"/>
                          </a:solidFill>
                          <a:latin typeface="Arial"/>
                        </a:defRPr>
                      </a:lvl9p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200" kern="1200" dirty="0" err="1">
                          <a:solidFill>
                            <a:schemeClr val="dk1"/>
                          </a:solidFill>
                          <a:latin typeface="+mn-lt"/>
                          <a:ea typeface="+mn-ea"/>
                          <a:cs typeface="+mn-cs"/>
                        </a:rPr>
                        <a:t>apint_set_bit</a:t>
                      </a:r>
                      <a:r>
                        <a:rPr lang="en-US" sz="1200" kern="1200" dirty="0">
                          <a:solidFill>
                            <a:schemeClr val="dk1"/>
                          </a:solidFill>
                          <a:latin typeface="+mn-lt"/>
                          <a:ea typeface="+mn-ea"/>
                          <a:cs typeface="+mn-cs"/>
                        </a:rPr>
                        <a:t>(res, bit-number)</a:t>
                      </a:r>
                    </a:p>
                  </a:txBody>
                  <a:tcPr marL="121888" marR="121888">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008CA8">
                        <a:tint val="20000"/>
                      </a:srgbClr>
                    </a:solidFill>
                  </a:tcPr>
                </a:tc>
                <a:extLst>
                  <a:ext uri="{0D108BD9-81ED-4DB2-BD59-A6C34878D82A}">
                    <a16:rowId xmlns:a16="http://schemas.microsoft.com/office/drawing/2014/main" val="10009"/>
                  </a:ext>
                </a:extLst>
              </a:tr>
              <a:tr h="0">
                <a:tc>
                  <a:txBody>
                    <a:bodyPr/>
                    <a:lstStyle>
                      <a:lvl1pPr marL="0" algn="l" defTabSz="914126" rtl="0" eaLnBrk="1" latinLnBrk="0" hangingPunct="1">
                        <a:defRPr sz="1799" b="1" kern="1200">
                          <a:solidFill>
                            <a:schemeClr val="lt1"/>
                          </a:solidFill>
                          <a:latin typeface="Arial"/>
                        </a:defRPr>
                      </a:lvl1pPr>
                      <a:lvl2pPr marL="457063" algn="l" defTabSz="914126" rtl="0" eaLnBrk="1" latinLnBrk="0" hangingPunct="1">
                        <a:defRPr sz="1799" b="1" kern="1200">
                          <a:solidFill>
                            <a:schemeClr val="lt1"/>
                          </a:solidFill>
                          <a:latin typeface="Arial"/>
                        </a:defRPr>
                      </a:lvl2pPr>
                      <a:lvl3pPr marL="914126" algn="l" defTabSz="914126" rtl="0" eaLnBrk="1" latinLnBrk="0" hangingPunct="1">
                        <a:defRPr sz="1799" b="1" kern="1200">
                          <a:solidFill>
                            <a:schemeClr val="lt1"/>
                          </a:solidFill>
                          <a:latin typeface="Arial"/>
                        </a:defRPr>
                      </a:lvl3pPr>
                      <a:lvl4pPr marL="1371189" algn="l" defTabSz="914126" rtl="0" eaLnBrk="1" latinLnBrk="0" hangingPunct="1">
                        <a:defRPr sz="1799" b="1" kern="1200">
                          <a:solidFill>
                            <a:schemeClr val="lt1"/>
                          </a:solidFill>
                          <a:latin typeface="Arial"/>
                        </a:defRPr>
                      </a:lvl4pPr>
                      <a:lvl5pPr marL="1828251" algn="l" defTabSz="914126" rtl="0" eaLnBrk="1" latinLnBrk="0" hangingPunct="1">
                        <a:defRPr sz="1799" b="1" kern="1200">
                          <a:solidFill>
                            <a:schemeClr val="lt1"/>
                          </a:solidFill>
                          <a:latin typeface="Arial"/>
                        </a:defRPr>
                      </a:lvl5pPr>
                      <a:lvl6pPr marL="2285314" algn="l" defTabSz="914126" rtl="0" eaLnBrk="1" latinLnBrk="0" hangingPunct="1">
                        <a:defRPr sz="1799" b="1" kern="1200">
                          <a:solidFill>
                            <a:schemeClr val="lt1"/>
                          </a:solidFill>
                          <a:latin typeface="Arial"/>
                        </a:defRPr>
                      </a:lvl6pPr>
                      <a:lvl7pPr marL="2742377" algn="l" defTabSz="914126" rtl="0" eaLnBrk="1" latinLnBrk="0" hangingPunct="1">
                        <a:defRPr sz="1799" b="1" kern="1200">
                          <a:solidFill>
                            <a:schemeClr val="lt1"/>
                          </a:solidFill>
                          <a:latin typeface="Arial"/>
                        </a:defRPr>
                      </a:lvl7pPr>
                      <a:lvl8pPr marL="3199440" algn="l" defTabSz="914126" rtl="0" eaLnBrk="1" latinLnBrk="0" hangingPunct="1">
                        <a:defRPr sz="1799" b="1" kern="1200">
                          <a:solidFill>
                            <a:schemeClr val="lt1"/>
                          </a:solidFill>
                          <a:latin typeface="Arial"/>
                        </a:defRPr>
                      </a:lvl8pPr>
                      <a:lvl9pPr marL="3656503" algn="l" defTabSz="914126" rtl="0" eaLnBrk="1" latinLnBrk="0" hangingPunct="1">
                        <a:defRPr sz="1799" b="1" kern="1200">
                          <a:solidFill>
                            <a:schemeClr val="lt1"/>
                          </a:solidFill>
                          <a:latin typeface="Arial"/>
                        </a:defRPr>
                      </a:lvl9pPr>
                    </a:lstStyle>
                    <a:p>
                      <a:r>
                        <a:rPr lang="en-US" sz="1200" dirty="0"/>
                        <a:t>Print value</a:t>
                      </a:r>
                    </a:p>
                  </a:txBody>
                  <a:tcPr marL="121888" marR="121888">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008CA8"/>
                    </a:solidFill>
                  </a:tcPr>
                </a:tc>
                <a:tc>
                  <a:txBody>
                    <a:bodyPr/>
                    <a:lstStyle>
                      <a:lvl1pPr marL="0" algn="l" defTabSz="914126" rtl="0" eaLnBrk="1" latinLnBrk="0" hangingPunct="1">
                        <a:defRPr sz="1799" kern="1200">
                          <a:solidFill>
                            <a:schemeClr val="dk1"/>
                          </a:solidFill>
                          <a:latin typeface="Arial"/>
                        </a:defRPr>
                      </a:lvl1pPr>
                      <a:lvl2pPr marL="457063" algn="l" defTabSz="914126" rtl="0" eaLnBrk="1" latinLnBrk="0" hangingPunct="1">
                        <a:defRPr sz="1799" kern="1200">
                          <a:solidFill>
                            <a:schemeClr val="dk1"/>
                          </a:solidFill>
                          <a:latin typeface="Arial"/>
                        </a:defRPr>
                      </a:lvl2pPr>
                      <a:lvl3pPr marL="914126" algn="l" defTabSz="914126" rtl="0" eaLnBrk="1" latinLnBrk="0" hangingPunct="1">
                        <a:defRPr sz="1799" kern="1200">
                          <a:solidFill>
                            <a:schemeClr val="dk1"/>
                          </a:solidFill>
                          <a:latin typeface="Arial"/>
                        </a:defRPr>
                      </a:lvl3pPr>
                      <a:lvl4pPr marL="1371189" algn="l" defTabSz="914126" rtl="0" eaLnBrk="1" latinLnBrk="0" hangingPunct="1">
                        <a:defRPr sz="1799" kern="1200">
                          <a:solidFill>
                            <a:schemeClr val="dk1"/>
                          </a:solidFill>
                          <a:latin typeface="Arial"/>
                        </a:defRPr>
                      </a:lvl4pPr>
                      <a:lvl5pPr marL="1828251" algn="l" defTabSz="914126" rtl="0" eaLnBrk="1" latinLnBrk="0" hangingPunct="1">
                        <a:defRPr sz="1799" kern="1200">
                          <a:solidFill>
                            <a:schemeClr val="dk1"/>
                          </a:solidFill>
                          <a:latin typeface="Arial"/>
                        </a:defRPr>
                      </a:lvl5pPr>
                      <a:lvl6pPr marL="2285314" algn="l" defTabSz="914126" rtl="0" eaLnBrk="1" latinLnBrk="0" hangingPunct="1">
                        <a:defRPr sz="1799" kern="1200">
                          <a:solidFill>
                            <a:schemeClr val="dk1"/>
                          </a:solidFill>
                          <a:latin typeface="Arial"/>
                        </a:defRPr>
                      </a:lvl6pPr>
                      <a:lvl7pPr marL="2742377" algn="l" defTabSz="914126" rtl="0" eaLnBrk="1" latinLnBrk="0" hangingPunct="1">
                        <a:defRPr sz="1799" kern="1200">
                          <a:solidFill>
                            <a:schemeClr val="dk1"/>
                          </a:solidFill>
                          <a:latin typeface="Arial"/>
                        </a:defRPr>
                      </a:lvl7pPr>
                      <a:lvl8pPr marL="3199440" algn="l" defTabSz="914126" rtl="0" eaLnBrk="1" latinLnBrk="0" hangingPunct="1">
                        <a:defRPr sz="1799" kern="1200">
                          <a:solidFill>
                            <a:schemeClr val="dk1"/>
                          </a:solidFill>
                          <a:latin typeface="Arial"/>
                        </a:defRPr>
                      </a:lvl8pPr>
                      <a:lvl9pPr marL="3656503" algn="l" defTabSz="914126" rtl="0" eaLnBrk="1" latinLnBrk="0" hangingPunct="1">
                        <a:defRPr sz="1799" kern="1200">
                          <a:solidFill>
                            <a:schemeClr val="dk1"/>
                          </a:solidFill>
                          <a:latin typeface="Arial"/>
                        </a:defRPr>
                      </a:lvl9p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200" kern="1200" dirty="0">
                          <a:solidFill>
                            <a:schemeClr val="dk1"/>
                          </a:solidFill>
                          <a:latin typeface="+mn-lt"/>
                          <a:ea typeface="+mn-ea"/>
                          <a:cs typeface="+mn-cs"/>
                        </a:rPr>
                        <a:t>Print the value of</a:t>
                      </a:r>
                      <a:r>
                        <a:rPr lang="en-US" sz="1200" kern="1200" baseline="0" dirty="0">
                          <a:solidFill>
                            <a:schemeClr val="dk1"/>
                          </a:solidFill>
                          <a:latin typeface="+mn-lt"/>
                          <a:ea typeface="+mn-ea"/>
                          <a:cs typeface="+mn-cs"/>
                        </a:rPr>
                        <a:t> an apint variable</a:t>
                      </a:r>
                      <a:endParaRPr lang="en-US" sz="1200" kern="1200" dirty="0">
                        <a:solidFill>
                          <a:schemeClr val="dk1"/>
                        </a:solidFill>
                        <a:latin typeface="+mn-lt"/>
                        <a:ea typeface="+mn-ea"/>
                        <a:cs typeface="+mn-cs"/>
                      </a:endParaRPr>
                    </a:p>
                  </a:txBody>
                  <a:tcPr marL="121888" marR="121888">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008CA8">
                        <a:tint val="40000"/>
                      </a:srgbClr>
                    </a:solidFill>
                  </a:tcPr>
                </a:tc>
                <a:tc>
                  <a:txBody>
                    <a:bodyPr/>
                    <a:lstStyle>
                      <a:lvl1pPr marL="0" algn="l" defTabSz="914126" rtl="0" eaLnBrk="1" latinLnBrk="0" hangingPunct="1">
                        <a:defRPr sz="1799" kern="1200">
                          <a:solidFill>
                            <a:schemeClr val="dk1"/>
                          </a:solidFill>
                          <a:latin typeface="Arial"/>
                        </a:defRPr>
                      </a:lvl1pPr>
                      <a:lvl2pPr marL="457063" algn="l" defTabSz="914126" rtl="0" eaLnBrk="1" latinLnBrk="0" hangingPunct="1">
                        <a:defRPr sz="1799" kern="1200">
                          <a:solidFill>
                            <a:schemeClr val="dk1"/>
                          </a:solidFill>
                          <a:latin typeface="Arial"/>
                        </a:defRPr>
                      </a:lvl2pPr>
                      <a:lvl3pPr marL="914126" algn="l" defTabSz="914126" rtl="0" eaLnBrk="1" latinLnBrk="0" hangingPunct="1">
                        <a:defRPr sz="1799" kern="1200">
                          <a:solidFill>
                            <a:schemeClr val="dk1"/>
                          </a:solidFill>
                          <a:latin typeface="Arial"/>
                        </a:defRPr>
                      </a:lvl3pPr>
                      <a:lvl4pPr marL="1371189" algn="l" defTabSz="914126" rtl="0" eaLnBrk="1" latinLnBrk="0" hangingPunct="1">
                        <a:defRPr sz="1799" kern="1200">
                          <a:solidFill>
                            <a:schemeClr val="dk1"/>
                          </a:solidFill>
                          <a:latin typeface="Arial"/>
                        </a:defRPr>
                      </a:lvl4pPr>
                      <a:lvl5pPr marL="1828251" algn="l" defTabSz="914126" rtl="0" eaLnBrk="1" latinLnBrk="0" hangingPunct="1">
                        <a:defRPr sz="1799" kern="1200">
                          <a:solidFill>
                            <a:schemeClr val="dk1"/>
                          </a:solidFill>
                          <a:latin typeface="Arial"/>
                        </a:defRPr>
                      </a:lvl5pPr>
                      <a:lvl6pPr marL="2285314" algn="l" defTabSz="914126" rtl="0" eaLnBrk="1" latinLnBrk="0" hangingPunct="1">
                        <a:defRPr sz="1799" kern="1200">
                          <a:solidFill>
                            <a:schemeClr val="dk1"/>
                          </a:solidFill>
                          <a:latin typeface="Arial"/>
                        </a:defRPr>
                      </a:lvl6pPr>
                      <a:lvl7pPr marL="2742377" algn="l" defTabSz="914126" rtl="0" eaLnBrk="1" latinLnBrk="0" hangingPunct="1">
                        <a:defRPr sz="1799" kern="1200">
                          <a:solidFill>
                            <a:schemeClr val="dk1"/>
                          </a:solidFill>
                          <a:latin typeface="Arial"/>
                        </a:defRPr>
                      </a:lvl7pPr>
                      <a:lvl8pPr marL="3199440" algn="l" defTabSz="914126" rtl="0" eaLnBrk="1" latinLnBrk="0" hangingPunct="1">
                        <a:defRPr sz="1799" kern="1200">
                          <a:solidFill>
                            <a:schemeClr val="dk1"/>
                          </a:solidFill>
                          <a:latin typeface="Arial"/>
                        </a:defRPr>
                      </a:lvl8pPr>
                      <a:lvl9pPr marL="3656503" algn="l" defTabSz="914126" rtl="0" eaLnBrk="1" latinLnBrk="0" hangingPunct="1">
                        <a:defRPr sz="1799" kern="1200">
                          <a:solidFill>
                            <a:schemeClr val="dk1"/>
                          </a:solidFill>
                          <a:latin typeface="Arial"/>
                        </a:defRPr>
                      </a:lvl9p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200" kern="1200" dirty="0" err="1">
                          <a:solidFill>
                            <a:schemeClr val="dk1"/>
                          </a:solidFill>
                          <a:latin typeface="+mn-lt"/>
                          <a:ea typeface="+mn-ea"/>
                          <a:cs typeface="+mn-cs"/>
                        </a:rPr>
                        <a:t>apint_print</a:t>
                      </a:r>
                      <a:r>
                        <a:rPr lang="en-US" sz="1200" kern="1200" dirty="0">
                          <a:solidFill>
                            <a:schemeClr val="dk1"/>
                          </a:solidFill>
                          <a:latin typeface="+mn-lt"/>
                          <a:ea typeface="+mn-ea"/>
                          <a:cs typeface="+mn-cs"/>
                        </a:rPr>
                        <a:t>(</a:t>
                      </a:r>
                      <a:r>
                        <a:rPr lang="en-US" sz="1200" kern="1200" dirty="0" err="1">
                          <a:solidFill>
                            <a:schemeClr val="dk1"/>
                          </a:solidFill>
                          <a:latin typeface="+mn-lt"/>
                          <a:ea typeface="+mn-ea"/>
                          <a:cs typeface="+mn-cs"/>
                        </a:rPr>
                        <a:t>int#N</a:t>
                      </a:r>
                      <a:r>
                        <a:rPr lang="en-US" sz="1200" kern="1200" dirty="0">
                          <a:solidFill>
                            <a:schemeClr val="dk1"/>
                          </a:solidFill>
                          <a:latin typeface="+mn-lt"/>
                          <a:ea typeface="+mn-ea"/>
                          <a:cs typeface="+mn-cs"/>
                        </a:rPr>
                        <a:t> value, int radix));</a:t>
                      </a:r>
                    </a:p>
                  </a:txBody>
                  <a:tcPr marL="121888" marR="121888">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008CA8">
                        <a:tint val="40000"/>
                      </a:srgbClr>
                    </a:solidFill>
                  </a:tcPr>
                </a:tc>
                <a:extLst>
                  <a:ext uri="{0D108BD9-81ED-4DB2-BD59-A6C34878D82A}">
                    <a16:rowId xmlns:a16="http://schemas.microsoft.com/office/drawing/2014/main" val="10010"/>
                  </a:ext>
                </a:extLst>
              </a:tr>
              <a:tr h="0">
                <a:tc>
                  <a:txBody>
                    <a:bodyPr/>
                    <a:lstStyle>
                      <a:lvl1pPr marL="0" algn="l" defTabSz="914126" rtl="0" eaLnBrk="1" latinLnBrk="0" hangingPunct="1">
                        <a:defRPr sz="1799" b="1" kern="1200">
                          <a:solidFill>
                            <a:schemeClr val="lt1"/>
                          </a:solidFill>
                          <a:latin typeface="Arial"/>
                        </a:defRPr>
                      </a:lvl1pPr>
                      <a:lvl2pPr marL="457063" algn="l" defTabSz="914126" rtl="0" eaLnBrk="1" latinLnBrk="0" hangingPunct="1">
                        <a:defRPr sz="1799" b="1" kern="1200">
                          <a:solidFill>
                            <a:schemeClr val="lt1"/>
                          </a:solidFill>
                          <a:latin typeface="Arial"/>
                        </a:defRPr>
                      </a:lvl2pPr>
                      <a:lvl3pPr marL="914126" algn="l" defTabSz="914126" rtl="0" eaLnBrk="1" latinLnBrk="0" hangingPunct="1">
                        <a:defRPr sz="1799" b="1" kern="1200">
                          <a:solidFill>
                            <a:schemeClr val="lt1"/>
                          </a:solidFill>
                          <a:latin typeface="Arial"/>
                        </a:defRPr>
                      </a:lvl3pPr>
                      <a:lvl4pPr marL="1371189" algn="l" defTabSz="914126" rtl="0" eaLnBrk="1" latinLnBrk="0" hangingPunct="1">
                        <a:defRPr sz="1799" b="1" kern="1200">
                          <a:solidFill>
                            <a:schemeClr val="lt1"/>
                          </a:solidFill>
                          <a:latin typeface="Arial"/>
                        </a:defRPr>
                      </a:lvl4pPr>
                      <a:lvl5pPr marL="1828251" algn="l" defTabSz="914126" rtl="0" eaLnBrk="1" latinLnBrk="0" hangingPunct="1">
                        <a:defRPr sz="1799" b="1" kern="1200">
                          <a:solidFill>
                            <a:schemeClr val="lt1"/>
                          </a:solidFill>
                          <a:latin typeface="Arial"/>
                        </a:defRPr>
                      </a:lvl5pPr>
                      <a:lvl6pPr marL="2285314" algn="l" defTabSz="914126" rtl="0" eaLnBrk="1" latinLnBrk="0" hangingPunct="1">
                        <a:defRPr sz="1799" b="1" kern="1200">
                          <a:solidFill>
                            <a:schemeClr val="lt1"/>
                          </a:solidFill>
                          <a:latin typeface="Arial"/>
                        </a:defRPr>
                      </a:lvl6pPr>
                      <a:lvl7pPr marL="2742377" algn="l" defTabSz="914126" rtl="0" eaLnBrk="1" latinLnBrk="0" hangingPunct="1">
                        <a:defRPr sz="1799" b="1" kern="1200">
                          <a:solidFill>
                            <a:schemeClr val="lt1"/>
                          </a:solidFill>
                          <a:latin typeface="Arial"/>
                        </a:defRPr>
                      </a:lvl7pPr>
                      <a:lvl8pPr marL="3199440" algn="l" defTabSz="914126" rtl="0" eaLnBrk="1" latinLnBrk="0" hangingPunct="1">
                        <a:defRPr sz="1799" b="1" kern="1200">
                          <a:solidFill>
                            <a:schemeClr val="lt1"/>
                          </a:solidFill>
                          <a:latin typeface="Arial"/>
                        </a:defRPr>
                      </a:lvl8pPr>
                      <a:lvl9pPr marL="3656503" algn="l" defTabSz="914126" rtl="0" eaLnBrk="1" latinLnBrk="0" hangingPunct="1">
                        <a:defRPr sz="1799" b="1" kern="1200">
                          <a:solidFill>
                            <a:schemeClr val="lt1"/>
                          </a:solidFill>
                          <a:latin typeface="Arial"/>
                        </a:defRPr>
                      </a:lvl9pPr>
                    </a:lstStyle>
                    <a:p>
                      <a:r>
                        <a:rPr lang="en-US" sz="1200" dirty="0"/>
                        <a:t>Print value to file</a:t>
                      </a:r>
                    </a:p>
                  </a:txBody>
                  <a:tcPr marL="121888" marR="121888">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008CA8"/>
                    </a:solidFill>
                  </a:tcPr>
                </a:tc>
                <a:tc>
                  <a:txBody>
                    <a:bodyPr/>
                    <a:lstStyle>
                      <a:lvl1pPr marL="0" algn="l" defTabSz="914126" rtl="0" eaLnBrk="1" latinLnBrk="0" hangingPunct="1">
                        <a:defRPr sz="1799" kern="1200">
                          <a:solidFill>
                            <a:schemeClr val="dk1"/>
                          </a:solidFill>
                          <a:latin typeface="Arial"/>
                        </a:defRPr>
                      </a:lvl1pPr>
                      <a:lvl2pPr marL="457063" algn="l" defTabSz="914126" rtl="0" eaLnBrk="1" latinLnBrk="0" hangingPunct="1">
                        <a:defRPr sz="1799" kern="1200">
                          <a:solidFill>
                            <a:schemeClr val="dk1"/>
                          </a:solidFill>
                          <a:latin typeface="Arial"/>
                        </a:defRPr>
                      </a:lvl2pPr>
                      <a:lvl3pPr marL="914126" algn="l" defTabSz="914126" rtl="0" eaLnBrk="1" latinLnBrk="0" hangingPunct="1">
                        <a:defRPr sz="1799" kern="1200">
                          <a:solidFill>
                            <a:schemeClr val="dk1"/>
                          </a:solidFill>
                          <a:latin typeface="Arial"/>
                        </a:defRPr>
                      </a:lvl3pPr>
                      <a:lvl4pPr marL="1371189" algn="l" defTabSz="914126" rtl="0" eaLnBrk="1" latinLnBrk="0" hangingPunct="1">
                        <a:defRPr sz="1799" kern="1200">
                          <a:solidFill>
                            <a:schemeClr val="dk1"/>
                          </a:solidFill>
                          <a:latin typeface="Arial"/>
                        </a:defRPr>
                      </a:lvl4pPr>
                      <a:lvl5pPr marL="1828251" algn="l" defTabSz="914126" rtl="0" eaLnBrk="1" latinLnBrk="0" hangingPunct="1">
                        <a:defRPr sz="1799" kern="1200">
                          <a:solidFill>
                            <a:schemeClr val="dk1"/>
                          </a:solidFill>
                          <a:latin typeface="Arial"/>
                        </a:defRPr>
                      </a:lvl5pPr>
                      <a:lvl6pPr marL="2285314" algn="l" defTabSz="914126" rtl="0" eaLnBrk="1" latinLnBrk="0" hangingPunct="1">
                        <a:defRPr sz="1799" kern="1200">
                          <a:solidFill>
                            <a:schemeClr val="dk1"/>
                          </a:solidFill>
                          <a:latin typeface="Arial"/>
                        </a:defRPr>
                      </a:lvl6pPr>
                      <a:lvl7pPr marL="2742377" algn="l" defTabSz="914126" rtl="0" eaLnBrk="1" latinLnBrk="0" hangingPunct="1">
                        <a:defRPr sz="1799" kern="1200">
                          <a:solidFill>
                            <a:schemeClr val="dk1"/>
                          </a:solidFill>
                          <a:latin typeface="Arial"/>
                        </a:defRPr>
                      </a:lvl7pPr>
                      <a:lvl8pPr marL="3199440" algn="l" defTabSz="914126" rtl="0" eaLnBrk="1" latinLnBrk="0" hangingPunct="1">
                        <a:defRPr sz="1799" kern="1200">
                          <a:solidFill>
                            <a:schemeClr val="dk1"/>
                          </a:solidFill>
                          <a:latin typeface="Arial"/>
                        </a:defRPr>
                      </a:lvl8pPr>
                      <a:lvl9pPr marL="3656503" algn="l" defTabSz="914126" rtl="0" eaLnBrk="1" latinLnBrk="0" hangingPunct="1">
                        <a:defRPr sz="1799" kern="1200">
                          <a:solidFill>
                            <a:schemeClr val="dk1"/>
                          </a:solidFill>
                          <a:latin typeface="Arial"/>
                        </a:defRPr>
                      </a:lvl9p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200" kern="1200" dirty="0">
                          <a:solidFill>
                            <a:schemeClr val="dk1"/>
                          </a:solidFill>
                          <a:latin typeface="+mn-lt"/>
                          <a:ea typeface="+mn-ea"/>
                          <a:cs typeface="+mn-cs"/>
                        </a:rPr>
                        <a:t>Print the value of</a:t>
                      </a:r>
                      <a:r>
                        <a:rPr lang="en-US" sz="1200" kern="1200" baseline="0" dirty="0">
                          <a:solidFill>
                            <a:schemeClr val="dk1"/>
                          </a:solidFill>
                          <a:latin typeface="+mn-lt"/>
                          <a:ea typeface="+mn-ea"/>
                          <a:cs typeface="+mn-cs"/>
                        </a:rPr>
                        <a:t> an apint variable to a file</a:t>
                      </a:r>
                      <a:endParaRPr lang="en-US" sz="1200" kern="1200" dirty="0">
                        <a:solidFill>
                          <a:schemeClr val="dk1"/>
                        </a:solidFill>
                        <a:latin typeface="+mn-lt"/>
                        <a:ea typeface="+mn-ea"/>
                        <a:cs typeface="+mn-cs"/>
                      </a:endParaRPr>
                    </a:p>
                  </a:txBody>
                  <a:tcPr marL="121888" marR="121888">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008CA8">
                        <a:tint val="20000"/>
                      </a:srgbClr>
                    </a:solidFill>
                  </a:tcPr>
                </a:tc>
                <a:tc>
                  <a:txBody>
                    <a:bodyPr/>
                    <a:lstStyle>
                      <a:lvl1pPr marL="0" algn="l" defTabSz="914126" rtl="0" eaLnBrk="1" latinLnBrk="0" hangingPunct="1">
                        <a:defRPr sz="1799" kern="1200">
                          <a:solidFill>
                            <a:schemeClr val="dk1"/>
                          </a:solidFill>
                          <a:latin typeface="Arial"/>
                        </a:defRPr>
                      </a:lvl1pPr>
                      <a:lvl2pPr marL="457063" algn="l" defTabSz="914126" rtl="0" eaLnBrk="1" latinLnBrk="0" hangingPunct="1">
                        <a:defRPr sz="1799" kern="1200">
                          <a:solidFill>
                            <a:schemeClr val="dk1"/>
                          </a:solidFill>
                          <a:latin typeface="Arial"/>
                        </a:defRPr>
                      </a:lvl2pPr>
                      <a:lvl3pPr marL="914126" algn="l" defTabSz="914126" rtl="0" eaLnBrk="1" latinLnBrk="0" hangingPunct="1">
                        <a:defRPr sz="1799" kern="1200">
                          <a:solidFill>
                            <a:schemeClr val="dk1"/>
                          </a:solidFill>
                          <a:latin typeface="Arial"/>
                        </a:defRPr>
                      </a:lvl3pPr>
                      <a:lvl4pPr marL="1371189" algn="l" defTabSz="914126" rtl="0" eaLnBrk="1" latinLnBrk="0" hangingPunct="1">
                        <a:defRPr sz="1799" kern="1200">
                          <a:solidFill>
                            <a:schemeClr val="dk1"/>
                          </a:solidFill>
                          <a:latin typeface="Arial"/>
                        </a:defRPr>
                      </a:lvl4pPr>
                      <a:lvl5pPr marL="1828251" algn="l" defTabSz="914126" rtl="0" eaLnBrk="1" latinLnBrk="0" hangingPunct="1">
                        <a:defRPr sz="1799" kern="1200">
                          <a:solidFill>
                            <a:schemeClr val="dk1"/>
                          </a:solidFill>
                          <a:latin typeface="Arial"/>
                        </a:defRPr>
                      </a:lvl5pPr>
                      <a:lvl6pPr marL="2285314" algn="l" defTabSz="914126" rtl="0" eaLnBrk="1" latinLnBrk="0" hangingPunct="1">
                        <a:defRPr sz="1799" kern="1200">
                          <a:solidFill>
                            <a:schemeClr val="dk1"/>
                          </a:solidFill>
                          <a:latin typeface="Arial"/>
                        </a:defRPr>
                      </a:lvl6pPr>
                      <a:lvl7pPr marL="2742377" algn="l" defTabSz="914126" rtl="0" eaLnBrk="1" latinLnBrk="0" hangingPunct="1">
                        <a:defRPr sz="1799" kern="1200">
                          <a:solidFill>
                            <a:schemeClr val="dk1"/>
                          </a:solidFill>
                          <a:latin typeface="Arial"/>
                        </a:defRPr>
                      </a:lvl7pPr>
                      <a:lvl8pPr marL="3199440" algn="l" defTabSz="914126" rtl="0" eaLnBrk="1" latinLnBrk="0" hangingPunct="1">
                        <a:defRPr sz="1799" kern="1200">
                          <a:solidFill>
                            <a:schemeClr val="dk1"/>
                          </a:solidFill>
                          <a:latin typeface="Arial"/>
                        </a:defRPr>
                      </a:lvl8pPr>
                      <a:lvl9pPr marL="3656503" algn="l" defTabSz="914126" rtl="0" eaLnBrk="1" latinLnBrk="0" hangingPunct="1">
                        <a:defRPr sz="1799" kern="1200">
                          <a:solidFill>
                            <a:schemeClr val="dk1"/>
                          </a:solidFill>
                          <a:latin typeface="Arial"/>
                        </a:defRPr>
                      </a:lvl9p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200" kern="1200" dirty="0" err="1">
                          <a:solidFill>
                            <a:schemeClr val="dk1"/>
                          </a:solidFill>
                          <a:latin typeface="+mn-lt"/>
                          <a:ea typeface="+mn-ea"/>
                          <a:cs typeface="+mn-cs"/>
                        </a:rPr>
                        <a:t>apint_fprint</a:t>
                      </a:r>
                      <a:r>
                        <a:rPr lang="en-US" sz="1200" kern="1200" dirty="0">
                          <a:solidFill>
                            <a:schemeClr val="dk1"/>
                          </a:solidFill>
                          <a:latin typeface="+mn-lt"/>
                          <a:ea typeface="+mn-ea"/>
                          <a:cs typeface="+mn-cs"/>
                        </a:rPr>
                        <a:t>(FILE* file, </a:t>
                      </a:r>
                      <a:r>
                        <a:rPr lang="en-US" sz="1200" kern="1200" dirty="0" err="1">
                          <a:solidFill>
                            <a:schemeClr val="dk1"/>
                          </a:solidFill>
                          <a:latin typeface="+mn-lt"/>
                          <a:ea typeface="+mn-ea"/>
                          <a:cs typeface="+mn-cs"/>
                        </a:rPr>
                        <a:t>int#N</a:t>
                      </a:r>
                      <a:r>
                        <a:rPr lang="en-US" sz="1200" kern="1200" dirty="0">
                          <a:solidFill>
                            <a:schemeClr val="dk1"/>
                          </a:solidFill>
                          <a:latin typeface="+mn-lt"/>
                          <a:ea typeface="+mn-ea"/>
                          <a:cs typeface="+mn-cs"/>
                        </a:rPr>
                        <a:t> value, int radix)</a:t>
                      </a:r>
                    </a:p>
                  </a:txBody>
                  <a:tcPr marL="121888" marR="121888">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008CA8">
                        <a:tint val="20000"/>
                      </a:srgbClr>
                    </a:solidFill>
                  </a:tcPr>
                </a:tc>
                <a:extLst>
                  <a:ext uri="{0D108BD9-81ED-4DB2-BD59-A6C34878D82A}">
                    <a16:rowId xmlns:a16="http://schemas.microsoft.com/office/drawing/2014/main" val="10011"/>
                  </a:ext>
                </a:extLst>
              </a:tr>
            </a:tbl>
          </a:graphicData>
        </a:graphic>
      </p:graphicFrame>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8">
            <a:extLst>
              <a:ext uri="{FF2B5EF4-FFF2-40B4-BE49-F238E27FC236}">
                <a16:creationId xmlns:a16="http://schemas.microsoft.com/office/drawing/2014/main" id="{301C960A-9830-4F76-90F5-A6A4811FC737}"/>
              </a:ext>
            </a:extLst>
          </p:cNvPr>
          <p:cNvSpPr txBox="1"/>
          <p:nvPr/>
        </p:nvSpPr>
        <p:spPr>
          <a:xfrm>
            <a:off x="6049080" y="2035501"/>
            <a:ext cx="4453820" cy="923330"/>
          </a:xfrm>
          <a:prstGeom prst="rect">
            <a:avLst/>
          </a:prstGeom>
          <a:gradFill rotWithShape="1">
            <a:gsLst>
              <a:gs pos="0">
                <a:srgbClr val="008CA8">
                  <a:tint val="50000"/>
                  <a:satMod val="300000"/>
                </a:srgbClr>
              </a:gs>
              <a:gs pos="35000">
                <a:srgbClr val="008CA8">
                  <a:tint val="37000"/>
                  <a:satMod val="300000"/>
                </a:srgbClr>
              </a:gs>
              <a:gs pos="100000">
                <a:srgbClr val="008CA8">
                  <a:tint val="15000"/>
                  <a:satMod val="350000"/>
                </a:srgbClr>
              </a:gs>
            </a:gsLst>
            <a:lin ang="16200000" scaled="1"/>
          </a:gradFill>
          <a:ln w="9525" cap="flat" cmpd="sng" algn="ctr">
            <a:solidFill>
              <a:srgbClr val="008CA8">
                <a:shade val="95000"/>
                <a:satMod val="105000"/>
              </a:srgbClr>
            </a:solidFill>
            <a:prstDash val="solid"/>
          </a:ln>
          <a:effectLst>
            <a:outerShdw blurRad="50800" dist="63500" dir="2700000" algn="tl" rotWithShape="0">
              <a:prstClr val="black">
                <a:alpha val="40000"/>
              </a:prstClr>
            </a:outerShdw>
          </a:effectLst>
        </p:spPr>
        <p:txBody>
          <a:bodyPr wrap="square" rtlCol="0">
            <a:spAutoFit/>
          </a:bodyPr>
          <a:lstStyle/>
          <a:p>
            <a:pPr defTabSz="914400" fontAlgn="base">
              <a:spcBef>
                <a:spcPct val="0"/>
              </a:spcBef>
              <a:spcAft>
                <a:spcPct val="0"/>
              </a:spcAft>
              <a:defRPr/>
            </a:pPr>
            <a:r>
              <a:rPr lang="en-US" sz="900" b="1" kern="0" dirty="0">
                <a:solidFill>
                  <a:srgbClr val="000000"/>
                </a:solidFill>
                <a:latin typeface="Arial"/>
              </a:rPr>
              <a:t>#include ap_int.h</a:t>
            </a:r>
          </a:p>
          <a:p>
            <a:pPr defTabSz="914400" fontAlgn="base">
              <a:spcBef>
                <a:spcPct val="0"/>
              </a:spcBef>
              <a:spcAft>
                <a:spcPct val="0"/>
              </a:spcAft>
              <a:defRPr/>
            </a:pPr>
            <a:endParaRPr lang="en-US" sz="900" b="1" kern="0" dirty="0">
              <a:solidFill>
                <a:srgbClr val="000000"/>
              </a:solidFill>
              <a:latin typeface="Arial"/>
            </a:endParaRPr>
          </a:p>
          <a:p>
            <a:pPr defTabSz="914400" fontAlgn="base">
              <a:spcBef>
                <a:spcPct val="0"/>
              </a:spcBef>
              <a:spcAft>
                <a:spcPct val="0"/>
              </a:spcAft>
              <a:defRPr/>
            </a:pPr>
            <a:r>
              <a:rPr lang="en-US" sz="900" b="1" kern="0" dirty="0">
                <a:solidFill>
                  <a:srgbClr val="000000"/>
                </a:solidFill>
                <a:latin typeface="Arial"/>
              </a:rPr>
              <a:t>void foo_top (…) {</a:t>
            </a:r>
          </a:p>
          <a:p>
            <a:pPr defTabSz="914400" fontAlgn="base">
              <a:spcBef>
                <a:spcPct val="0"/>
              </a:spcBef>
              <a:spcAft>
                <a:spcPct val="0"/>
              </a:spcAft>
              <a:defRPr/>
            </a:pPr>
            <a:r>
              <a:rPr lang="en-US" sz="900" b="1" kern="0" dirty="0">
                <a:solidFill>
                  <a:srgbClr val="000000"/>
                </a:solidFill>
                <a:latin typeface="Arial"/>
              </a:rPr>
              <a:t>  </a:t>
            </a:r>
          </a:p>
          <a:p>
            <a:pPr defTabSz="914400" fontAlgn="base">
              <a:spcBef>
                <a:spcPct val="0"/>
              </a:spcBef>
              <a:spcAft>
                <a:spcPct val="0"/>
              </a:spcAft>
              <a:defRPr/>
            </a:pPr>
            <a:r>
              <a:rPr lang="en-US" sz="900" b="1" kern="0" dirty="0">
                <a:solidFill>
                  <a:srgbClr val="000000"/>
                </a:solidFill>
                <a:latin typeface="Arial"/>
              </a:rPr>
              <a:t>    ap_int&lt;9&gt; 		var1;        // 9-bit</a:t>
            </a:r>
          </a:p>
          <a:p>
            <a:pPr defTabSz="914400" fontAlgn="base">
              <a:spcBef>
                <a:spcPct val="0"/>
              </a:spcBef>
              <a:spcAft>
                <a:spcPct val="0"/>
              </a:spcAft>
              <a:defRPr/>
            </a:pPr>
            <a:r>
              <a:rPr lang="en-US" sz="900" b="1" kern="0" dirty="0">
                <a:solidFill>
                  <a:srgbClr val="000000"/>
                </a:solidFill>
                <a:latin typeface="Arial"/>
              </a:rPr>
              <a:t>    ap_uint&lt;10&gt; 		var2;        // 10-bit unsigned</a:t>
            </a:r>
          </a:p>
        </p:txBody>
      </p:sp>
      <p:sp>
        <p:nvSpPr>
          <p:cNvPr id="11" name="TextBox 10">
            <a:extLst>
              <a:ext uri="{FF2B5EF4-FFF2-40B4-BE49-F238E27FC236}">
                <a16:creationId xmlns:a16="http://schemas.microsoft.com/office/drawing/2014/main" id="{6491D047-1628-4359-85E2-EB9D7F07A73D}"/>
              </a:ext>
            </a:extLst>
          </p:cNvPr>
          <p:cNvSpPr txBox="1"/>
          <p:nvPr/>
        </p:nvSpPr>
        <p:spPr>
          <a:xfrm>
            <a:off x="2508873" y="5059323"/>
            <a:ext cx="6603940" cy="276999"/>
          </a:xfrm>
          <a:prstGeom prst="rect">
            <a:avLst/>
          </a:prstGeom>
          <a:solidFill>
            <a:srgbClr val="008CA8">
              <a:lumMod val="75000"/>
            </a:srgbClr>
          </a:solidFill>
          <a:ln w="12700" cap="flat" cmpd="sng" algn="ctr">
            <a:solidFill>
              <a:srgbClr val="000000"/>
            </a:solidFill>
            <a:prstDash val="solid"/>
          </a:ln>
          <a:effectLst>
            <a:outerShdw blurRad="50800" dist="63500" dir="2700000" algn="tl" rotWithShape="0">
              <a:prstClr val="black">
                <a:alpha val="40000"/>
              </a:prstClr>
            </a:outerShdw>
          </a:effectLst>
        </p:spPr>
        <p:txBody>
          <a:bodyPr wrap="square" rtlCol="0">
            <a:spAutoFit/>
          </a:bodyPr>
          <a:lstStyle/>
          <a:p>
            <a:pPr algn="ctr" defTabSz="914400" fontAlgn="base">
              <a:spcBef>
                <a:spcPct val="0"/>
              </a:spcBef>
              <a:spcAft>
                <a:spcPct val="0"/>
              </a:spcAft>
              <a:defRPr/>
            </a:pPr>
            <a:r>
              <a:rPr lang="en-US" sz="1200" kern="0" dirty="0">
                <a:solidFill>
                  <a:srgbClr val="FFFFFF"/>
                </a:solidFill>
                <a:latin typeface="Arial"/>
              </a:rPr>
              <a:t>shell&gt; g++ –o my_test test.c test_tb.c -I$VITIS_HLS_HOME/include</a:t>
            </a:r>
          </a:p>
        </p:txBody>
      </p:sp>
      <p:sp>
        <p:nvSpPr>
          <p:cNvPr id="2" name="Title 1"/>
          <p:cNvSpPr>
            <a:spLocks noGrp="1"/>
          </p:cNvSpPr>
          <p:nvPr>
            <p:ph type="title"/>
          </p:nvPr>
        </p:nvSpPr>
        <p:spPr/>
        <p:txBody>
          <a:bodyPr/>
          <a:lstStyle/>
          <a:p>
            <a:r>
              <a:rPr lang="en-US" dirty="0"/>
              <a:t>Arbitrary Precision : C++ ap_int types </a:t>
            </a:r>
          </a:p>
        </p:txBody>
      </p:sp>
      <p:sp>
        <p:nvSpPr>
          <p:cNvPr id="3" name="Content Placeholder 2"/>
          <p:cNvSpPr>
            <a:spLocks noGrp="1"/>
          </p:cNvSpPr>
          <p:nvPr>
            <p:ph idx="1"/>
          </p:nvPr>
        </p:nvSpPr>
        <p:spPr>
          <a:xfrm>
            <a:off x="579120" y="1112520"/>
            <a:ext cx="11033760" cy="4632960"/>
          </a:xfrm>
        </p:spPr>
        <p:txBody>
          <a:bodyPr>
            <a:normAutofit/>
          </a:bodyPr>
          <a:lstStyle/>
          <a:p>
            <a:r>
              <a:rPr lang="en-US" dirty="0"/>
              <a:t>For C++ </a:t>
            </a:r>
          </a:p>
          <a:p>
            <a:pPr lvl="1"/>
            <a:r>
              <a:rPr lang="en-US" dirty="0"/>
              <a:t>Vitis HLS types ap_int can be used</a:t>
            </a:r>
          </a:p>
          <a:p>
            <a:pPr lvl="1"/>
            <a:r>
              <a:rPr lang="en-US" dirty="0"/>
              <a:t>Range: 1 to 1024 bits</a:t>
            </a:r>
          </a:p>
          <a:p>
            <a:pPr lvl="3"/>
            <a:r>
              <a:rPr lang="en-US" dirty="0"/>
              <a:t>Signed:		</a:t>
            </a:r>
            <a:r>
              <a:rPr lang="en-US" dirty="0" err="1"/>
              <a:t>ap_int</a:t>
            </a:r>
            <a:r>
              <a:rPr lang="en-US" dirty="0"/>
              <a:t>&lt;W&gt;</a:t>
            </a:r>
          </a:p>
          <a:p>
            <a:pPr lvl="3"/>
            <a:r>
              <a:rPr lang="en-US" dirty="0"/>
              <a:t>Unsigned:	</a:t>
            </a:r>
            <a:r>
              <a:rPr lang="en-US" dirty="0" err="1"/>
              <a:t>ap_uint</a:t>
            </a:r>
            <a:r>
              <a:rPr lang="en-US" dirty="0"/>
              <a:t>&lt;W&gt;</a:t>
            </a:r>
          </a:p>
          <a:p>
            <a:pPr lvl="1"/>
            <a:r>
              <a:rPr lang="en-US" dirty="0"/>
              <a:t>The bit-width is specified by W</a:t>
            </a:r>
          </a:p>
          <a:p>
            <a:pPr lvl="1"/>
            <a:endParaRPr lang="en-US" dirty="0"/>
          </a:p>
          <a:p>
            <a:r>
              <a:rPr lang="en-US" dirty="0"/>
              <a:t>C++ compilation</a:t>
            </a:r>
          </a:p>
          <a:p>
            <a:pPr lvl="1"/>
            <a:r>
              <a:rPr lang="en-US" dirty="0"/>
              <a:t>Use g++ at the </a:t>
            </a:r>
            <a:r>
              <a:rPr lang="en-US" dirty="0" err="1"/>
              <a:t>Vitis</a:t>
            </a:r>
            <a:r>
              <a:rPr lang="en-US" dirty="0"/>
              <a:t> HLS CLI (shell)</a:t>
            </a:r>
          </a:p>
          <a:p>
            <a:pPr lvl="2"/>
            <a:r>
              <a:rPr lang="en-US" dirty="0"/>
              <a:t>Include the path to the </a:t>
            </a:r>
            <a:r>
              <a:rPr lang="en-US" dirty="0" err="1"/>
              <a:t>Vitis</a:t>
            </a:r>
            <a:r>
              <a:rPr lang="en-US" dirty="0"/>
              <a:t> HLS tool header file</a:t>
            </a:r>
          </a:p>
          <a:p>
            <a:pPr lvl="2">
              <a:buNone/>
            </a:pPr>
            <a:endParaRPr lang="en-US" dirty="0"/>
          </a:p>
          <a:p>
            <a:pPr lvl="2">
              <a:buNone/>
            </a:pPr>
            <a:endParaRPr lang="en-US" dirty="0"/>
          </a:p>
          <a:p>
            <a:pPr lvl="1"/>
            <a:endParaRPr lang="en-US" dirty="0"/>
          </a:p>
          <a:p>
            <a:pPr lvl="1"/>
            <a:endParaRPr lang="en-US" dirty="0"/>
          </a:p>
        </p:txBody>
      </p:sp>
      <p:sp>
        <p:nvSpPr>
          <p:cNvPr id="13" name="Slide Number Placeholder 12"/>
          <p:cNvSpPr>
            <a:spLocks noGrp="1"/>
          </p:cNvSpPr>
          <p:nvPr>
            <p:ph type="sldNum" sz="quarter" idx="4"/>
          </p:nvPr>
        </p:nvSpPr>
        <p:spPr/>
        <p:txBody>
          <a:bodyPr/>
          <a:lstStyle/>
          <a:p>
            <a:pPr>
              <a:defRPr/>
            </a:pPr>
            <a:r>
              <a:rPr lang="en-US" dirty="0"/>
              <a:t>Data Types 14- </a:t>
            </a:r>
            <a:fld id="{060BD193-E118-4B16-863C-C8C12C675E3E}" type="slidenum">
              <a:rPr lang="en-US" smtClean="0"/>
              <a:pPr>
                <a:defRPr/>
              </a:pPr>
              <a:t>16</a:t>
            </a:fld>
            <a:endParaRPr lang="en-US" dirty="0"/>
          </a:p>
        </p:txBody>
      </p:sp>
      <p:sp>
        <p:nvSpPr>
          <p:cNvPr id="19" name="TextBox 18"/>
          <p:cNvSpPr txBox="1"/>
          <p:nvPr/>
        </p:nvSpPr>
        <p:spPr>
          <a:xfrm>
            <a:off x="7435365" y="1900980"/>
            <a:ext cx="2098927" cy="261610"/>
          </a:xfrm>
          <a:prstGeom prst="rect">
            <a:avLst/>
          </a:prstGeom>
          <a:solidFill>
            <a:srgbClr val="FFFF99"/>
          </a:solidFill>
          <a:ln w="28575">
            <a:solidFill>
              <a:schemeClr val="tx1"/>
            </a:solidFill>
          </a:ln>
          <a:effectLst>
            <a:innerShdw blurRad="63500" dist="50800" dir="2700000">
              <a:prstClr val="black">
                <a:alpha val="50000"/>
              </a:prstClr>
            </a:innerShdw>
          </a:effectLst>
        </p:spPr>
        <p:txBody>
          <a:bodyPr wrap="square" rtlCol="0">
            <a:spAutoFit/>
          </a:bodyPr>
          <a:lstStyle/>
          <a:p>
            <a:pPr algn="ctr"/>
            <a:r>
              <a:rPr lang="en-US" sz="1100" b="1" dirty="0"/>
              <a:t>Include header file</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9" name="TextBox 8">
            <a:extLst>
              <a:ext uri="{FF2B5EF4-FFF2-40B4-BE49-F238E27FC236}">
                <a16:creationId xmlns:a16="http://schemas.microsoft.com/office/drawing/2014/main" id="{301C960A-9830-4F76-90F5-A6A4811FC737}"/>
              </a:ext>
            </a:extLst>
          </p:cNvPr>
          <p:cNvSpPr txBox="1"/>
          <p:nvPr/>
        </p:nvSpPr>
        <p:spPr>
          <a:xfrm>
            <a:off x="6049080" y="2035501"/>
            <a:ext cx="4453820" cy="923330"/>
          </a:xfrm>
          <a:prstGeom prst="rect">
            <a:avLst/>
          </a:prstGeom>
          <a:gradFill rotWithShape="1">
            <a:gsLst>
              <a:gs pos="0">
                <a:srgbClr val="008CA8">
                  <a:tint val="50000"/>
                  <a:satMod val="300000"/>
                </a:srgbClr>
              </a:gs>
              <a:gs pos="35000">
                <a:srgbClr val="008CA8">
                  <a:tint val="37000"/>
                  <a:satMod val="300000"/>
                </a:srgbClr>
              </a:gs>
              <a:gs pos="100000">
                <a:srgbClr val="008CA8">
                  <a:tint val="15000"/>
                  <a:satMod val="350000"/>
                </a:srgbClr>
              </a:gs>
            </a:gsLst>
            <a:lin ang="16200000" scaled="1"/>
          </a:gradFill>
          <a:ln w="9525" cap="flat" cmpd="sng" algn="ctr">
            <a:solidFill>
              <a:srgbClr val="008CA8">
                <a:shade val="95000"/>
                <a:satMod val="105000"/>
              </a:srgbClr>
            </a:solidFill>
            <a:prstDash val="solid"/>
          </a:ln>
          <a:effectLst>
            <a:outerShdw blurRad="50800" dist="63500" dir="2700000" algn="tl" rotWithShape="0">
              <a:prstClr val="black">
                <a:alpha val="40000"/>
              </a:prstClr>
            </a:outerShdw>
          </a:effectLst>
        </p:spPr>
        <p:txBody>
          <a:bodyPr wrap="square" rtlCol="0">
            <a:spAutoFit/>
          </a:bodyPr>
          <a:lstStyle/>
          <a:p>
            <a:pPr defTabSz="914400" fontAlgn="base">
              <a:spcBef>
                <a:spcPct val="0"/>
              </a:spcBef>
              <a:spcAft>
                <a:spcPct val="0"/>
              </a:spcAft>
              <a:defRPr/>
            </a:pPr>
            <a:r>
              <a:rPr lang="en-US" sz="900" b="1" kern="0" dirty="0">
                <a:solidFill>
                  <a:srgbClr val="000000"/>
                </a:solidFill>
                <a:latin typeface="Arial"/>
              </a:rPr>
              <a:t>#include ap_int.h</a:t>
            </a:r>
          </a:p>
          <a:p>
            <a:pPr defTabSz="914400" fontAlgn="base">
              <a:spcBef>
                <a:spcPct val="0"/>
              </a:spcBef>
              <a:spcAft>
                <a:spcPct val="0"/>
              </a:spcAft>
              <a:defRPr/>
            </a:pPr>
            <a:endParaRPr lang="en-US" sz="900" b="1" kern="0" dirty="0">
              <a:solidFill>
                <a:srgbClr val="000000"/>
              </a:solidFill>
              <a:latin typeface="Arial"/>
            </a:endParaRPr>
          </a:p>
          <a:p>
            <a:pPr defTabSz="914400" fontAlgn="base">
              <a:spcBef>
                <a:spcPct val="0"/>
              </a:spcBef>
              <a:spcAft>
                <a:spcPct val="0"/>
              </a:spcAft>
              <a:defRPr/>
            </a:pPr>
            <a:r>
              <a:rPr lang="en-US" sz="900" b="1" kern="0" dirty="0">
                <a:solidFill>
                  <a:srgbClr val="000000"/>
                </a:solidFill>
                <a:latin typeface="Arial"/>
              </a:rPr>
              <a:t>void foo_top (…) {</a:t>
            </a:r>
          </a:p>
          <a:p>
            <a:pPr defTabSz="914400" fontAlgn="base">
              <a:spcBef>
                <a:spcPct val="0"/>
              </a:spcBef>
              <a:spcAft>
                <a:spcPct val="0"/>
              </a:spcAft>
              <a:defRPr/>
            </a:pPr>
            <a:r>
              <a:rPr lang="en-US" sz="900" b="1" kern="0" dirty="0">
                <a:solidFill>
                  <a:srgbClr val="000000"/>
                </a:solidFill>
                <a:latin typeface="Arial"/>
              </a:rPr>
              <a:t>  </a:t>
            </a:r>
          </a:p>
          <a:p>
            <a:pPr defTabSz="914400" fontAlgn="base">
              <a:spcBef>
                <a:spcPct val="0"/>
              </a:spcBef>
              <a:spcAft>
                <a:spcPct val="0"/>
              </a:spcAft>
              <a:defRPr/>
            </a:pPr>
            <a:r>
              <a:rPr lang="en-US" sz="900" b="1" kern="0" dirty="0">
                <a:solidFill>
                  <a:srgbClr val="000000"/>
                </a:solidFill>
                <a:latin typeface="Arial"/>
              </a:rPr>
              <a:t>    ap_int&lt;9&gt; 		var1;        // 9-bit</a:t>
            </a:r>
          </a:p>
          <a:p>
            <a:pPr defTabSz="914400" fontAlgn="base">
              <a:spcBef>
                <a:spcPct val="0"/>
              </a:spcBef>
              <a:spcAft>
                <a:spcPct val="0"/>
              </a:spcAft>
              <a:defRPr/>
            </a:pPr>
            <a:r>
              <a:rPr lang="en-US" sz="900" b="1" kern="0" dirty="0">
                <a:solidFill>
                  <a:srgbClr val="000000"/>
                </a:solidFill>
                <a:latin typeface="Arial"/>
              </a:rPr>
              <a:t>    ap_uint&lt;10&gt; 		var2;        // 10-bit unsigned</a:t>
            </a:r>
          </a:p>
        </p:txBody>
      </p:sp>
      <p:sp>
        <p:nvSpPr>
          <p:cNvPr id="11" name="TextBox 10">
            <a:extLst>
              <a:ext uri="{FF2B5EF4-FFF2-40B4-BE49-F238E27FC236}">
                <a16:creationId xmlns:a16="http://schemas.microsoft.com/office/drawing/2014/main" id="{6491D047-1628-4359-85E2-EB9D7F07A73D}"/>
              </a:ext>
            </a:extLst>
          </p:cNvPr>
          <p:cNvSpPr txBox="1"/>
          <p:nvPr/>
        </p:nvSpPr>
        <p:spPr>
          <a:xfrm>
            <a:off x="2508873" y="5059323"/>
            <a:ext cx="6603940" cy="276999"/>
          </a:xfrm>
          <a:prstGeom prst="rect">
            <a:avLst/>
          </a:prstGeom>
          <a:solidFill>
            <a:srgbClr val="008CA8">
              <a:lumMod val="75000"/>
            </a:srgbClr>
          </a:solidFill>
          <a:ln w="12700" cap="flat" cmpd="sng" algn="ctr">
            <a:solidFill>
              <a:srgbClr val="000000"/>
            </a:solidFill>
            <a:prstDash val="solid"/>
          </a:ln>
          <a:effectLst>
            <a:outerShdw blurRad="50800" dist="63500" dir="2700000" algn="tl" rotWithShape="0">
              <a:prstClr val="black">
                <a:alpha val="40000"/>
              </a:prstClr>
            </a:outerShdw>
          </a:effectLst>
        </p:spPr>
        <p:txBody>
          <a:bodyPr wrap="square" rtlCol="0">
            <a:spAutoFit/>
          </a:bodyPr>
          <a:lstStyle/>
          <a:p>
            <a:pPr algn="ctr" defTabSz="914400" fontAlgn="base">
              <a:spcBef>
                <a:spcPct val="0"/>
              </a:spcBef>
              <a:spcAft>
                <a:spcPct val="0"/>
              </a:spcAft>
              <a:defRPr/>
            </a:pPr>
            <a:r>
              <a:rPr lang="en-US" sz="1200" kern="0" dirty="0">
                <a:solidFill>
                  <a:srgbClr val="FFFFFF"/>
                </a:solidFill>
                <a:latin typeface="Arial"/>
              </a:rPr>
              <a:t>shell&gt; g++ –o my_test test.c test_tb.c -I$VIVADO_HLS_HOME/include</a:t>
            </a:r>
          </a:p>
        </p:txBody>
      </p:sp>
      <p:sp>
        <p:nvSpPr>
          <p:cNvPr id="2" name="Title 1"/>
          <p:cNvSpPr>
            <a:spLocks noGrp="1"/>
          </p:cNvSpPr>
          <p:nvPr>
            <p:ph type="title"/>
          </p:nvPr>
        </p:nvSpPr>
        <p:spPr/>
        <p:txBody>
          <a:bodyPr/>
          <a:lstStyle/>
          <a:p>
            <a:r>
              <a:rPr lang="en-US" dirty="0"/>
              <a:t>Arbitrary Precision : C++ ap_int types </a:t>
            </a:r>
          </a:p>
        </p:txBody>
      </p:sp>
      <p:sp>
        <p:nvSpPr>
          <p:cNvPr id="13" name="Slide Number Placeholder 12"/>
          <p:cNvSpPr>
            <a:spLocks noGrp="1"/>
          </p:cNvSpPr>
          <p:nvPr>
            <p:ph type="sldNum" sz="quarter" idx="10"/>
          </p:nvPr>
        </p:nvSpPr>
        <p:spPr/>
        <p:txBody>
          <a:bodyPr/>
          <a:lstStyle/>
          <a:p>
            <a:pPr defTabSz="914400">
              <a:defRPr/>
            </a:pPr>
            <a:r>
              <a:rPr lang="en-US" dirty="0">
                <a:solidFill>
                  <a:srgbClr val="0C0C0C">
                    <a:tint val="75000"/>
                  </a:srgbClr>
                </a:solidFill>
                <a:latin typeface="Arial"/>
              </a:rPr>
              <a:t>Data Types 14- </a:t>
            </a:r>
            <a:fld id="{060BD193-E118-4B16-863C-C8C12C675E3E}" type="slidenum">
              <a:rPr lang="en-US">
                <a:solidFill>
                  <a:srgbClr val="0C0C0C">
                    <a:tint val="75000"/>
                  </a:srgbClr>
                </a:solidFill>
                <a:latin typeface="Arial"/>
              </a:rPr>
              <a:pPr defTabSz="914400">
                <a:defRPr/>
              </a:pPr>
              <a:t>17</a:t>
            </a:fld>
            <a:endParaRPr lang="en-US" dirty="0">
              <a:solidFill>
                <a:srgbClr val="0C0C0C">
                  <a:tint val="75000"/>
                </a:srgbClr>
              </a:solidFill>
              <a:latin typeface="Arial"/>
            </a:endParaRPr>
          </a:p>
        </p:txBody>
      </p:sp>
      <p:sp>
        <p:nvSpPr>
          <p:cNvPr id="3" name="Content Placeholder 2"/>
          <p:cNvSpPr>
            <a:spLocks noGrp="1"/>
          </p:cNvSpPr>
          <p:nvPr>
            <p:ph idx="4294967295"/>
          </p:nvPr>
        </p:nvSpPr>
        <p:spPr>
          <a:xfrm>
            <a:off x="1689101" y="1327150"/>
            <a:ext cx="10501312" cy="4268788"/>
          </a:xfrm>
        </p:spPr>
        <p:txBody>
          <a:bodyPr>
            <a:normAutofit/>
          </a:bodyPr>
          <a:lstStyle/>
          <a:p>
            <a:r>
              <a:rPr lang="en-US" dirty="0"/>
              <a:t>For C++ </a:t>
            </a:r>
          </a:p>
          <a:p>
            <a:pPr lvl="1"/>
            <a:r>
              <a:rPr lang="en-US" dirty="0" err="1"/>
              <a:t>Vivado</a:t>
            </a:r>
            <a:r>
              <a:rPr lang="en-US" dirty="0"/>
              <a:t> HLS types ap_int can be used</a:t>
            </a:r>
          </a:p>
          <a:p>
            <a:pPr lvl="1"/>
            <a:r>
              <a:rPr lang="en-US" dirty="0"/>
              <a:t>Range: 1 to 1024 bits</a:t>
            </a:r>
          </a:p>
          <a:p>
            <a:pPr lvl="3"/>
            <a:r>
              <a:rPr lang="en-US" sz="1600" dirty="0"/>
              <a:t>Signed:	ap_int&lt;W&gt;</a:t>
            </a:r>
          </a:p>
          <a:p>
            <a:pPr lvl="3"/>
            <a:r>
              <a:rPr lang="en-US" sz="1600" dirty="0"/>
              <a:t>Unsigned:	</a:t>
            </a:r>
            <a:r>
              <a:rPr lang="en-US" sz="1600" dirty="0" err="1"/>
              <a:t>ap_uint</a:t>
            </a:r>
            <a:r>
              <a:rPr lang="en-US" sz="1600" dirty="0"/>
              <a:t>&lt;W&gt;</a:t>
            </a:r>
          </a:p>
          <a:p>
            <a:pPr lvl="1"/>
            <a:r>
              <a:rPr lang="en-US" dirty="0"/>
              <a:t>The bit-width is specified by W</a:t>
            </a:r>
          </a:p>
          <a:p>
            <a:pPr lvl="1"/>
            <a:endParaRPr lang="en-US" dirty="0"/>
          </a:p>
          <a:p>
            <a:r>
              <a:rPr lang="en-US" dirty="0"/>
              <a:t>C++ compilation</a:t>
            </a:r>
          </a:p>
          <a:p>
            <a:pPr lvl="1"/>
            <a:r>
              <a:rPr lang="en-US" dirty="0"/>
              <a:t>Use g++ at the </a:t>
            </a:r>
            <a:r>
              <a:rPr lang="en-US" dirty="0" err="1">
                <a:highlight>
                  <a:srgbClr val="FFFF00"/>
                </a:highlight>
              </a:rPr>
              <a:t>Vitis</a:t>
            </a:r>
            <a:r>
              <a:rPr lang="en-US" dirty="0"/>
              <a:t> HLS CLI (shell)</a:t>
            </a:r>
          </a:p>
          <a:p>
            <a:pPr lvl="2"/>
            <a:r>
              <a:rPr lang="en-US" dirty="0"/>
              <a:t>Include the path to the </a:t>
            </a:r>
            <a:r>
              <a:rPr lang="en-US" dirty="0" err="1">
                <a:highlight>
                  <a:srgbClr val="FFFF00"/>
                </a:highlight>
              </a:rPr>
              <a:t>Vitis</a:t>
            </a:r>
            <a:r>
              <a:rPr lang="en-US" dirty="0"/>
              <a:t> HLS </a:t>
            </a:r>
            <a:r>
              <a:rPr lang="en-US" dirty="0">
                <a:highlight>
                  <a:srgbClr val="FFFF00"/>
                </a:highlight>
              </a:rPr>
              <a:t>tool</a:t>
            </a:r>
            <a:r>
              <a:rPr lang="en-US" dirty="0"/>
              <a:t> header file</a:t>
            </a:r>
          </a:p>
          <a:p>
            <a:pPr lvl="2">
              <a:buNone/>
            </a:pPr>
            <a:endParaRPr lang="en-US" dirty="0"/>
          </a:p>
          <a:p>
            <a:pPr lvl="2">
              <a:buNone/>
            </a:pPr>
            <a:endParaRPr lang="en-US" dirty="0"/>
          </a:p>
          <a:p>
            <a:pPr lvl="1"/>
            <a:endParaRPr lang="en-US" dirty="0"/>
          </a:p>
          <a:p>
            <a:pPr lvl="1"/>
            <a:endParaRPr lang="en-US" dirty="0"/>
          </a:p>
        </p:txBody>
      </p:sp>
      <p:sp>
        <p:nvSpPr>
          <p:cNvPr id="19" name="TextBox 18"/>
          <p:cNvSpPr txBox="1"/>
          <p:nvPr/>
        </p:nvSpPr>
        <p:spPr>
          <a:xfrm>
            <a:off x="7435365" y="1900980"/>
            <a:ext cx="2098927" cy="261610"/>
          </a:xfrm>
          <a:prstGeom prst="rect">
            <a:avLst/>
          </a:prstGeom>
          <a:solidFill>
            <a:srgbClr val="FFFF99"/>
          </a:solidFill>
          <a:ln w="28575">
            <a:solidFill>
              <a:schemeClr val="tx1"/>
            </a:solidFill>
          </a:ln>
          <a:effectLst>
            <a:innerShdw blurRad="63500" dist="50800" dir="2700000">
              <a:prstClr val="black">
                <a:alpha val="50000"/>
              </a:prstClr>
            </a:innerShdw>
          </a:effectLst>
        </p:spPr>
        <p:txBody>
          <a:bodyPr wrap="square" rtlCol="0">
            <a:spAutoFit/>
          </a:bodyPr>
          <a:lstStyle/>
          <a:p>
            <a:pPr algn="ctr" defTabSz="914400"/>
            <a:r>
              <a:rPr lang="en-US" sz="1100" b="1" dirty="0">
                <a:solidFill>
                  <a:srgbClr val="0C0C0C"/>
                </a:solidFill>
                <a:latin typeface="Arial"/>
              </a:rPr>
              <a:t>Include header file</a:t>
            </a:r>
          </a:p>
        </p:txBody>
      </p:sp>
      <p:sp>
        <p:nvSpPr>
          <p:cNvPr id="10" name="Slide Number Placeholder 4"/>
          <p:cNvSpPr txBox="1">
            <a:spLocks/>
          </p:cNvSpPr>
          <p:nvPr/>
        </p:nvSpPr>
        <p:spPr>
          <a:xfrm>
            <a:off x="611030" y="6347782"/>
            <a:ext cx="1117309" cy="244475"/>
          </a:xfrm>
          <a:prstGeom prst="rect">
            <a:avLst/>
          </a:prstGeom>
        </p:spPr>
        <p:txBody>
          <a:bodyPr/>
          <a:lstStyle/>
          <a:p>
            <a:pPr defTabSz="457200" fontAlgn="base">
              <a:spcBef>
                <a:spcPct val="0"/>
              </a:spcBef>
              <a:spcAft>
                <a:spcPct val="0"/>
              </a:spcAft>
              <a:defRPr/>
            </a:pPr>
            <a:r>
              <a:rPr lang="en-US" sz="1000">
                <a:solidFill>
                  <a:srgbClr val="FFFFFF"/>
                </a:solidFill>
                <a:latin typeface="Arial" charset="0"/>
                <a:ea typeface="ＭＳ Ｐゴシック" pitchFamily="34" charset="-128"/>
                <a:cs typeface="Arial" charset="0"/>
              </a:rPr>
              <a:t>14- </a:t>
            </a:r>
            <a:fld id="{0E88F696-905B-490D-9D4B-033243675593}" type="slidenum">
              <a:rPr lang="en-US" sz="1000">
                <a:solidFill>
                  <a:srgbClr val="FFFFFF"/>
                </a:solidFill>
                <a:latin typeface="Arial" charset="0"/>
                <a:ea typeface="ＭＳ Ｐゴシック" pitchFamily="34" charset="-128"/>
                <a:cs typeface="Arial" charset="0"/>
              </a:rPr>
              <a:pPr defTabSz="457200" fontAlgn="base">
                <a:spcBef>
                  <a:spcPct val="0"/>
                </a:spcBef>
                <a:spcAft>
                  <a:spcPct val="0"/>
                </a:spcAft>
                <a:defRPr/>
              </a:pPr>
              <a:t>17</a:t>
            </a:fld>
            <a:endParaRPr lang="en-US" sz="1000" dirty="0">
              <a:solidFill>
                <a:srgbClr val="FFFFFF"/>
              </a:solidFill>
              <a:latin typeface="Arial" charset="0"/>
              <a:ea typeface="ＭＳ Ｐゴシック" pitchFamily="34" charset="-128"/>
              <a:cs typeface="Arial" charset="0"/>
            </a:endParaRPr>
          </a:p>
        </p:txBody>
      </p:sp>
      <p:pic>
        <p:nvPicPr>
          <p:cNvPr id="4" name="Picture 3">
            <a:extLst>
              <a:ext uri="{FF2B5EF4-FFF2-40B4-BE49-F238E27FC236}">
                <a16:creationId xmlns:a16="http://schemas.microsoft.com/office/drawing/2014/main" id="{BF3CCD9E-7E5F-4389-A018-81622C4B04C5}"/>
              </a:ext>
            </a:extLst>
          </p:cNvPr>
          <p:cNvPicPr>
            <a:picLocks noChangeAspect="1"/>
          </p:cNvPicPr>
          <p:nvPr/>
        </p:nvPicPr>
        <p:blipFill>
          <a:blip r:embed="rId2"/>
          <a:stretch>
            <a:fillRect/>
          </a:stretch>
        </p:blipFill>
        <p:spPr>
          <a:xfrm>
            <a:off x="2301236" y="5441602"/>
            <a:ext cx="7589528" cy="606977"/>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trike="sngStrike" dirty="0"/>
              <a:t>Microsoft Visual Studio Support</a:t>
            </a:r>
          </a:p>
        </p:txBody>
      </p:sp>
      <p:sp>
        <p:nvSpPr>
          <p:cNvPr id="11" name="Slide Number Placeholder 10"/>
          <p:cNvSpPr>
            <a:spLocks noGrp="1"/>
          </p:cNvSpPr>
          <p:nvPr>
            <p:ph type="sldNum" sz="quarter" idx="10"/>
          </p:nvPr>
        </p:nvSpPr>
        <p:spPr/>
        <p:txBody>
          <a:bodyPr/>
          <a:lstStyle/>
          <a:p>
            <a:pPr defTabSz="914400">
              <a:defRPr/>
            </a:pPr>
            <a:r>
              <a:rPr lang="en-US" dirty="0">
                <a:solidFill>
                  <a:srgbClr val="0C0C0C">
                    <a:tint val="75000"/>
                  </a:srgbClr>
                </a:solidFill>
                <a:latin typeface="Arial"/>
              </a:rPr>
              <a:t>Data Types 14- </a:t>
            </a:r>
            <a:fld id="{060BD193-E118-4B16-863C-C8C12C675E3E}" type="slidenum">
              <a:rPr lang="en-US">
                <a:solidFill>
                  <a:srgbClr val="0C0C0C">
                    <a:tint val="75000"/>
                  </a:srgbClr>
                </a:solidFill>
                <a:latin typeface="Arial"/>
              </a:rPr>
              <a:pPr defTabSz="914400">
                <a:defRPr/>
              </a:pPr>
              <a:t>18</a:t>
            </a:fld>
            <a:endParaRPr lang="en-US" dirty="0">
              <a:solidFill>
                <a:srgbClr val="0C0C0C">
                  <a:tint val="75000"/>
                </a:srgbClr>
              </a:solidFill>
              <a:latin typeface="Arial"/>
            </a:endParaRPr>
          </a:p>
        </p:txBody>
      </p:sp>
      <p:sp>
        <p:nvSpPr>
          <p:cNvPr id="3" name="Content Placeholder 2"/>
          <p:cNvSpPr>
            <a:spLocks noGrp="1"/>
          </p:cNvSpPr>
          <p:nvPr>
            <p:ph idx="4294967295"/>
          </p:nvPr>
        </p:nvSpPr>
        <p:spPr>
          <a:xfrm>
            <a:off x="1589" y="1262063"/>
            <a:ext cx="10501313" cy="4792662"/>
          </a:xfrm>
        </p:spPr>
        <p:txBody>
          <a:bodyPr/>
          <a:lstStyle/>
          <a:p>
            <a:r>
              <a:rPr lang="en-US" dirty="0"/>
              <a:t>C++ Arbitrary Precision Types are supported in Microsoft Visual Studio Compiler</a:t>
            </a:r>
          </a:p>
          <a:p>
            <a:pPr lvl="1"/>
            <a:r>
              <a:rPr lang="en-US" dirty="0"/>
              <a:t>Simply include the </a:t>
            </a:r>
            <a:r>
              <a:rPr lang="en-US" dirty="0" err="1"/>
              <a:t>Vivado</a:t>
            </a:r>
            <a:r>
              <a:rPr lang="en-US" dirty="0"/>
              <a:t> HLS directory $(VIVADO_HLS_HOME)/include</a:t>
            </a:r>
          </a:p>
          <a:p>
            <a:pPr lvl="1"/>
            <a:r>
              <a:rPr lang="en-US" b="1" u="sng" dirty="0"/>
              <a:t>Note</a:t>
            </a:r>
            <a:r>
              <a:rPr lang="en-US" b="1" dirty="0"/>
              <a:t>: </a:t>
            </a:r>
            <a:r>
              <a:rPr lang="en-US" dirty="0"/>
              <a:t>C designs using arbitrary precision types (apint) must still use </a:t>
            </a:r>
            <a:r>
              <a:rPr lang="en-US" dirty="0" err="1"/>
              <a:t>apcc</a:t>
            </a:r>
            <a:endParaRPr lang="en-US" dirty="0"/>
          </a:p>
          <a:p>
            <a:r>
              <a:rPr lang="en-US" dirty="0"/>
              <a:t>C++ Designs using AP_INT types</a:t>
            </a:r>
          </a:p>
          <a:p>
            <a:pPr lvl="1"/>
            <a:r>
              <a:rPr lang="en-US" dirty="0"/>
              <a:t>In the MVS Project</a:t>
            </a:r>
          </a:p>
          <a:p>
            <a:pPr lvl="2"/>
            <a:r>
              <a:rPr lang="en-US" dirty="0"/>
              <a:t>Click Project</a:t>
            </a:r>
          </a:p>
          <a:p>
            <a:pPr lvl="2"/>
            <a:r>
              <a:rPr lang="en-US" dirty="0"/>
              <a:t>Click Properties</a:t>
            </a:r>
          </a:p>
          <a:p>
            <a:pPr lvl="2"/>
            <a:r>
              <a:rPr lang="en-US" dirty="0"/>
              <a:t>In the panel that shows up, select C/C++</a:t>
            </a:r>
          </a:p>
          <a:p>
            <a:pPr lvl="2"/>
            <a:r>
              <a:rPr lang="en-US" dirty="0"/>
              <a:t>Select general</a:t>
            </a:r>
          </a:p>
          <a:p>
            <a:pPr lvl="2"/>
            <a:r>
              <a:rPr lang="en-US" dirty="0"/>
              <a:t>Click on additional include directories and </a:t>
            </a:r>
            <a:br>
              <a:rPr lang="en-US" dirty="0"/>
            </a:br>
            <a:r>
              <a:rPr lang="en-US" dirty="0"/>
              <a:t>add the path</a:t>
            </a:r>
          </a:p>
        </p:txBody>
      </p:sp>
      <p:pic>
        <p:nvPicPr>
          <p:cNvPr id="5" name="Picture 4" descr="visual_studio_include_directory.PNG"/>
          <p:cNvPicPr>
            <a:picLocks noChangeAspect="1"/>
          </p:cNvPicPr>
          <p:nvPr/>
        </p:nvPicPr>
        <p:blipFill>
          <a:blip r:embed="rId2"/>
          <a:stretch>
            <a:fillRect/>
          </a:stretch>
        </p:blipFill>
        <p:spPr>
          <a:xfrm>
            <a:off x="6537559" y="2636744"/>
            <a:ext cx="5359615" cy="2735079"/>
          </a:xfrm>
          <a:prstGeom prst="rect">
            <a:avLst/>
          </a:prstGeom>
          <a:ln>
            <a:noFill/>
          </a:ln>
          <a:effectLst>
            <a:outerShdw blurRad="292100" dist="139700" dir="2700000" algn="tl" rotWithShape="0">
              <a:srgbClr val="333333">
                <a:alpha val="65000"/>
              </a:srgbClr>
            </a:outerShdw>
          </a:effectLst>
        </p:spPr>
      </p:pic>
      <p:sp>
        <p:nvSpPr>
          <p:cNvPr id="8" name="Slide Number Placeholder 4"/>
          <p:cNvSpPr txBox="1">
            <a:spLocks/>
          </p:cNvSpPr>
          <p:nvPr/>
        </p:nvSpPr>
        <p:spPr>
          <a:xfrm>
            <a:off x="611030" y="6347782"/>
            <a:ext cx="1117309" cy="244475"/>
          </a:xfrm>
          <a:prstGeom prst="rect">
            <a:avLst/>
          </a:prstGeom>
        </p:spPr>
        <p:txBody>
          <a:bodyPr/>
          <a:lstStyle/>
          <a:p>
            <a:pPr defTabSz="457200" fontAlgn="base">
              <a:spcBef>
                <a:spcPct val="0"/>
              </a:spcBef>
              <a:spcAft>
                <a:spcPct val="0"/>
              </a:spcAft>
              <a:defRPr/>
            </a:pPr>
            <a:r>
              <a:rPr lang="en-US" sz="1000">
                <a:solidFill>
                  <a:srgbClr val="FFFFFF"/>
                </a:solidFill>
                <a:latin typeface="Arial" charset="0"/>
                <a:ea typeface="ＭＳ Ｐゴシック" pitchFamily="34" charset="-128"/>
                <a:cs typeface="Arial" charset="0"/>
              </a:rPr>
              <a:t>14- </a:t>
            </a:r>
            <a:fld id="{0E88F696-905B-490D-9D4B-033243675593}" type="slidenum">
              <a:rPr lang="en-US" sz="1000">
                <a:solidFill>
                  <a:srgbClr val="FFFFFF"/>
                </a:solidFill>
                <a:latin typeface="Arial" charset="0"/>
                <a:ea typeface="ＭＳ Ｐゴシック" pitchFamily="34" charset="-128"/>
                <a:cs typeface="Arial" charset="0"/>
              </a:rPr>
              <a:pPr defTabSz="457200" fontAlgn="base">
                <a:spcBef>
                  <a:spcPct val="0"/>
                </a:spcBef>
                <a:spcAft>
                  <a:spcPct val="0"/>
                </a:spcAft>
                <a:defRPr/>
              </a:pPr>
              <a:t>18</a:t>
            </a:fld>
            <a:endParaRPr lang="en-US" sz="1000" dirty="0">
              <a:solidFill>
                <a:srgbClr val="FFFFFF"/>
              </a:solidFill>
              <a:latin typeface="Arial" charset="0"/>
              <a:ea typeface="ＭＳ Ｐゴシック" pitchFamily="34" charset="-128"/>
              <a:cs typeface="Arial" charset="0"/>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AP_INT operators &amp; conversions</a:t>
            </a:r>
          </a:p>
        </p:txBody>
      </p:sp>
      <p:sp>
        <p:nvSpPr>
          <p:cNvPr id="3" name="Content Placeholder 2"/>
          <p:cNvSpPr>
            <a:spLocks noGrp="1"/>
          </p:cNvSpPr>
          <p:nvPr>
            <p:ph idx="1"/>
          </p:nvPr>
        </p:nvSpPr>
        <p:spPr>
          <a:xfrm>
            <a:off x="579121" y="1328771"/>
            <a:ext cx="11033760" cy="4632960"/>
          </a:xfrm>
        </p:spPr>
        <p:txBody>
          <a:bodyPr/>
          <a:lstStyle/>
          <a:p>
            <a:r>
              <a:rPr lang="en-US" dirty="0"/>
              <a:t>Fully Supported for all Arithmetic operator</a:t>
            </a:r>
          </a:p>
          <a:p>
            <a:endParaRPr lang="en-US" dirty="0"/>
          </a:p>
          <a:p>
            <a:endParaRPr lang="en-US" dirty="0"/>
          </a:p>
          <a:p>
            <a:pPr marL="0" indent="0">
              <a:buNone/>
            </a:pPr>
            <a:endParaRPr lang="en-US" dirty="0"/>
          </a:p>
          <a:p>
            <a:r>
              <a:rPr lang="en-US" dirty="0"/>
              <a:t>Methods for type conversion</a:t>
            </a:r>
          </a:p>
        </p:txBody>
      </p:sp>
      <p:sp>
        <p:nvSpPr>
          <p:cNvPr id="12" name="Slide Number Placeholder 11"/>
          <p:cNvSpPr>
            <a:spLocks noGrp="1"/>
          </p:cNvSpPr>
          <p:nvPr>
            <p:ph type="sldNum" sz="quarter" idx="4"/>
          </p:nvPr>
        </p:nvSpPr>
        <p:spPr/>
        <p:txBody>
          <a:bodyPr/>
          <a:lstStyle/>
          <a:p>
            <a:pPr>
              <a:defRPr/>
            </a:pPr>
            <a:r>
              <a:rPr lang="en-US" dirty="0"/>
              <a:t>Data Types 14- </a:t>
            </a:r>
            <a:fld id="{060BD193-E118-4B16-863C-C8C12C675E3E}" type="slidenum">
              <a:rPr lang="en-US" smtClean="0"/>
              <a:pPr>
                <a:defRPr/>
              </a:pPr>
              <a:t>19</a:t>
            </a:fld>
            <a:endParaRPr lang="en-US" dirty="0"/>
          </a:p>
        </p:txBody>
      </p:sp>
      <p:sp>
        <p:nvSpPr>
          <p:cNvPr id="9" name="Slide Number Placeholder 4"/>
          <p:cNvSpPr txBox="1">
            <a:spLocks/>
          </p:cNvSpPr>
          <p:nvPr/>
        </p:nvSpPr>
        <p:spPr>
          <a:xfrm>
            <a:off x="611030" y="6347782"/>
            <a:ext cx="1117309" cy="244475"/>
          </a:xfrm>
          <a:prstGeom prst="rect">
            <a:avLst/>
          </a:prstGeom>
        </p:spPr>
        <p:txBody>
          <a:bodyPr/>
          <a:lstStyle/>
          <a:p>
            <a:pPr defTabSz="457200" fontAlgn="base">
              <a:spcBef>
                <a:spcPct val="0"/>
              </a:spcBef>
              <a:spcAft>
                <a:spcPct val="0"/>
              </a:spcAft>
              <a:defRPr/>
            </a:pPr>
            <a:endParaRPr lang="en-US" sz="1000" dirty="0">
              <a:solidFill>
                <a:schemeClr val="bg1"/>
              </a:solidFill>
              <a:latin typeface="Arial" charset="0"/>
              <a:ea typeface="ＭＳ Ｐゴシック" pitchFamily="34" charset="-128"/>
              <a:cs typeface="Arial" charset="0"/>
            </a:endParaRPr>
          </a:p>
        </p:txBody>
      </p:sp>
      <p:graphicFrame>
        <p:nvGraphicFramePr>
          <p:cNvPr id="8" name="Content Placeholder 14">
            <a:extLst>
              <a:ext uri="{FF2B5EF4-FFF2-40B4-BE49-F238E27FC236}">
                <a16:creationId xmlns:a16="http://schemas.microsoft.com/office/drawing/2014/main" id="{3DB5DFF8-C52E-4911-8892-8DCA28524542}"/>
              </a:ext>
            </a:extLst>
          </p:cNvPr>
          <p:cNvGraphicFramePr>
            <a:graphicFrameLocks/>
          </p:cNvGraphicFramePr>
          <p:nvPr/>
        </p:nvGraphicFramePr>
        <p:xfrm>
          <a:off x="797491" y="1816451"/>
          <a:ext cx="7269453" cy="1828800"/>
        </p:xfrm>
        <a:graphic>
          <a:graphicData uri="http://schemas.openxmlformats.org/drawingml/2006/table">
            <a:tbl>
              <a:tblPr firstCol="1" bandRow="1"/>
              <a:tblGrid>
                <a:gridCol w="2464221">
                  <a:extLst>
                    <a:ext uri="{9D8B030D-6E8A-4147-A177-3AD203B41FA5}">
                      <a16:colId xmlns:a16="http://schemas.microsoft.com/office/drawing/2014/main" val="20000"/>
                    </a:ext>
                  </a:extLst>
                </a:gridCol>
                <a:gridCol w="4805232">
                  <a:extLst>
                    <a:ext uri="{9D8B030D-6E8A-4147-A177-3AD203B41FA5}">
                      <a16:colId xmlns:a16="http://schemas.microsoft.com/office/drawing/2014/main" val="20001"/>
                    </a:ext>
                  </a:extLst>
                </a:gridCol>
              </a:tblGrid>
              <a:tr h="0">
                <a:tc gridSpan="2">
                  <a:txBody>
                    <a:bodyPr/>
                    <a:lstStyle>
                      <a:lvl1pPr marL="0" algn="l" defTabSz="914126" rtl="0" eaLnBrk="1" latinLnBrk="0" hangingPunct="1">
                        <a:defRPr sz="1799" b="1" kern="1200">
                          <a:solidFill>
                            <a:schemeClr val="lt1"/>
                          </a:solidFill>
                          <a:latin typeface="Arial"/>
                        </a:defRPr>
                      </a:lvl1pPr>
                      <a:lvl2pPr marL="457063" algn="l" defTabSz="914126" rtl="0" eaLnBrk="1" latinLnBrk="0" hangingPunct="1">
                        <a:defRPr sz="1799" b="1" kern="1200">
                          <a:solidFill>
                            <a:schemeClr val="lt1"/>
                          </a:solidFill>
                          <a:latin typeface="Arial"/>
                        </a:defRPr>
                      </a:lvl2pPr>
                      <a:lvl3pPr marL="914126" algn="l" defTabSz="914126" rtl="0" eaLnBrk="1" latinLnBrk="0" hangingPunct="1">
                        <a:defRPr sz="1799" b="1" kern="1200">
                          <a:solidFill>
                            <a:schemeClr val="lt1"/>
                          </a:solidFill>
                          <a:latin typeface="Arial"/>
                        </a:defRPr>
                      </a:lvl3pPr>
                      <a:lvl4pPr marL="1371189" algn="l" defTabSz="914126" rtl="0" eaLnBrk="1" latinLnBrk="0" hangingPunct="1">
                        <a:defRPr sz="1799" b="1" kern="1200">
                          <a:solidFill>
                            <a:schemeClr val="lt1"/>
                          </a:solidFill>
                          <a:latin typeface="Arial"/>
                        </a:defRPr>
                      </a:lvl4pPr>
                      <a:lvl5pPr marL="1828251" algn="l" defTabSz="914126" rtl="0" eaLnBrk="1" latinLnBrk="0" hangingPunct="1">
                        <a:defRPr sz="1799" b="1" kern="1200">
                          <a:solidFill>
                            <a:schemeClr val="lt1"/>
                          </a:solidFill>
                          <a:latin typeface="Arial"/>
                        </a:defRPr>
                      </a:lvl5pPr>
                      <a:lvl6pPr marL="2285314" algn="l" defTabSz="914126" rtl="0" eaLnBrk="1" latinLnBrk="0" hangingPunct="1">
                        <a:defRPr sz="1799" b="1" kern="1200">
                          <a:solidFill>
                            <a:schemeClr val="lt1"/>
                          </a:solidFill>
                          <a:latin typeface="Arial"/>
                        </a:defRPr>
                      </a:lvl6pPr>
                      <a:lvl7pPr marL="2742377" algn="l" defTabSz="914126" rtl="0" eaLnBrk="1" latinLnBrk="0" hangingPunct="1">
                        <a:defRPr sz="1799" b="1" kern="1200">
                          <a:solidFill>
                            <a:schemeClr val="lt1"/>
                          </a:solidFill>
                          <a:latin typeface="Arial"/>
                        </a:defRPr>
                      </a:lvl7pPr>
                      <a:lvl8pPr marL="3199440" algn="l" defTabSz="914126" rtl="0" eaLnBrk="1" latinLnBrk="0" hangingPunct="1">
                        <a:defRPr sz="1799" b="1" kern="1200">
                          <a:solidFill>
                            <a:schemeClr val="lt1"/>
                          </a:solidFill>
                          <a:latin typeface="Arial"/>
                        </a:defRPr>
                      </a:lvl8pPr>
                      <a:lvl9pPr marL="3656503" algn="l" defTabSz="914126" rtl="0" eaLnBrk="1" latinLnBrk="0" hangingPunct="1">
                        <a:defRPr sz="1799" b="1" kern="1200">
                          <a:solidFill>
                            <a:schemeClr val="lt1"/>
                          </a:solidFill>
                          <a:latin typeface="Arial"/>
                        </a:defRPr>
                      </a:lvl9pPr>
                    </a:lstStyle>
                    <a:p>
                      <a:r>
                        <a:rPr lang="en-US" sz="1200" b="1" dirty="0">
                          <a:solidFill>
                            <a:schemeClr val="tx1"/>
                          </a:solidFill>
                        </a:rPr>
                        <a:t>Operations</a:t>
                      </a:r>
                    </a:p>
                  </a:txBody>
                  <a:tcPr marL="121888" marR="121888">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008CA8">
                        <a:lumMod val="40000"/>
                        <a:lumOff val="60000"/>
                      </a:srgbClr>
                    </a:solidFill>
                  </a:tcPr>
                </a:tc>
                <a:tc hMerge="1">
                  <a:txBody>
                    <a:bodyPr/>
                    <a:lstStyle/>
                    <a:p>
                      <a:pPr marL="0" marR="0" indent="0" algn="l" defTabSz="457200" rtl="0" eaLnBrk="1" fontAlgn="auto" latinLnBrk="0" hangingPunct="1">
                        <a:lnSpc>
                          <a:spcPct val="100000"/>
                        </a:lnSpc>
                        <a:spcBef>
                          <a:spcPts val="0"/>
                        </a:spcBef>
                        <a:spcAft>
                          <a:spcPts val="0"/>
                        </a:spcAft>
                        <a:buClrTx/>
                        <a:buSzTx/>
                        <a:buFontTx/>
                        <a:buNone/>
                        <a:tabLst/>
                        <a:defRPr/>
                      </a:pPr>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0">
                <a:tc>
                  <a:txBody>
                    <a:bodyPr/>
                    <a:lstStyle>
                      <a:lvl1pPr marL="0" algn="l" defTabSz="914126" rtl="0" eaLnBrk="1" latinLnBrk="0" hangingPunct="1">
                        <a:defRPr sz="1799" b="1" kern="1200">
                          <a:solidFill>
                            <a:schemeClr val="lt1"/>
                          </a:solidFill>
                          <a:latin typeface="Arial"/>
                        </a:defRPr>
                      </a:lvl1pPr>
                      <a:lvl2pPr marL="457063" algn="l" defTabSz="914126" rtl="0" eaLnBrk="1" latinLnBrk="0" hangingPunct="1">
                        <a:defRPr sz="1799" b="1" kern="1200">
                          <a:solidFill>
                            <a:schemeClr val="lt1"/>
                          </a:solidFill>
                          <a:latin typeface="Arial"/>
                        </a:defRPr>
                      </a:lvl2pPr>
                      <a:lvl3pPr marL="914126" algn="l" defTabSz="914126" rtl="0" eaLnBrk="1" latinLnBrk="0" hangingPunct="1">
                        <a:defRPr sz="1799" b="1" kern="1200">
                          <a:solidFill>
                            <a:schemeClr val="lt1"/>
                          </a:solidFill>
                          <a:latin typeface="Arial"/>
                        </a:defRPr>
                      </a:lvl3pPr>
                      <a:lvl4pPr marL="1371189" algn="l" defTabSz="914126" rtl="0" eaLnBrk="1" latinLnBrk="0" hangingPunct="1">
                        <a:defRPr sz="1799" b="1" kern="1200">
                          <a:solidFill>
                            <a:schemeClr val="lt1"/>
                          </a:solidFill>
                          <a:latin typeface="Arial"/>
                        </a:defRPr>
                      </a:lvl4pPr>
                      <a:lvl5pPr marL="1828251" algn="l" defTabSz="914126" rtl="0" eaLnBrk="1" latinLnBrk="0" hangingPunct="1">
                        <a:defRPr sz="1799" b="1" kern="1200">
                          <a:solidFill>
                            <a:schemeClr val="lt1"/>
                          </a:solidFill>
                          <a:latin typeface="Arial"/>
                        </a:defRPr>
                      </a:lvl5pPr>
                      <a:lvl6pPr marL="2285314" algn="l" defTabSz="914126" rtl="0" eaLnBrk="1" latinLnBrk="0" hangingPunct="1">
                        <a:defRPr sz="1799" b="1" kern="1200">
                          <a:solidFill>
                            <a:schemeClr val="lt1"/>
                          </a:solidFill>
                          <a:latin typeface="Arial"/>
                        </a:defRPr>
                      </a:lvl6pPr>
                      <a:lvl7pPr marL="2742377" algn="l" defTabSz="914126" rtl="0" eaLnBrk="1" latinLnBrk="0" hangingPunct="1">
                        <a:defRPr sz="1799" b="1" kern="1200">
                          <a:solidFill>
                            <a:schemeClr val="lt1"/>
                          </a:solidFill>
                          <a:latin typeface="Arial"/>
                        </a:defRPr>
                      </a:lvl7pPr>
                      <a:lvl8pPr marL="3199440" algn="l" defTabSz="914126" rtl="0" eaLnBrk="1" latinLnBrk="0" hangingPunct="1">
                        <a:defRPr sz="1799" b="1" kern="1200">
                          <a:solidFill>
                            <a:schemeClr val="lt1"/>
                          </a:solidFill>
                          <a:latin typeface="Arial"/>
                        </a:defRPr>
                      </a:lvl8pPr>
                      <a:lvl9pPr marL="3656503" algn="l" defTabSz="914126" rtl="0" eaLnBrk="1" latinLnBrk="0" hangingPunct="1">
                        <a:defRPr sz="1799" b="1" kern="1200">
                          <a:solidFill>
                            <a:schemeClr val="lt1"/>
                          </a:solidFill>
                          <a:latin typeface="Arial"/>
                        </a:defRPr>
                      </a:lvl9pPr>
                    </a:lstStyle>
                    <a:p>
                      <a:r>
                        <a:rPr lang="en-US" sz="1200" dirty="0"/>
                        <a:t>Arithmetic	</a:t>
                      </a:r>
                    </a:p>
                  </a:txBody>
                  <a:tcPr marL="121888" marR="121888">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008CA8"/>
                    </a:solidFill>
                  </a:tcPr>
                </a:tc>
                <a:tc>
                  <a:txBody>
                    <a:bodyPr/>
                    <a:lstStyle>
                      <a:lvl1pPr marL="0" algn="l" defTabSz="914126" rtl="0" eaLnBrk="1" latinLnBrk="0" hangingPunct="1">
                        <a:defRPr sz="1799" kern="1200">
                          <a:solidFill>
                            <a:schemeClr val="dk1"/>
                          </a:solidFill>
                          <a:latin typeface="Arial"/>
                        </a:defRPr>
                      </a:lvl1pPr>
                      <a:lvl2pPr marL="457063" algn="l" defTabSz="914126" rtl="0" eaLnBrk="1" latinLnBrk="0" hangingPunct="1">
                        <a:defRPr sz="1799" kern="1200">
                          <a:solidFill>
                            <a:schemeClr val="dk1"/>
                          </a:solidFill>
                          <a:latin typeface="Arial"/>
                        </a:defRPr>
                      </a:lvl2pPr>
                      <a:lvl3pPr marL="914126" algn="l" defTabSz="914126" rtl="0" eaLnBrk="1" latinLnBrk="0" hangingPunct="1">
                        <a:defRPr sz="1799" kern="1200">
                          <a:solidFill>
                            <a:schemeClr val="dk1"/>
                          </a:solidFill>
                          <a:latin typeface="Arial"/>
                        </a:defRPr>
                      </a:lvl3pPr>
                      <a:lvl4pPr marL="1371189" algn="l" defTabSz="914126" rtl="0" eaLnBrk="1" latinLnBrk="0" hangingPunct="1">
                        <a:defRPr sz="1799" kern="1200">
                          <a:solidFill>
                            <a:schemeClr val="dk1"/>
                          </a:solidFill>
                          <a:latin typeface="Arial"/>
                        </a:defRPr>
                      </a:lvl4pPr>
                      <a:lvl5pPr marL="1828251" algn="l" defTabSz="914126" rtl="0" eaLnBrk="1" latinLnBrk="0" hangingPunct="1">
                        <a:defRPr sz="1799" kern="1200">
                          <a:solidFill>
                            <a:schemeClr val="dk1"/>
                          </a:solidFill>
                          <a:latin typeface="Arial"/>
                        </a:defRPr>
                      </a:lvl5pPr>
                      <a:lvl6pPr marL="2285314" algn="l" defTabSz="914126" rtl="0" eaLnBrk="1" latinLnBrk="0" hangingPunct="1">
                        <a:defRPr sz="1799" kern="1200">
                          <a:solidFill>
                            <a:schemeClr val="dk1"/>
                          </a:solidFill>
                          <a:latin typeface="Arial"/>
                        </a:defRPr>
                      </a:lvl6pPr>
                      <a:lvl7pPr marL="2742377" algn="l" defTabSz="914126" rtl="0" eaLnBrk="1" latinLnBrk="0" hangingPunct="1">
                        <a:defRPr sz="1799" kern="1200">
                          <a:solidFill>
                            <a:schemeClr val="dk1"/>
                          </a:solidFill>
                          <a:latin typeface="Arial"/>
                        </a:defRPr>
                      </a:lvl7pPr>
                      <a:lvl8pPr marL="3199440" algn="l" defTabSz="914126" rtl="0" eaLnBrk="1" latinLnBrk="0" hangingPunct="1">
                        <a:defRPr sz="1799" kern="1200">
                          <a:solidFill>
                            <a:schemeClr val="dk1"/>
                          </a:solidFill>
                          <a:latin typeface="Arial"/>
                        </a:defRPr>
                      </a:lvl8pPr>
                      <a:lvl9pPr marL="3656503" algn="l" defTabSz="914126" rtl="0" eaLnBrk="1" latinLnBrk="0" hangingPunct="1">
                        <a:defRPr sz="1799" kern="1200">
                          <a:solidFill>
                            <a:schemeClr val="dk1"/>
                          </a:solidFill>
                          <a:latin typeface="Arial"/>
                        </a:defRPr>
                      </a:lvl9p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200" dirty="0"/>
                        <a:t>+ - * / % ++ -- </a:t>
                      </a:r>
                    </a:p>
                  </a:txBody>
                  <a:tcPr marL="121888" marR="121888">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008CA8">
                        <a:tint val="20000"/>
                      </a:srgbClr>
                    </a:solidFill>
                  </a:tcPr>
                </a:tc>
                <a:extLst>
                  <a:ext uri="{0D108BD9-81ED-4DB2-BD59-A6C34878D82A}">
                    <a16:rowId xmlns:a16="http://schemas.microsoft.com/office/drawing/2014/main" val="10001"/>
                  </a:ext>
                </a:extLst>
              </a:tr>
              <a:tr h="117711">
                <a:tc>
                  <a:txBody>
                    <a:bodyPr/>
                    <a:lstStyle>
                      <a:lvl1pPr marL="0" algn="l" defTabSz="914126" rtl="0" eaLnBrk="1" latinLnBrk="0" hangingPunct="1">
                        <a:defRPr sz="1799" b="1" kern="1200">
                          <a:solidFill>
                            <a:schemeClr val="lt1"/>
                          </a:solidFill>
                          <a:latin typeface="Arial"/>
                        </a:defRPr>
                      </a:lvl1pPr>
                      <a:lvl2pPr marL="457063" algn="l" defTabSz="914126" rtl="0" eaLnBrk="1" latinLnBrk="0" hangingPunct="1">
                        <a:defRPr sz="1799" b="1" kern="1200">
                          <a:solidFill>
                            <a:schemeClr val="lt1"/>
                          </a:solidFill>
                          <a:latin typeface="Arial"/>
                        </a:defRPr>
                      </a:lvl2pPr>
                      <a:lvl3pPr marL="914126" algn="l" defTabSz="914126" rtl="0" eaLnBrk="1" latinLnBrk="0" hangingPunct="1">
                        <a:defRPr sz="1799" b="1" kern="1200">
                          <a:solidFill>
                            <a:schemeClr val="lt1"/>
                          </a:solidFill>
                          <a:latin typeface="Arial"/>
                        </a:defRPr>
                      </a:lvl3pPr>
                      <a:lvl4pPr marL="1371189" algn="l" defTabSz="914126" rtl="0" eaLnBrk="1" latinLnBrk="0" hangingPunct="1">
                        <a:defRPr sz="1799" b="1" kern="1200">
                          <a:solidFill>
                            <a:schemeClr val="lt1"/>
                          </a:solidFill>
                          <a:latin typeface="Arial"/>
                        </a:defRPr>
                      </a:lvl4pPr>
                      <a:lvl5pPr marL="1828251" algn="l" defTabSz="914126" rtl="0" eaLnBrk="1" latinLnBrk="0" hangingPunct="1">
                        <a:defRPr sz="1799" b="1" kern="1200">
                          <a:solidFill>
                            <a:schemeClr val="lt1"/>
                          </a:solidFill>
                          <a:latin typeface="Arial"/>
                        </a:defRPr>
                      </a:lvl5pPr>
                      <a:lvl6pPr marL="2285314" algn="l" defTabSz="914126" rtl="0" eaLnBrk="1" latinLnBrk="0" hangingPunct="1">
                        <a:defRPr sz="1799" b="1" kern="1200">
                          <a:solidFill>
                            <a:schemeClr val="lt1"/>
                          </a:solidFill>
                          <a:latin typeface="Arial"/>
                        </a:defRPr>
                      </a:lvl6pPr>
                      <a:lvl7pPr marL="2742377" algn="l" defTabSz="914126" rtl="0" eaLnBrk="1" latinLnBrk="0" hangingPunct="1">
                        <a:defRPr sz="1799" b="1" kern="1200">
                          <a:solidFill>
                            <a:schemeClr val="lt1"/>
                          </a:solidFill>
                          <a:latin typeface="Arial"/>
                        </a:defRPr>
                      </a:lvl7pPr>
                      <a:lvl8pPr marL="3199440" algn="l" defTabSz="914126" rtl="0" eaLnBrk="1" latinLnBrk="0" hangingPunct="1">
                        <a:defRPr sz="1799" b="1" kern="1200">
                          <a:solidFill>
                            <a:schemeClr val="lt1"/>
                          </a:solidFill>
                          <a:latin typeface="Arial"/>
                        </a:defRPr>
                      </a:lvl8pPr>
                      <a:lvl9pPr marL="3656503" algn="l" defTabSz="914126" rtl="0" eaLnBrk="1" latinLnBrk="0" hangingPunct="1">
                        <a:defRPr sz="1799" b="1" kern="1200">
                          <a:solidFill>
                            <a:schemeClr val="lt1"/>
                          </a:solidFill>
                          <a:latin typeface="Arial"/>
                        </a:defRPr>
                      </a:lvl9pPr>
                    </a:lstStyle>
                    <a:p>
                      <a:r>
                        <a:rPr lang="en-US" sz="1200" dirty="0"/>
                        <a:t>Logical</a:t>
                      </a:r>
                    </a:p>
                  </a:txBody>
                  <a:tcPr marL="121888" marR="121888">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008CA8"/>
                    </a:solidFill>
                  </a:tcPr>
                </a:tc>
                <a:tc>
                  <a:txBody>
                    <a:bodyPr/>
                    <a:lstStyle>
                      <a:lvl1pPr marL="0" algn="l" defTabSz="914126" rtl="0" eaLnBrk="1" latinLnBrk="0" hangingPunct="1">
                        <a:defRPr sz="1799" kern="1200">
                          <a:solidFill>
                            <a:schemeClr val="dk1"/>
                          </a:solidFill>
                          <a:latin typeface="Arial"/>
                        </a:defRPr>
                      </a:lvl1pPr>
                      <a:lvl2pPr marL="457063" algn="l" defTabSz="914126" rtl="0" eaLnBrk="1" latinLnBrk="0" hangingPunct="1">
                        <a:defRPr sz="1799" kern="1200">
                          <a:solidFill>
                            <a:schemeClr val="dk1"/>
                          </a:solidFill>
                          <a:latin typeface="Arial"/>
                        </a:defRPr>
                      </a:lvl2pPr>
                      <a:lvl3pPr marL="914126" algn="l" defTabSz="914126" rtl="0" eaLnBrk="1" latinLnBrk="0" hangingPunct="1">
                        <a:defRPr sz="1799" kern="1200">
                          <a:solidFill>
                            <a:schemeClr val="dk1"/>
                          </a:solidFill>
                          <a:latin typeface="Arial"/>
                        </a:defRPr>
                      </a:lvl3pPr>
                      <a:lvl4pPr marL="1371189" algn="l" defTabSz="914126" rtl="0" eaLnBrk="1" latinLnBrk="0" hangingPunct="1">
                        <a:defRPr sz="1799" kern="1200">
                          <a:solidFill>
                            <a:schemeClr val="dk1"/>
                          </a:solidFill>
                          <a:latin typeface="Arial"/>
                        </a:defRPr>
                      </a:lvl4pPr>
                      <a:lvl5pPr marL="1828251" algn="l" defTabSz="914126" rtl="0" eaLnBrk="1" latinLnBrk="0" hangingPunct="1">
                        <a:defRPr sz="1799" kern="1200">
                          <a:solidFill>
                            <a:schemeClr val="dk1"/>
                          </a:solidFill>
                          <a:latin typeface="Arial"/>
                        </a:defRPr>
                      </a:lvl5pPr>
                      <a:lvl6pPr marL="2285314" algn="l" defTabSz="914126" rtl="0" eaLnBrk="1" latinLnBrk="0" hangingPunct="1">
                        <a:defRPr sz="1799" kern="1200">
                          <a:solidFill>
                            <a:schemeClr val="dk1"/>
                          </a:solidFill>
                          <a:latin typeface="Arial"/>
                        </a:defRPr>
                      </a:lvl6pPr>
                      <a:lvl7pPr marL="2742377" algn="l" defTabSz="914126" rtl="0" eaLnBrk="1" latinLnBrk="0" hangingPunct="1">
                        <a:defRPr sz="1799" kern="1200">
                          <a:solidFill>
                            <a:schemeClr val="dk1"/>
                          </a:solidFill>
                          <a:latin typeface="Arial"/>
                        </a:defRPr>
                      </a:lvl7pPr>
                      <a:lvl8pPr marL="3199440" algn="l" defTabSz="914126" rtl="0" eaLnBrk="1" latinLnBrk="0" hangingPunct="1">
                        <a:defRPr sz="1799" kern="1200">
                          <a:solidFill>
                            <a:schemeClr val="dk1"/>
                          </a:solidFill>
                          <a:latin typeface="Arial"/>
                        </a:defRPr>
                      </a:lvl8pPr>
                      <a:lvl9pPr marL="3656503" algn="l" defTabSz="914126" rtl="0" eaLnBrk="1" latinLnBrk="0" hangingPunct="1">
                        <a:defRPr sz="1799" kern="1200">
                          <a:solidFill>
                            <a:schemeClr val="dk1"/>
                          </a:solidFill>
                          <a:latin typeface="Arial"/>
                        </a:defRPr>
                      </a:lvl9pPr>
                    </a:lstStyle>
                    <a:p>
                      <a:r>
                        <a:rPr lang="en-US" sz="1200" dirty="0"/>
                        <a:t>~ !</a:t>
                      </a:r>
                    </a:p>
                  </a:txBody>
                  <a:tcPr marL="121888" marR="121888">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008CA8">
                        <a:tint val="40000"/>
                      </a:srgbClr>
                    </a:solidFill>
                  </a:tcPr>
                </a:tc>
                <a:extLst>
                  <a:ext uri="{0D108BD9-81ED-4DB2-BD59-A6C34878D82A}">
                    <a16:rowId xmlns:a16="http://schemas.microsoft.com/office/drawing/2014/main" val="10002"/>
                  </a:ext>
                </a:extLst>
              </a:tr>
              <a:tr h="117711">
                <a:tc>
                  <a:txBody>
                    <a:bodyPr/>
                    <a:lstStyle>
                      <a:lvl1pPr marL="0" algn="l" defTabSz="914126" rtl="0" eaLnBrk="1" latinLnBrk="0" hangingPunct="1">
                        <a:defRPr sz="1799" b="1" kern="1200">
                          <a:solidFill>
                            <a:schemeClr val="lt1"/>
                          </a:solidFill>
                          <a:latin typeface="Arial"/>
                        </a:defRPr>
                      </a:lvl1pPr>
                      <a:lvl2pPr marL="457063" algn="l" defTabSz="914126" rtl="0" eaLnBrk="1" latinLnBrk="0" hangingPunct="1">
                        <a:defRPr sz="1799" b="1" kern="1200">
                          <a:solidFill>
                            <a:schemeClr val="lt1"/>
                          </a:solidFill>
                          <a:latin typeface="Arial"/>
                        </a:defRPr>
                      </a:lvl2pPr>
                      <a:lvl3pPr marL="914126" algn="l" defTabSz="914126" rtl="0" eaLnBrk="1" latinLnBrk="0" hangingPunct="1">
                        <a:defRPr sz="1799" b="1" kern="1200">
                          <a:solidFill>
                            <a:schemeClr val="lt1"/>
                          </a:solidFill>
                          <a:latin typeface="Arial"/>
                        </a:defRPr>
                      </a:lvl3pPr>
                      <a:lvl4pPr marL="1371189" algn="l" defTabSz="914126" rtl="0" eaLnBrk="1" latinLnBrk="0" hangingPunct="1">
                        <a:defRPr sz="1799" b="1" kern="1200">
                          <a:solidFill>
                            <a:schemeClr val="lt1"/>
                          </a:solidFill>
                          <a:latin typeface="Arial"/>
                        </a:defRPr>
                      </a:lvl4pPr>
                      <a:lvl5pPr marL="1828251" algn="l" defTabSz="914126" rtl="0" eaLnBrk="1" latinLnBrk="0" hangingPunct="1">
                        <a:defRPr sz="1799" b="1" kern="1200">
                          <a:solidFill>
                            <a:schemeClr val="lt1"/>
                          </a:solidFill>
                          <a:latin typeface="Arial"/>
                        </a:defRPr>
                      </a:lvl5pPr>
                      <a:lvl6pPr marL="2285314" algn="l" defTabSz="914126" rtl="0" eaLnBrk="1" latinLnBrk="0" hangingPunct="1">
                        <a:defRPr sz="1799" b="1" kern="1200">
                          <a:solidFill>
                            <a:schemeClr val="lt1"/>
                          </a:solidFill>
                          <a:latin typeface="Arial"/>
                        </a:defRPr>
                      </a:lvl6pPr>
                      <a:lvl7pPr marL="2742377" algn="l" defTabSz="914126" rtl="0" eaLnBrk="1" latinLnBrk="0" hangingPunct="1">
                        <a:defRPr sz="1799" b="1" kern="1200">
                          <a:solidFill>
                            <a:schemeClr val="lt1"/>
                          </a:solidFill>
                          <a:latin typeface="Arial"/>
                        </a:defRPr>
                      </a:lvl7pPr>
                      <a:lvl8pPr marL="3199440" algn="l" defTabSz="914126" rtl="0" eaLnBrk="1" latinLnBrk="0" hangingPunct="1">
                        <a:defRPr sz="1799" b="1" kern="1200">
                          <a:solidFill>
                            <a:schemeClr val="lt1"/>
                          </a:solidFill>
                          <a:latin typeface="Arial"/>
                        </a:defRPr>
                      </a:lvl8pPr>
                      <a:lvl9pPr marL="3656503" algn="l" defTabSz="914126" rtl="0" eaLnBrk="1" latinLnBrk="0" hangingPunct="1">
                        <a:defRPr sz="1799" b="1" kern="1200">
                          <a:solidFill>
                            <a:schemeClr val="lt1"/>
                          </a:solidFill>
                          <a:latin typeface="Arial"/>
                        </a:defRPr>
                      </a:lvl9pPr>
                    </a:lstStyle>
                    <a:p>
                      <a:r>
                        <a:rPr lang="en-US" sz="1200" dirty="0"/>
                        <a:t>Bitwise</a:t>
                      </a:r>
                    </a:p>
                  </a:txBody>
                  <a:tcPr marL="121888" marR="121888">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008CA8"/>
                    </a:solidFill>
                  </a:tcPr>
                </a:tc>
                <a:tc>
                  <a:txBody>
                    <a:bodyPr/>
                    <a:lstStyle>
                      <a:lvl1pPr marL="0" algn="l" defTabSz="914126" rtl="0" eaLnBrk="1" latinLnBrk="0" hangingPunct="1">
                        <a:defRPr sz="1799" kern="1200">
                          <a:solidFill>
                            <a:schemeClr val="dk1"/>
                          </a:solidFill>
                          <a:latin typeface="Arial"/>
                        </a:defRPr>
                      </a:lvl1pPr>
                      <a:lvl2pPr marL="457063" algn="l" defTabSz="914126" rtl="0" eaLnBrk="1" latinLnBrk="0" hangingPunct="1">
                        <a:defRPr sz="1799" kern="1200">
                          <a:solidFill>
                            <a:schemeClr val="dk1"/>
                          </a:solidFill>
                          <a:latin typeface="Arial"/>
                        </a:defRPr>
                      </a:lvl2pPr>
                      <a:lvl3pPr marL="914126" algn="l" defTabSz="914126" rtl="0" eaLnBrk="1" latinLnBrk="0" hangingPunct="1">
                        <a:defRPr sz="1799" kern="1200">
                          <a:solidFill>
                            <a:schemeClr val="dk1"/>
                          </a:solidFill>
                          <a:latin typeface="Arial"/>
                        </a:defRPr>
                      </a:lvl3pPr>
                      <a:lvl4pPr marL="1371189" algn="l" defTabSz="914126" rtl="0" eaLnBrk="1" latinLnBrk="0" hangingPunct="1">
                        <a:defRPr sz="1799" kern="1200">
                          <a:solidFill>
                            <a:schemeClr val="dk1"/>
                          </a:solidFill>
                          <a:latin typeface="Arial"/>
                        </a:defRPr>
                      </a:lvl4pPr>
                      <a:lvl5pPr marL="1828251" algn="l" defTabSz="914126" rtl="0" eaLnBrk="1" latinLnBrk="0" hangingPunct="1">
                        <a:defRPr sz="1799" kern="1200">
                          <a:solidFill>
                            <a:schemeClr val="dk1"/>
                          </a:solidFill>
                          <a:latin typeface="Arial"/>
                        </a:defRPr>
                      </a:lvl5pPr>
                      <a:lvl6pPr marL="2285314" algn="l" defTabSz="914126" rtl="0" eaLnBrk="1" latinLnBrk="0" hangingPunct="1">
                        <a:defRPr sz="1799" kern="1200">
                          <a:solidFill>
                            <a:schemeClr val="dk1"/>
                          </a:solidFill>
                          <a:latin typeface="Arial"/>
                        </a:defRPr>
                      </a:lvl6pPr>
                      <a:lvl7pPr marL="2742377" algn="l" defTabSz="914126" rtl="0" eaLnBrk="1" latinLnBrk="0" hangingPunct="1">
                        <a:defRPr sz="1799" kern="1200">
                          <a:solidFill>
                            <a:schemeClr val="dk1"/>
                          </a:solidFill>
                          <a:latin typeface="Arial"/>
                        </a:defRPr>
                      </a:lvl7pPr>
                      <a:lvl8pPr marL="3199440" algn="l" defTabSz="914126" rtl="0" eaLnBrk="1" latinLnBrk="0" hangingPunct="1">
                        <a:defRPr sz="1799" kern="1200">
                          <a:solidFill>
                            <a:schemeClr val="dk1"/>
                          </a:solidFill>
                          <a:latin typeface="Arial"/>
                        </a:defRPr>
                      </a:lvl8pPr>
                      <a:lvl9pPr marL="3656503" algn="l" defTabSz="914126" rtl="0" eaLnBrk="1" latinLnBrk="0" hangingPunct="1">
                        <a:defRPr sz="1799" kern="1200">
                          <a:solidFill>
                            <a:schemeClr val="dk1"/>
                          </a:solidFill>
                          <a:latin typeface="Arial"/>
                        </a:defRPr>
                      </a:lvl9p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200" dirty="0"/>
                        <a:t>&amp; | ^</a:t>
                      </a:r>
                    </a:p>
                  </a:txBody>
                  <a:tcPr marL="121888" marR="121888">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008CA8">
                        <a:tint val="20000"/>
                      </a:srgbClr>
                    </a:solidFill>
                  </a:tcPr>
                </a:tc>
                <a:extLst>
                  <a:ext uri="{0D108BD9-81ED-4DB2-BD59-A6C34878D82A}">
                    <a16:rowId xmlns:a16="http://schemas.microsoft.com/office/drawing/2014/main" val="10003"/>
                  </a:ext>
                </a:extLst>
              </a:tr>
              <a:tr h="117711">
                <a:tc>
                  <a:txBody>
                    <a:bodyPr/>
                    <a:lstStyle>
                      <a:lvl1pPr marL="0" algn="l" defTabSz="914126" rtl="0" eaLnBrk="1" latinLnBrk="0" hangingPunct="1">
                        <a:defRPr sz="1799" b="1" kern="1200">
                          <a:solidFill>
                            <a:schemeClr val="lt1"/>
                          </a:solidFill>
                          <a:latin typeface="Arial"/>
                        </a:defRPr>
                      </a:lvl1pPr>
                      <a:lvl2pPr marL="457063" algn="l" defTabSz="914126" rtl="0" eaLnBrk="1" latinLnBrk="0" hangingPunct="1">
                        <a:defRPr sz="1799" b="1" kern="1200">
                          <a:solidFill>
                            <a:schemeClr val="lt1"/>
                          </a:solidFill>
                          <a:latin typeface="Arial"/>
                        </a:defRPr>
                      </a:lvl2pPr>
                      <a:lvl3pPr marL="914126" algn="l" defTabSz="914126" rtl="0" eaLnBrk="1" latinLnBrk="0" hangingPunct="1">
                        <a:defRPr sz="1799" b="1" kern="1200">
                          <a:solidFill>
                            <a:schemeClr val="lt1"/>
                          </a:solidFill>
                          <a:latin typeface="Arial"/>
                        </a:defRPr>
                      </a:lvl3pPr>
                      <a:lvl4pPr marL="1371189" algn="l" defTabSz="914126" rtl="0" eaLnBrk="1" latinLnBrk="0" hangingPunct="1">
                        <a:defRPr sz="1799" b="1" kern="1200">
                          <a:solidFill>
                            <a:schemeClr val="lt1"/>
                          </a:solidFill>
                          <a:latin typeface="Arial"/>
                        </a:defRPr>
                      </a:lvl4pPr>
                      <a:lvl5pPr marL="1828251" algn="l" defTabSz="914126" rtl="0" eaLnBrk="1" latinLnBrk="0" hangingPunct="1">
                        <a:defRPr sz="1799" b="1" kern="1200">
                          <a:solidFill>
                            <a:schemeClr val="lt1"/>
                          </a:solidFill>
                          <a:latin typeface="Arial"/>
                        </a:defRPr>
                      </a:lvl5pPr>
                      <a:lvl6pPr marL="2285314" algn="l" defTabSz="914126" rtl="0" eaLnBrk="1" latinLnBrk="0" hangingPunct="1">
                        <a:defRPr sz="1799" b="1" kern="1200">
                          <a:solidFill>
                            <a:schemeClr val="lt1"/>
                          </a:solidFill>
                          <a:latin typeface="Arial"/>
                        </a:defRPr>
                      </a:lvl6pPr>
                      <a:lvl7pPr marL="2742377" algn="l" defTabSz="914126" rtl="0" eaLnBrk="1" latinLnBrk="0" hangingPunct="1">
                        <a:defRPr sz="1799" b="1" kern="1200">
                          <a:solidFill>
                            <a:schemeClr val="lt1"/>
                          </a:solidFill>
                          <a:latin typeface="Arial"/>
                        </a:defRPr>
                      </a:lvl7pPr>
                      <a:lvl8pPr marL="3199440" algn="l" defTabSz="914126" rtl="0" eaLnBrk="1" latinLnBrk="0" hangingPunct="1">
                        <a:defRPr sz="1799" b="1" kern="1200">
                          <a:solidFill>
                            <a:schemeClr val="lt1"/>
                          </a:solidFill>
                          <a:latin typeface="Arial"/>
                        </a:defRPr>
                      </a:lvl8pPr>
                      <a:lvl9pPr marL="3656503" algn="l" defTabSz="914126" rtl="0" eaLnBrk="1" latinLnBrk="0" hangingPunct="1">
                        <a:defRPr sz="1799" b="1" kern="1200">
                          <a:solidFill>
                            <a:schemeClr val="lt1"/>
                          </a:solidFill>
                          <a:latin typeface="Arial"/>
                        </a:defRPr>
                      </a:lvl9pPr>
                    </a:lstStyle>
                    <a:p>
                      <a:r>
                        <a:rPr lang="en-US" sz="1200" dirty="0"/>
                        <a:t>Relational</a:t>
                      </a:r>
                    </a:p>
                  </a:txBody>
                  <a:tcPr marL="121888" marR="121888">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008CA8"/>
                    </a:solidFill>
                  </a:tcPr>
                </a:tc>
                <a:tc>
                  <a:txBody>
                    <a:bodyPr/>
                    <a:lstStyle>
                      <a:lvl1pPr marL="0" algn="l" defTabSz="914126" rtl="0" eaLnBrk="1" latinLnBrk="0" hangingPunct="1">
                        <a:defRPr sz="1799" kern="1200">
                          <a:solidFill>
                            <a:schemeClr val="dk1"/>
                          </a:solidFill>
                          <a:latin typeface="Arial"/>
                        </a:defRPr>
                      </a:lvl1pPr>
                      <a:lvl2pPr marL="457063" algn="l" defTabSz="914126" rtl="0" eaLnBrk="1" latinLnBrk="0" hangingPunct="1">
                        <a:defRPr sz="1799" kern="1200">
                          <a:solidFill>
                            <a:schemeClr val="dk1"/>
                          </a:solidFill>
                          <a:latin typeface="Arial"/>
                        </a:defRPr>
                      </a:lvl2pPr>
                      <a:lvl3pPr marL="914126" algn="l" defTabSz="914126" rtl="0" eaLnBrk="1" latinLnBrk="0" hangingPunct="1">
                        <a:defRPr sz="1799" kern="1200">
                          <a:solidFill>
                            <a:schemeClr val="dk1"/>
                          </a:solidFill>
                          <a:latin typeface="Arial"/>
                        </a:defRPr>
                      </a:lvl3pPr>
                      <a:lvl4pPr marL="1371189" algn="l" defTabSz="914126" rtl="0" eaLnBrk="1" latinLnBrk="0" hangingPunct="1">
                        <a:defRPr sz="1799" kern="1200">
                          <a:solidFill>
                            <a:schemeClr val="dk1"/>
                          </a:solidFill>
                          <a:latin typeface="Arial"/>
                        </a:defRPr>
                      </a:lvl4pPr>
                      <a:lvl5pPr marL="1828251" algn="l" defTabSz="914126" rtl="0" eaLnBrk="1" latinLnBrk="0" hangingPunct="1">
                        <a:defRPr sz="1799" kern="1200">
                          <a:solidFill>
                            <a:schemeClr val="dk1"/>
                          </a:solidFill>
                          <a:latin typeface="Arial"/>
                        </a:defRPr>
                      </a:lvl5pPr>
                      <a:lvl6pPr marL="2285314" algn="l" defTabSz="914126" rtl="0" eaLnBrk="1" latinLnBrk="0" hangingPunct="1">
                        <a:defRPr sz="1799" kern="1200">
                          <a:solidFill>
                            <a:schemeClr val="dk1"/>
                          </a:solidFill>
                          <a:latin typeface="Arial"/>
                        </a:defRPr>
                      </a:lvl6pPr>
                      <a:lvl7pPr marL="2742377" algn="l" defTabSz="914126" rtl="0" eaLnBrk="1" latinLnBrk="0" hangingPunct="1">
                        <a:defRPr sz="1799" kern="1200">
                          <a:solidFill>
                            <a:schemeClr val="dk1"/>
                          </a:solidFill>
                          <a:latin typeface="Arial"/>
                        </a:defRPr>
                      </a:lvl7pPr>
                      <a:lvl8pPr marL="3199440" algn="l" defTabSz="914126" rtl="0" eaLnBrk="1" latinLnBrk="0" hangingPunct="1">
                        <a:defRPr sz="1799" kern="1200">
                          <a:solidFill>
                            <a:schemeClr val="dk1"/>
                          </a:solidFill>
                          <a:latin typeface="Arial"/>
                        </a:defRPr>
                      </a:lvl8pPr>
                      <a:lvl9pPr marL="3656503" algn="l" defTabSz="914126" rtl="0" eaLnBrk="1" latinLnBrk="0" hangingPunct="1">
                        <a:defRPr sz="1799" kern="1200">
                          <a:solidFill>
                            <a:schemeClr val="dk1"/>
                          </a:solidFill>
                          <a:latin typeface="Arial"/>
                        </a:defRPr>
                      </a:lvl9pPr>
                    </a:lstStyle>
                    <a:p>
                      <a:r>
                        <a:rPr lang="en-US" sz="1200" baseline="0" dirty="0"/>
                        <a:t>&gt;  &lt; &lt;= &gt;= == != </a:t>
                      </a:r>
                      <a:endParaRPr lang="en-US" sz="1200" dirty="0"/>
                    </a:p>
                  </a:txBody>
                  <a:tcPr marL="121888" marR="121888">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008CA8">
                        <a:tint val="40000"/>
                      </a:srgbClr>
                    </a:solidFill>
                  </a:tcPr>
                </a:tc>
                <a:extLst>
                  <a:ext uri="{0D108BD9-81ED-4DB2-BD59-A6C34878D82A}">
                    <a16:rowId xmlns:a16="http://schemas.microsoft.com/office/drawing/2014/main" val="10004"/>
                  </a:ext>
                </a:extLst>
              </a:tr>
              <a:tr h="0">
                <a:tc>
                  <a:txBody>
                    <a:bodyPr/>
                    <a:lstStyle>
                      <a:lvl1pPr marL="0" algn="l" defTabSz="914126" rtl="0" eaLnBrk="1" latinLnBrk="0" hangingPunct="1">
                        <a:defRPr sz="1799" b="1" kern="1200">
                          <a:solidFill>
                            <a:schemeClr val="lt1"/>
                          </a:solidFill>
                          <a:latin typeface="Arial"/>
                        </a:defRPr>
                      </a:lvl1pPr>
                      <a:lvl2pPr marL="457063" algn="l" defTabSz="914126" rtl="0" eaLnBrk="1" latinLnBrk="0" hangingPunct="1">
                        <a:defRPr sz="1799" b="1" kern="1200">
                          <a:solidFill>
                            <a:schemeClr val="lt1"/>
                          </a:solidFill>
                          <a:latin typeface="Arial"/>
                        </a:defRPr>
                      </a:lvl2pPr>
                      <a:lvl3pPr marL="914126" algn="l" defTabSz="914126" rtl="0" eaLnBrk="1" latinLnBrk="0" hangingPunct="1">
                        <a:defRPr sz="1799" b="1" kern="1200">
                          <a:solidFill>
                            <a:schemeClr val="lt1"/>
                          </a:solidFill>
                          <a:latin typeface="Arial"/>
                        </a:defRPr>
                      </a:lvl3pPr>
                      <a:lvl4pPr marL="1371189" algn="l" defTabSz="914126" rtl="0" eaLnBrk="1" latinLnBrk="0" hangingPunct="1">
                        <a:defRPr sz="1799" b="1" kern="1200">
                          <a:solidFill>
                            <a:schemeClr val="lt1"/>
                          </a:solidFill>
                          <a:latin typeface="Arial"/>
                        </a:defRPr>
                      </a:lvl4pPr>
                      <a:lvl5pPr marL="1828251" algn="l" defTabSz="914126" rtl="0" eaLnBrk="1" latinLnBrk="0" hangingPunct="1">
                        <a:defRPr sz="1799" b="1" kern="1200">
                          <a:solidFill>
                            <a:schemeClr val="lt1"/>
                          </a:solidFill>
                          <a:latin typeface="Arial"/>
                        </a:defRPr>
                      </a:lvl5pPr>
                      <a:lvl6pPr marL="2285314" algn="l" defTabSz="914126" rtl="0" eaLnBrk="1" latinLnBrk="0" hangingPunct="1">
                        <a:defRPr sz="1799" b="1" kern="1200">
                          <a:solidFill>
                            <a:schemeClr val="lt1"/>
                          </a:solidFill>
                          <a:latin typeface="Arial"/>
                        </a:defRPr>
                      </a:lvl6pPr>
                      <a:lvl7pPr marL="2742377" algn="l" defTabSz="914126" rtl="0" eaLnBrk="1" latinLnBrk="0" hangingPunct="1">
                        <a:defRPr sz="1799" b="1" kern="1200">
                          <a:solidFill>
                            <a:schemeClr val="lt1"/>
                          </a:solidFill>
                          <a:latin typeface="Arial"/>
                        </a:defRPr>
                      </a:lvl7pPr>
                      <a:lvl8pPr marL="3199440" algn="l" defTabSz="914126" rtl="0" eaLnBrk="1" latinLnBrk="0" hangingPunct="1">
                        <a:defRPr sz="1799" b="1" kern="1200">
                          <a:solidFill>
                            <a:schemeClr val="lt1"/>
                          </a:solidFill>
                          <a:latin typeface="Arial"/>
                        </a:defRPr>
                      </a:lvl8pPr>
                      <a:lvl9pPr marL="3656503" algn="l" defTabSz="914126" rtl="0" eaLnBrk="1" latinLnBrk="0" hangingPunct="1">
                        <a:defRPr sz="1799" b="1" kern="1200">
                          <a:solidFill>
                            <a:schemeClr val="lt1"/>
                          </a:solidFill>
                          <a:latin typeface="Arial"/>
                        </a:defRPr>
                      </a:lvl9pPr>
                    </a:lstStyle>
                    <a:p>
                      <a:r>
                        <a:rPr lang="en-US" sz="1200" b="1" dirty="0"/>
                        <a:t>Assignment</a:t>
                      </a:r>
                    </a:p>
                  </a:txBody>
                  <a:tcPr marL="121888" marR="121888">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008CA8"/>
                    </a:solidFill>
                  </a:tcPr>
                </a:tc>
                <a:tc>
                  <a:txBody>
                    <a:bodyPr/>
                    <a:lstStyle>
                      <a:lvl1pPr marL="0" algn="l" defTabSz="914126" rtl="0" eaLnBrk="1" latinLnBrk="0" hangingPunct="1">
                        <a:defRPr sz="1799" kern="1200">
                          <a:solidFill>
                            <a:schemeClr val="dk1"/>
                          </a:solidFill>
                          <a:latin typeface="Arial"/>
                        </a:defRPr>
                      </a:lvl1pPr>
                      <a:lvl2pPr marL="457063" algn="l" defTabSz="914126" rtl="0" eaLnBrk="1" latinLnBrk="0" hangingPunct="1">
                        <a:defRPr sz="1799" kern="1200">
                          <a:solidFill>
                            <a:schemeClr val="dk1"/>
                          </a:solidFill>
                          <a:latin typeface="Arial"/>
                        </a:defRPr>
                      </a:lvl2pPr>
                      <a:lvl3pPr marL="914126" algn="l" defTabSz="914126" rtl="0" eaLnBrk="1" latinLnBrk="0" hangingPunct="1">
                        <a:defRPr sz="1799" kern="1200">
                          <a:solidFill>
                            <a:schemeClr val="dk1"/>
                          </a:solidFill>
                          <a:latin typeface="Arial"/>
                        </a:defRPr>
                      </a:lvl3pPr>
                      <a:lvl4pPr marL="1371189" algn="l" defTabSz="914126" rtl="0" eaLnBrk="1" latinLnBrk="0" hangingPunct="1">
                        <a:defRPr sz="1799" kern="1200">
                          <a:solidFill>
                            <a:schemeClr val="dk1"/>
                          </a:solidFill>
                          <a:latin typeface="Arial"/>
                        </a:defRPr>
                      </a:lvl4pPr>
                      <a:lvl5pPr marL="1828251" algn="l" defTabSz="914126" rtl="0" eaLnBrk="1" latinLnBrk="0" hangingPunct="1">
                        <a:defRPr sz="1799" kern="1200">
                          <a:solidFill>
                            <a:schemeClr val="dk1"/>
                          </a:solidFill>
                          <a:latin typeface="Arial"/>
                        </a:defRPr>
                      </a:lvl5pPr>
                      <a:lvl6pPr marL="2285314" algn="l" defTabSz="914126" rtl="0" eaLnBrk="1" latinLnBrk="0" hangingPunct="1">
                        <a:defRPr sz="1799" kern="1200">
                          <a:solidFill>
                            <a:schemeClr val="dk1"/>
                          </a:solidFill>
                          <a:latin typeface="Arial"/>
                        </a:defRPr>
                      </a:lvl6pPr>
                      <a:lvl7pPr marL="2742377" algn="l" defTabSz="914126" rtl="0" eaLnBrk="1" latinLnBrk="0" hangingPunct="1">
                        <a:defRPr sz="1799" kern="1200">
                          <a:solidFill>
                            <a:schemeClr val="dk1"/>
                          </a:solidFill>
                          <a:latin typeface="Arial"/>
                        </a:defRPr>
                      </a:lvl7pPr>
                      <a:lvl8pPr marL="3199440" algn="l" defTabSz="914126" rtl="0" eaLnBrk="1" latinLnBrk="0" hangingPunct="1">
                        <a:defRPr sz="1799" kern="1200">
                          <a:solidFill>
                            <a:schemeClr val="dk1"/>
                          </a:solidFill>
                          <a:latin typeface="Arial"/>
                        </a:defRPr>
                      </a:lvl8pPr>
                      <a:lvl9pPr marL="3656503" algn="l" defTabSz="914126" rtl="0" eaLnBrk="1" latinLnBrk="0" hangingPunct="1">
                        <a:defRPr sz="1799" kern="1200">
                          <a:solidFill>
                            <a:schemeClr val="dk1"/>
                          </a:solidFill>
                          <a:latin typeface="Arial"/>
                        </a:defRPr>
                      </a:lvl9p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200" b="0" kern="1200" dirty="0">
                          <a:solidFill>
                            <a:schemeClr val="dk1"/>
                          </a:solidFill>
                          <a:latin typeface="+mn-lt"/>
                          <a:ea typeface="+mn-ea"/>
                          <a:cs typeface="+mn-cs"/>
                        </a:rPr>
                        <a:t>*=	/=	%=	+=	-=	</a:t>
                      </a:r>
                    </a:p>
                    <a:p>
                      <a:pPr marL="0" marR="0" indent="0" algn="l" defTabSz="457200" rtl="0" eaLnBrk="1" fontAlgn="auto" latinLnBrk="0" hangingPunct="1">
                        <a:lnSpc>
                          <a:spcPct val="100000"/>
                        </a:lnSpc>
                        <a:spcBef>
                          <a:spcPts val="0"/>
                        </a:spcBef>
                        <a:spcAft>
                          <a:spcPts val="0"/>
                        </a:spcAft>
                        <a:buClrTx/>
                        <a:buSzTx/>
                        <a:buFontTx/>
                        <a:buNone/>
                        <a:tabLst/>
                        <a:defRPr/>
                      </a:pPr>
                      <a:r>
                        <a:rPr lang="en-US" sz="1200" b="0" kern="1200" dirty="0">
                          <a:solidFill>
                            <a:schemeClr val="dk1"/>
                          </a:solidFill>
                          <a:latin typeface="+mn-lt"/>
                          <a:ea typeface="+mn-ea"/>
                          <a:cs typeface="+mn-cs"/>
                        </a:rPr>
                        <a:t>&lt;&lt;=</a:t>
                      </a:r>
                      <a:r>
                        <a:rPr lang="en-US" sz="1200" b="0" kern="1200" baseline="0" dirty="0">
                          <a:solidFill>
                            <a:schemeClr val="dk1"/>
                          </a:solidFill>
                          <a:latin typeface="+mn-lt"/>
                          <a:ea typeface="+mn-ea"/>
                          <a:cs typeface="+mn-cs"/>
                        </a:rPr>
                        <a:t> </a:t>
                      </a:r>
                      <a:r>
                        <a:rPr lang="en-US" sz="1200" b="0" kern="1200" dirty="0">
                          <a:solidFill>
                            <a:schemeClr val="dk1"/>
                          </a:solidFill>
                          <a:latin typeface="+mn-lt"/>
                          <a:ea typeface="+mn-ea"/>
                          <a:cs typeface="+mn-cs"/>
                        </a:rPr>
                        <a:t>&gt;&gt;=	&amp;=	^=	|=</a:t>
                      </a:r>
                    </a:p>
                  </a:txBody>
                  <a:tcPr marL="121888" marR="121888">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008CA8">
                        <a:tint val="20000"/>
                      </a:srgbClr>
                    </a:solidFill>
                  </a:tcPr>
                </a:tc>
                <a:extLst>
                  <a:ext uri="{0D108BD9-81ED-4DB2-BD59-A6C34878D82A}">
                    <a16:rowId xmlns:a16="http://schemas.microsoft.com/office/drawing/2014/main" val="10005"/>
                  </a:ext>
                </a:extLst>
              </a:tr>
            </a:tbl>
          </a:graphicData>
        </a:graphic>
      </p:graphicFrame>
      <p:graphicFrame>
        <p:nvGraphicFramePr>
          <p:cNvPr id="10" name="Content Placeholder 14">
            <a:extLst>
              <a:ext uri="{FF2B5EF4-FFF2-40B4-BE49-F238E27FC236}">
                <a16:creationId xmlns:a16="http://schemas.microsoft.com/office/drawing/2014/main" id="{C15BC72E-E1E6-4E47-AC42-0E449C2AFCD3}"/>
              </a:ext>
            </a:extLst>
          </p:cNvPr>
          <p:cNvGraphicFramePr>
            <a:graphicFrameLocks/>
          </p:cNvGraphicFramePr>
          <p:nvPr>
            <p:extLst>
              <p:ext uri="{D42A27DB-BD31-4B8C-83A1-F6EECF244321}">
                <p14:modId xmlns:p14="http://schemas.microsoft.com/office/powerpoint/2010/main" val="2490106898"/>
              </p:ext>
            </p:extLst>
          </p:nvPr>
        </p:nvGraphicFramePr>
        <p:xfrm>
          <a:off x="797489" y="4209757"/>
          <a:ext cx="10597020" cy="1645920"/>
        </p:xfrm>
        <a:graphic>
          <a:graphicData uri="http://schemas.openxmlformats.org/drawingml/2006/table">
            <a:tbl>
              <a:tblPr firstCol="1" bandRow="1"/>
              <a:tblGrid>
                <a:gridCol w="3225181">
                  <a:extLst>
                    <a:ext uri="{9D8B030D-6E8A-4147-A177-3AD203B41FA5}">
                      <a16:colId xmlns:a16="http://schemas.microsoft.com/office/drawing/2014/main" val="20000"/>
                    </a:ext>
                  </a:extLst>
                </a:gridCol>
                <a:gridCol w="4146660">
                  <a:extLst>
                    <a:ext uri="{9D8B030D-6E8A-4147-A177-3AD203B41FA5}">
                      <a16:colId xmlns:a16="http://schemas.microsoft.com/office/drawing/2014/main" val="20001"/>
                    </a:ext>
                  </a:extLst>
                </a:gridCol>
                <a:gridCol w="3225179">
                  <a:extLst>
                    <a:ext uri="{9D8B030D-6E8A-4147-A177-3AD203B41FA5}">
                      <a16:colId xmlns:a16="http://schemas.microsoft.com/office/drawing/2014/main" val="20002"/>
                    </a:ext>
                  </a:extLst>
                </a:gridCol>
              </a:tblGrid>
              <a:tr h="0">
                <a:tc gridSpan="2">
                  <a:txBody>
                    <a:bodyPr/>
                    <a:lstStyle>
                      <a:lvl1pPr marL="0" algn="l" defTabSz="914126" rtl="0" eaLnBrk="1" latinLnBrk="0" hangingPunct="1">
                        <a:defRPr sz="1799" b="1" kern="1200">
                          <a:solidFill>
                            <a:schemeClr val="lt1"/>
                          </a:solidFill>
                          <a:latin typeface="Arial"/>
                        </a:defRPr>
                      </a:lvl1pPr>
                      <a:lvl2pPr marL="457063" algn="l" defTabSz="914126" rtl="0" eaLnBrk="1" latinLnBrk="0" hangingPunct="1">
                        <a:defRPr sz="1799" b="1" kern="1200">
                          <a:solidFill>
                            <a:schemeClr val="lt1"/>
                          </a:solidFill>
                          <a:latin typeface="Arial"/>
                        </a:defRPr>
                      </a:lvl2pPr>
                      <a:lvl3pPr marL="914126" algn="l" defTabSz="914126" rtl="0" eaLnBrk="1" latinLnBrk="0" hangingPunct="1">
                        <a:defRPr sz="1799" b="1" kern="1200">
                          <a:solidFill>
                            <a:schemeClr val="lt1"/>
                          </a:solidFill>
                          <a:latin typeface="Arial"/>
                        </a:defRPr>
                      </a:lvl3pPr>
                      <a:lvl4pPr marL="1371189" algn="l" defTabSz="914126" rtl="0" eaLnBrk="1" latinLnBrk="0" hangingPunct="1">
                        <a:defRPr sz="1799" b="1" kern="1200">
                          <a:solidFill>
                            <a:schemeClr val="lt1"/>
                          </a:solidFill>
                          <a:latin typeface="Arial"/>
                        </a:defRPr>
                      </a:lvl4pPr>
                      <a:lvl5pPr marL="1828251" algn="l" defTabSz="914126" rtl="0" eaLnBrk="1" latinLnBrk="0" hangingPunct="1">
                        <a:defRPr sz="1799" b="1" kern="1200">
                          <a:solidFill>
                            <a:schemeClr val="lt1"/>
                          </a:solidFill>
                          <a:latin typeface="Arial"/>
                        </a:defRPr>
                      </a:lvl5pPr>
                      <a:lvl6pPr marL="2285314" algn="l" defTabSz="914126" rtl="0" eaLnBrk="1" latinLnBrk="0" hangingPunct="1">
                        <a:defRPr sz="1799" b="1" kern="1200">
                          <a:solidFill>
                            <a:schemeClr val="lt1"/>
                          </a:solidFill>
                          <a:latin typeface="Arial"/>
                        </a:defRPr>
                      </a:lvl6pPr>
                      <a:lvl7pPr marL="2742377" algn="l" defTabSz="914126" rtl="0" eaLnBrk="1" latinLnBrk="0" hangingPunct="1">
                        <a:defRPr sz="1799" b="1" kern="1200">
                          <a:solidFill>
                            <a:schemeClr val="lt1"/>
                          </a:solidFill>
                          <a:latin typeface="Arial"/>
                        </a:defRPr>
                      </a:lvl7pPr>
                      <a:lvl8pPr marL="3199440" algn="l" defTabSz="914126" rtl="0" eaLnBrk="1" latinLnBrk="0" hangingPunct="1">
                        <a:defRPr sz="1799" b="1" kern="1200">
                          <a:solidFill>
                            <a:schemeClr val="lt1"/>
                          </a:solidFill>
                          <a:latin typeface="Arial"/>
                        </a:defRPr>
                      </a:lvl8pPr>
                      <a:lvl9pPr marL="3656503" algn="l" defTabSz="914126" rtl="0" eaLnBrk="1" latinLnBrk="0" hangingPunct="1">
                        <a:defRPr sz="1799" b="1" kern="1200">
                          <a:solidFill>
                            <a:schemeClr val="lt1"/>
                          </a:solidFill>
                          <a:latin typeface="Arial"/>
                        </a:defRPr>
                      </a:lvl9pPr>
                    </a:lstStyle>
                    <a:p>
                      <a:r>
                        <a:rPr lang="en-US" sz="1200" b="1" dirty="0">
                          <a:solidFill>
                            <a:schemeClr val="tx1"/>
                          </a:solidFill>
                        </a:rPr>
                        <a:t>Methods</a:t>
                      </a:r>
                    </a:p>
                  </a:txBody>
                  <a:tcPr marL="121888" marR="121888">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008CA8">
                        <a:lumMod val="40000"/>
                        <a:lumOff val="60000"/>
                      </a:srgbClr>
                    </a:solidFill>
                  </a:tcPr>
                </a:tc>
                <a:tc hMerge="1">
                  <a:txBody>
                    <a:bodyPr/>
                    <a:lstStyle/>
                    <a:p>
                      <a:pPr marL="0" marR="0" indent="0" algn="l" defTabSz="457200" rtl="0" eaLnBrk="1" fontAlgn="auto" latinLnBrk="0" hangingPunct="1">
                        <a:lnSpc>
                          <a:spcPct val="100000"/>
                        </a:lnSpc>
                        <a:spcBef>
                          <a:spcPts val="0"/>
                        </a:spcBef>
                        <a:spcAft>
                          <a:spcPts val="0"/>
                        </a:spcAft>
                        <a:buClrTx/>
                        <a:buSzTx/>
                        <a:buFontTx/>
                        <a:buNone/>
                        <a:tabLst/>
                        <a:defRPr/>
                      </a:pPr>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lvl1pPr marL="0" algn="l" defTabSz="914126" rtl="0" eaLnBrk="1" latinLnBrk="0" hangingPunct="1">
                        <a:defRPr sz="1799" kern="1200">
                          <a:solidFill>
                            <a:schemeClr val="dk1"/>
                          </a:solidFill>
                          <a:latin typeface="Arial"/>
                        </a:defRPr>
                      </a:lvl1pPr>
                      <a:lvl2pPr marL="457063" algn="l" defTabSz="914126" rtl="0" eaLnBrk="1" latinLnBrk="0" hangingPunct="1">
                        <a:defRPr sz="1799" kern="1200">
                          <a:solidFill>
                            <a:schemeClr val="dk1"/>
                          </a:solidFill>
                          <a:latin typeface="Arial"/>
                        </a:defRPr>
                      </a:lvl2pPr>
                      <a:lvl3pPr marL="914126" algn="l" defTabSz="914126" rtl="0" eaLnBrk="1" latinLnBrk="0" hangingPunct="1">
                        <a:defRPr sz="1799" kern="1200">
                          <a:solidFill>
                            <a:schemeClr val="dk1"/>
                          </a:solidFill>
                          <a:latin typeface="Arial"/>
                        </a:defRPr>
                      </a:lvl3pPr>
                      <a:lvl4pPr marL="1371189" algn="l" defTabSz="914126" rtl="0" eaLnBrk="1" latinLnBrk="0" hangingPunct="1">
                        <a:defRPr sz="1799" kern="1200">
                          <a:solidFill>
                            <a:schemeClr val="dk1"/>
                          </a:solidFill>
                          <a:latin typeface="Arial"/>
                        </a:defRPr>
                      </a:lvl4pPr>
                      <a:lvl5pPr marL="1828251" algn="l" defTabSz="914126" rtl="0" eaLnBrk="1" latinLnBrk="0" hangingPunct="1">
                        <a:defRPr sz="1799" kern="1200">
                          <a:solidFill>
                            <a:schemeClr val="dk1"/>
                          </a:solidFill>
                          <a:latin typeface="Arial"/>
                        </a:defRPr>
                      </a:lvl5pPr>
                      <a:lvl6pPr marL="2285314" algn="l" defTabSz="914126" rtl="0" eaLnBrk="1" latinLnBrk="0" hangingPunct="1">
                        <a:defRPr sz="1799" kern="1200">
                          <a:solidFill>
                            <a:schemeClr val="dk1"/>
                          </a:solidFill>
                          <a:latin typeface="Arial"/>
                        </a:defRPr>
                      </a:lvl6pPr>
                      <a:lvl7pPr marL="2742377" algn="l" defTabSz="914126" rtl="0" eaLnBrk="1" latinLnBrk="0" hangingPunct="1">
                        <a:defRPr sz="1799" kern="1200">
                          <a:solidFill>
                            <a:schemeClr val="dk1"/>
                          </a:solidFill>
                          <a:latin typeface="Arial"/>
                        </a:defRPr>
                      </a:lvl7pPr>
                      <a:lvl8pPr marL="3199440" algn="l" defTabSz="914126" rtl="0" eaLnBrk="1" latinLnBrk="0" hangingPunct="1">
                        <a:defRPr sz="1799" kern="1200">
                          <a:solidFill>
                            <a:schemeClr val="dk1"/>
                          </a:solidFill>
                          <a:latin typeface="Arial"/>
                        </a:defRPr>
                      </a:lvl8pPr>
                      <a:lvl9pPr marL="3656503" algn="l" defTabSz="914126" rtl="0" eaLnBrk="1" latinLnBrk="0" hangingPunct="1">
                        <a:defRPr sz="1799" kern="1200">
                          <a:solidFill>
                            <a:schemeClr val="dk1"/>
                          </a:solidFill>
                          <a:latin typeface="Arial"/>
                        </a:defRPr>
                      </a:lvl9pPr>
                    </a:lstStyle>
                    <a:p>
                      <a:r>
                        <a:rPr lang="en-US" sz="1200" b="1" dirty="0">
                          <a:solidFill>
                            <a:schemeClr val="tx1"/>
                          </a:solidFill>
                        </a:rPr>
                        <a:t>Example</a:t>
                      </a:r>
                    </a:p>
                  </a:txBody>
                  <a:tcPr marL="121888" marR="121888">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008CA8">
                        <a:lumMod val="40000"/>
                        <a:lumOff val="60000"/>
                      </a:srgbClr>
                    </a:solidFill>
                  </a:tcPr>
                </a:tc>
                <a:extLst>
                  <a:ext uri="{0D108BD9-81ED-4DB2-BD59-A6C34878D82A}">
                    <a16:rowId xmlns:a16="http://schemas.microsoft.com/office/drawing/2014/main" val="10000"/>
                  </a:ext>
                </a:extLst>
              </a:tr>
              <a:tr h="0">
                <a:tc>
                  <a:txBody>
                    <a:bodyPr/>
                    <a:lstStyle>
                      <a:lvl1pPr marL="0" algn="l" defTabSz="914126" rtl="0" eaLnBrk="1" latinLnBrk="0" hangingPunct="1">
                        <a:defRPr sz="1799" b="1" kern="1200">
                          <a:solidFill>
                            <a:schemeClr val="lt1"/>
                          </a:solidFill>
                          <a:latin typeface="Arial"/>
                        </a:defRPr>
                      </a:lvl1pPr>
                      <a:lvl2pPr marL="457063" algn="l" defTabSz="914126" rtl="0" eaLnBrk="1" latinLnBrk="0" hangingPunct="1">
                        <a:defRPr sz="1799" b="1" kern="1200">
                          <a:solidFill>
                            <a:schemeClr val="lt1"/>
                          </a:solidFill>
                          <a:latin typeface="Arial"/>
                        </a:defRPr>
                      </a:lvl2pPr>
                      <a:lvl3pPr marL="914126" algn="l" defTabSz="914126" rtl="0" eaLnBrk="1" latinLnBrk="0" hangingPunct="1">
                        <a:defRPr sz="1799" b="1" kern="1200">
                          <a:solidFill>
                            <a:schemeClr val="lt1"/>
                          </a:solidFill>
                          <a:latin typeface="Arial"/>
                        </a:defRPr>
                      </a:lvl3pPr>
                      <a:lvl4pPr marL="1371189" algn="l" defTabSz="914126" rtl="0" eaLnBrk="1" latinLnBrk="0" hangingPunct="1">
                        <a:defRPr sz="1799" b="1" kern="1200">
                          <a:solidFill>
                            <a:schemeClr val="lt1"/>
                          </a:solidFill>
                          <a:latin typeface="Arial"/>
                        </a:defRPr>
                      </a:lvl4pPr>
                      <a:lvl5pPr marL="1828251" algn="l" defTabSz="914126" rtl="0" eaLnBrk="1" latinLnBrk="0" hangingPunct="1">
                        <a:defRPr sz="1799" b="1" kern="1200">
                          <a:solidFill>
                            <a:schemeClr val="lt1"/>
                          </a:solidFill>
                          <a:latin typeface="Arial"/>
                        </a:defRPr>
                      </a:lvl5pPr>
                      <a:lvl6pPr marL="2285314" algn="l" defTabSz="914126" rtl="0" eaLnBrk="1" latinLnBrk="0" hangingPunct="1">
                        <a:defRPr sz="1799" b="1" kern="1200">
                          <a:solidFill>
                            <a:schemeClr val="lt1"/>
                          </a:solidFill>
                          <a:latin typeface="Arial"/>
                        </a:defRPr>
                      </a:lvl6pPr>
                      <a:lvl7pPr marL="2742377" algn="l" defTabSz="914126" rtl="0" eaLnBrk="1" latinLnBrk="0" hangingPunct="1">
                        <a:defRPr sz="1799" b="1" kern="1200">
                          <a:solidFill>
                            <a:schemeClr val="lt1"/>
                          </a:solidFill>
                          <a:latin typeface="Arial"/>
                        </a:defRPr>
                      </a:lvl7pPr>
                      <a:lvl8pPr marL="3199440" algn="l" defTabSz="914126" rtl="0" eaLnBrk="1" latinLnBrk="0" hangingPunct="1">
                        <a:defRPr sz="1799" b="1" kern="1200">
                          <a:solidFill>
                            <a:schemeClr val="lt1"/>
                          </a:solidFill>
                          <a:latin typeface="Arial"/>
                        </a:defRPr>
                      </a:lvl8pPr>
                      <a:lvl9pPr marL="3656503" algn="l" defTabSz="914126" rtl="0" eaLnBrk="1" latinLnBrk="0" hangingPunct="1">
                        <a:defRPr sz="1799" b="1" kern="1200">
                          <a:solidFill>
                            <a:schemeClr val="lt1"/>
                          </a:solidFill>
                          <a:latin typeface="Arial"/>
                        </a:defRPr>
                      </a:lvl9pPr>
                    </a:lstStyle>
                    <a:p>
                      <a:r>
                        <a:rPr lang="en-US" sz="1200" b="1" kern="1200" dirty="0">
                          <a:solidFill>
                            <a:schemeClr val="lt1"/>
                          </a:solidFill>
                          <a:latin typeface="+mn-lt"/>
                          <a:ea typeface="+mn-ea"/>
                          <a:cs typeface="+mn-cs"/>
                        </a:rPr>
                        <a:t>To integer </a:t>
                      </a:r>
                      <a:r>
                        <a:rPr lang="en-US" sz="1200" dirty="0"/>
                        <a:t>	</a:t>
                      </a:r>
                    </a:p>
                  </a:txBody>
                  <a:tcPr marL="121888" marR="121888">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008CA8"/>
                    </a:solidFill>
                  </a:tcPr>
                </a:tc>
                <a:tc>
                  <a:txBody>
                    <a:bodyPr/>
                    <a:lstStyle>
                      <a:lvl1pPr marL="0" algn="l" defTabSz="914126" rtl="0" eaLnBrk="1" latinLnBrk="0" hangingPunct="1">
                        <a:defRPr sz="1799" kern="1200">
                          <a:solidFill>
                            <a:schemeClr val="dk1"/>
                          </a:solidFill>
                          <a:latin typeface="Arial"/>
                        </a:defRPr>
                      </a:lvl1pPr>
                      <a:lvl2pPr marL="457063" algn="l" defTabSz="914126" rtl="0" eaLnBrk="1" latinLnBrk="0" hangingPunct="1">
                        <a:defRPr sz="1799" kern="1200">
                          <a:solidFill>
                            <a:schemeClr val="dk1"/>
                          </a:solidFill>
                          <a:latin typeface="Arial"/>
                        </a:defRPr>
                      </a:lvl2pPr>
                      <a:lvl3pPr marL="914126" algn="l" defTabSz="914126" rtl="0" eaLnBrk="1" latinLnBrk="0" hangingPunct="1">
                        <a:defRPr sz="1799" kern="1200">
                          <a:solidFill>
                            <a:schemeClr val="dk1"/>
                          </a:solidFill>
                          <a:latin typeface="Arial"/>
                        </a:defRPr>
                      </a:lvl3pPr>
                      <a:lvl4pPr marL="1371189" algn="l" defTabSz="914126" rtl="0" eaLnBrk="1" latinLnBrk="0" hangingPunct="1">
                        <a:defRPr sz="1799" kern="1200">
                          <a:solidFill>
                            <a:schemeClr val="dk1"/>
                          </a:solidFill>
                          <a:latin typeface="Arial"/>
                        </a:defRPr>
                      </a:lvl4pPr>
                      <a:lvl5pPr marL="1828251" algn="l" defTabSz="914126" rtl="0" eaLnBrk="1" latinLnBrk="0" hangingPunct="1">
                        <a:defRPr sz="1799" kern="1200">
                          <a:solidFill>
                            <a:schemeClr val="dk1"/>
                          </a:solidFill>
                          <a:latin typeface="Arial"/>
                        </a:defRPr>
                      </a:lvl5pPr>
                      <a:lvl6pPr marL="2285314" algn="l" defTabSz="914126" rtl="0" eaLnBrk="1" latinLnBrk="0" hangingPunct="1">
                        <a:defRPr sz="1799" kern="1200">
                          <a:solidFill>
                            <a:schemeClr val="dk1"/>
                          </a:solidFill>
                          <a:latin typeface="Arial"/>
                        </a:defRPr>
                      </a:lvl6pPr>
                      <a:lvl7pPr marL="2742377" algn="l" defTabSz="914126" rtl="0" eaLnBrk="1" latinLnBrk="0" hangingPunct="1">
                        <a:defRPr sz="1799" kern="1200">
                          <a:solidFill>
                            <a:schemeClr val="dk1"/>
                          </a:solidFill>
                          <a:latin typeface="Arial"/>
                        </a:defRPr>
                      </a:lvl7pPr>
                      <a:lvl8pPr marL="3199440" algn="l" defTabSz="914126" rtl="0" eaLnBrk="1" latinLnBrk="0" hangingPunct="1">
                        <a:defRPr sz="1799" kern="1200">
                          <a:solidFill>
                            <a:schemeClr val="dk1"/>
                          </a:solidFill>
                          <a:latin typeface="Arial"/>
                        </a:defRPr>
                      </a:lvl8pPr>
                      <a:lvl9pPr marL="3656503" algn="l" defTabSz="914126" rtl="0" eaLnBrk="1" latinLnBrk="0" hangingPunct="1">
                        <a:defRPr sz="1799" kern="1200">
                          <a:solidFill>
                            <a:schemeClr val="dk1"/>
                          </a:solidFill>
                          <a:latin typeface="Arial"/>
                        </a:defRPr>
                      </a:lvl9p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200" dirty="0"/>
                        <a:t>Convert to </a:t>
                      </a:r>
                      <a:r>
                        <a:rPr lang="en-US" sz="1200" dirty="0">
                          <a:solidFill>
                            <a:schemeClr val="tx1"/>
                          </a:solidFill>
                        </a:rPr>
                        <a:t>an</a:t>
                      </a:r>
                      <a:r>
                        <a:rPr lang="en-US" sz="1200" baseline="0" dirty="0">
                          <a:solidFill>
                            <a:schemeClr val="tx1"/>
                          </a:solidFill>
                        </a:rPr>
                        <a:t> </a:t>
                      </a:r>
                      <a:r>
                        <a:rPr lang="en-US" sz="1200" baseline="0" dirty="0"/>
                        <a:t>integer type</a:t>
                      </a:r>
                      <a:endParaRPr lang="en-US" sz="1200" dirty="0"/>
                    </a:p>
                  </a:txBody>
                  <a:tcPr marL="121888" marR="121888">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008CA8">
                        <a:tint val="20000"/>
                      </a:srgbClr>
                    </a:solidFill>
                  </a:tcPr>
                </a:tc>
                <a:tc>
                  <a:txBody>
                    <a:bodyPr/>
                    <a:lstStyle>
                      <a:lvl1pPr marL="0" algn="l" defTabSz="914126" rtl="0" eaLnBrk="1" latinLnBrk="0" hangingPunct="1">
                        <a:defRPr sz="1799" kern="1200">
                          <a:solidFill>
                            <a:schemeClr val="dk1"/>
                          </a:solidFill>
                          <a:latin typeface="Arial"/>
                        </a:defRPr>
                      </a:lvl1pPr>
                      <a:lvl2pPr marL="457063" algn="l" defTabSz="914126" rtl="0" eaLnBrk="1" latinLnBrk="0" hangingPunct="1">
                        <a:defRPr sz="1799" kern="1200">
                          <a:solidFill>
                            <a:schemeClr val="dk1"/>
                          </a:solidFill>
                          <a:latin typeface="Arial"/>
                        </a:defRPr>
                      </a:lvl2pPr>
                      <a:lvl3pPr marL="914126" algn="l" defTabSz="914126" rtl="0" eaLnBrk="1" latinLnBrk="0" hangingPunct="1">
                        <a:defRPr sz="1799" kern="1200">
                          <a:solidFill>
                            <a:schemeClr val="dk1"/>
                          </a:solidFill>
                          <a:latin typeface="Arial"/>
                        </a:defRPr>
                      </a:lvl3pPr>
                      <a:lvl4pPr marL="1371189" algn="l" defTabSz="914126" rtl="0" eaLnBrk="1" latinLnBrk="0" hangingPunct="1">
                        <a:defRPr sz="1799" kern="1200">
                          <a:solidFill>
                            <a:schemeClr val="dk1"/>
                          </a:solidFill>
                          <a:latin typeface="Arial"/>
                        </a:defRPr>
                      </a:lvl4pPr>
                      <a:lvl5pPr marL="1828251" algn="l" defTabSz="914126" rtl="0" eaLnBrk="1" latinLnBrk="0" hangingPunct="1">
                        <a:defRPr sz="1799" kern="1200">
                          <a:solidFill>
                            <a:schemeClr val="dk1"/>
                          </a:solidFill>
                          <a:latin typeface="Arial"/>
                        </a:defRPr>
                      </a:lvl5pPr>
                      <a:lvl6pPr marL="2285314" algn="l" defTabSz="914126" rtl="0" eaLnBrk="1" latinLnBrk="0" hangingPunct="1">
                        <a:defRPr sz="1799" kern="1200">
                          <a:solidFill>
                            <a:schemeClr val="dk1"/>
                          </a:solidFill>
                          <a:latin typeface="Arial"/>
                        </a:defRPr>
                      </a:lvl6pPr>
                      <a:lvl7pPr marL="2742377" algn="l" defTabSz="914126" rtl="0" eaLnBrk="1" latinLnBrk="0" hangingPunct="1">
                        <a:defRPr sz="1799" kern="1200">
                          <a:solidFill>
                            <a:schemeClr val="dk1"/>
                          </a:solidFill>
                          <a:latin typeface="Arial"/>
                        </a:defRPr>
                      </a:lvl7pPr>
                      <a:lvl8pPr marL="3199440" algn="l" defTabSz="914126" rtl="0" eaLnBrk="1" latinLnBrk="0" hangingPunct="1">
                        <a:defRPr sz="1799" kern="1200">
                          <a:solidFill>
                            <a:schemeClr val="dk1"/>
                          </a:solidFill>
                          <a:latin typeface="Arial"/>
                        </a:defRPr>
                      </a:lvl8pPr>
                      <a:lvl9pPr marL="3656503" algn="l" defTabSz="914126" rtl="0" eaLnBrk="1" latinLnBrk="0" hangingPunct="1">
                        <a:defRPr sz="1799" kern="1200">
                          <a:solidFill>
                            <a:schemeClr val="dk1"/>
                          </a:solidFill>
                          <a:latin typeface="Arial"/>
                        </a:defRPr>
                      </a:lvl9p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200" dirty="0"/>
                        <a:t>res = </a:t>
                      </a:r>
                      <a:r>
                        <a:rPr lang="en-US" sz="1200" dirty="0" err="1"/>
                        <a:t>var.to_int</a:t>
                      </a:r>
                      <a:r>
                        <a:rPr lang="en-US" sz="1200" dirty="0"/>
                        <a:t>();</a:t>
                      </a:r>
                    </a:p>
                  </a:txBody>
                  <a:tcPr marL="121888" marR="121888">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008CA8">
                        <a:tint val="20000"/>
                      </a:srgbClr>
                    </a:solidFill>
                  </a:tcPr>
                </a:tc>
                <a:extLst>
                  <a:ext uri="{0D108BD9-81ED-4DB2-BD59-A6C34878D82A}">
                    <a16:rowId xmlns:a16="http://schemas.microsoft.com/office/drawing/2014/main" val="10001"/>
                  </a:ext>
                </a:extLst>
              </a:tr>
              <a:tr h="117711">
                <a:tc>
                  <a:txBody>
                    <a:bodyPr/>
                    <a:lstStyle>
                      <a:lvl1pPr marL="0" algn="l" defTabSz="914126" rtl="0" eaLnBrk="1" latinLnBrk="0" hangingPunct="1">
                        <a:defRPr sz="1799" b="1" kern="1200">
                          <a:solidFill>
                            <a:schemeClr val="lt1"/>
                          </a:solidFill>
                          <a:latin typeface="Arial"/>
                        </a:defRPr>
                      </a:lvl1pPr>
                      <a:lvl2pPr marL="457063" algn="l" defTabSz="914126" rtl="0" eaLnBrk="1" latinLnBrk="0" hangingPunct="1">
                        <a:defRPr sz="1799" b="1" kern="1200">
                          <a:solidFill>
                            <a:schemeClr val="lt1"/>
                          </a:solidFill>
                          <a:latin typeface="Arial"/>
                        </a:defRPr>
                      </a:lvl2pPr>
                      <a:lvl3pPr marL="914126" algn="l" defTabSz="914126" rtl="0" eaLnBrk="1" latinLnBrk="0" hangingPunct="1">
                        <a:defRPr sz="1799" b="1" kern="1200">
                          <a:solidFill>
                            <a:schemeClr val="lt1"/>
                          </a:solidFill>
                          <a:latin typeface="Arial"/>
                        </a:defRPr>
                      </a:lvl3pPr>
                      <a:lvl4pPr marL="1371189" algn="l" defTabSz="914126" rtl="0" eaLnBrk="1" latinLnBrk="0" hangingPunct="1">
                        <a:defRPr sz="1799" b="1" kern="1200">
                          <a:solidFill>
                            <a:schemeClr val="lt1"/>
                          </a:solidFill>
                          <a:latin typeface="Arial"/>
                        </a:defRPr>
                      </a:lvl4pPr>
                      <a:lvl5pPr marL="1828251" algn="l" defTabSz="914126" rtl="0" eaLnBrk="1" latinLnBrk="0" hangingPunct="1">
                        <a:defRPr sz="1799" b="1" kern="1200">
                          <a:solidFill>
                            <a:schemeClr val="lt1"/>
                          </a:solidFill>
                          <a:latin typeface="Arial"/>
                        </a:defRPr>
                      </a:lvl5pPr>
                      <a:lvl6pPr marL="2285314" algn="l" defTabSz="914126" rtl="0" eaLnBrk="1" latinLnBrk="0" hangingPunct="1">
                        <a:defRPr sz="1799" b="1" kern="1200">
                          <a:solidFill>
                            <a:schemeClr val="lt1"/>
                          </a:solidFill>
                          <a:latin typeface="Arial"/>
                        </a:defRPr>
                      </a:lvl6pPr>
                      <a:lvl7pPr marL="2742377" algn="l" defTabSz="914126" rtl="0" eaLnBrk="1" latinLnBrk="0" hangingPunct="1">
                        <a:defRPr sz="1799" b="1" kern="1200">
                          <a:solidFill>
                            <a:schemeClr val="lt1"/>
                          </a:solidFill>
                          <a:latin typeface="Arial"/>
                        </a:defRPr>
                      </a:lvl7pPr>
                      <a:lvl8pPr marL="3199440" algn="l" defTabSz="914126" rtl="0" eaLnBrk="1" latinLnBrk="0" hangingPunct="1">
                        <a:defRPr sz="1799" b="1" kern="1200">
                          <a:solidFill>
                            <a:schemeClr val="lt1"/>
                          </a:solidFill>
                          <a:latin typeface="Arial"/>
                        </a:defRPr>
                      </a:lvl8pPr>
                      <a:lvl9pPr marL="3656503" algn="l" defTabSz="914126" rtl="0" eaLnBrk="1" latinLnBrk="0" hangingPunct="1">
                        <a:defRPr sz="1799" b="1" kern="1200">
                          <a:solidFill>
                            <a:schemeClr val="lt1"/>
                          </a:solidFill>
                          <a:latin typeface="Arial"/>
                        </a:defRPr>
                      </a:lvl9pPr>
                    </a:lstStyle>
                    <a:p>
                      <a:r>
                        <a:rPr lang="en-US" sz="1200" b="1" kern="1200" dirty="0">
                          <a:solidFill>
                            <a:schemeClr val="lt1"/>
                          </a:solidFill>
                          <a:latin typeface="+mn-lt"/>
                          <a:ea typeface="+mn-ea"/>
                          <a:cs typeface="+mn-cs"/>
                        </a:rPr>
                        <a:t>To unsigned integer </a:t>
                      </a:r>
                      <a:r>
                        <a:rPr lang="en-US" sz="1200" dirty="0"/>
                        <a:t>	</a:t>
                      </a:r>
                    </a:p>
                  </a:txBody>
                  <a:tcPr marL="121888" marR="121888">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008CA8"/>
                    </a:solidFill>
                  </a:tcPr>
                </a:tc>
                <a:tc>
                  <a:txBody>
                    <a:bodyPr/>
                    <a:lstStyle>
                      <a:lvl1pPr marL="0" algn="l" defTabSz="914126" rtl="0" eaLnBrk="1" latinLnBrk="0" hangingPunct="1">
                        <a:defRPr sz="1799" kern="1200">
                          <a:solidFill>
                            <a:schemeClr val="dk1"/>
                          </a:solidFill>
                          <a:latin typeface="Arial"/>
                        </a:defRPr>
                      </a:lvl1pPr>
                      <a:lvl2pPr marL="457063" algn="l" defTabSz="914126" rtl="0" eaLnBrk="1" latinLnBrk="0" hangingPunct="1">
                        <a:defRPr sz="1799" kern="1200">
                          <a:solidFill>
                            <a:schemeClr val="dk1"/>
                          </a:solidFill>
                          <a:latin typeface="Arial"/>
                        </a:defRPr>
                      </a:lvl2pPr>
                      <a:lvl3pPr marL="914126" algn="l" defTabSz="914126" rtl="0" eaLnBrk="1" latinLnBrk="0" hangingPunct="1">
                        <a:defRPr sz="1799" kern="1200">
                          <a:solidFill>
                            <a:schemeClr val="dk1"/>
                          </a:solidFill>
                          <a:latin typeface="Arial"/>
                        </a:defRPr>
                      </a:lvl3pPr>
                      <a:lvl4pPr marL="1371189" algn="l" defTabSz="914126" rtl="0" eaLnBrk="1" latinLnBrk="0" hangingPunct="1">
                        <a:defRPr sz="1799" kern="1200">
                          <a:solidFill>
                            <a:schemeClr val="dk1"/>
                          </a:solidFill>
                          <a:latin typeface="Arial"/>
                        </a:defRPr>
                      </a:lvl4pPr>
                      <a:lvl5pPr marL="1828251" algn="l" defTabSz="914126" rtl="0" eaLnBrk="1" latinLnBrk="0" hangingPunct="1">
                        <a:defRPr sz="1799" kern="1200">
                          <a:solidFill>
                            <a:schemeClr val="dk1"/>
                          </a:solidFill>
                          <a:latin typeface="Arial"/>
                        </a:defRPr>
                      </a:lvl5pPr>
                      <a:lvl6pPr marL="2285314" algn="l" defTabSz="914126" rtl="0" eaLnBrk="1" latinLnBrk="0" hangingPunct="1">
                        <a:defRPr sz="1799" kern="1200">
                          <a:solidFill>
                            <a:schemeClr val="dk1"/>
                          </a:solidFill>
                          <a:latin typeface="Arial"/>
                        </a:defRPr>
                      </a:lvl6pPr>
                      <a:lvl7pPr marL="2742377" algn="l" defTabSz="914126" rtl="0" eaLnBrk="1" latinLnBrk="0" hangingPunct="1">
                        <a:defRPr sz="1799" kern="1200">
                          <a:solidFill>
                            <a:schemeClr val="dk1"/>
                          </a:solidFill>
                          <a:latin typeface="Arial"/>
                        </a:defRPr>
                      </a:lvl7pPr>
                      <a:lvl8pPr marL="3199440" algn="l" defTabSz="914126" rtl="0" eaLnBrk="1" latinLnBrk="0" hangingPunct="1">
                        <a:defRPr sz="1799" kern="1200">
                          <a:solidFill>
                            <a:schemeClr val="dk1"/>
                          </a:solidFill>
                          <a:latin typeface="Arial"/>
                        </a:defRPr>
                      </a:lvl8pPr>
                      <a:lvl9pPr marL="3656503" algn="l" defTabSz="914126" rtl="0" eaLnBrk="1" latinLnBrk="0" hangingPunct="1">
                        <a:defRPr sz="1799" kern="1200">
                          <a:solidFill>
                            <a:schemeClr val="dk1"/>
                          </a:solidFill>
                          <a:latin typeface="Arial"/>
                        </a:defRPr>
                      </a:lvl9p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200" dirty="0"/>
                        <a:t>Convert to an</a:t>
                      </a:r>
                      <a:r>
                        <a:rPr lang="en-US" sz="1200" baseline="0" dirty="0"/>
                        <a:t> unsigned integer type</a:t>
                      </a:r>
                      <a:endParaRPr lang="en-US" sz="1200" dirty="0"/>
                    </a:p>
                  </a:txBody>
                  <a:tcPr marL="121888" marR="121888">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008CA8">
                        <a:tint val="40000"/>
                      </a:srgbClr>
                    </a:solidFill>
                  </a:tcPr>
                </a:tc>
                <a:tc>
                  <a:txBody>
                    <a:bodyPr/>
                    <a:lstStyle>
                      <a:lvl1pPr marL="0" algn="l" defTabSz="914126" rtl="0" eaLnBrk="1" latinLnBrk="0" hangingPunct="1">
                        <a:defRPr sz="1799" kern="1200">
                          <a:solidFill>
                            <a:schemeClr val="dk1"/>
                          </a:solidFill>
                          <a:latin typeface="Arial"/>
                        </a:defRPr>
                      </a:lvl1pPr>
                      <a:lvl2pPr marL="457063" algn="l" defTabSz="914126" rtl="0" eaLnBrk="1" latinLnBrk="0" hangingPunct="1">
                        <a:defRPr sz="1799" kern="1200">
                          <a:solidFill>
                            <a:schemeClr val="dk1"/>
                          </a:solidFill>
                          <a:latin typeface="Arial"/>
                        </a:defRPr>
                      </a:lvl2pPr>
                      <a:lvl3pPr marL="914126" algn="l" defTabSz="914126" rtl="0" eaLnBrk="1" latinLnBrk="0" hangingPunct="1">
                        <a:defRPr sz="1799" kern="1200">
                          <a:solidFill>
                            <a:schemeClr val="dk1"/>
                          </a:solidFill>
                          <a:latin typeface="Arial"/>
                        </a:defRPr>
                      </a:lvl3pPr>
                      <a:lvl4pPr marL="1371189" algn="l" defTabSz="914126" rtl="0" eaLnBrk="1" latinLnBrk="0" hangingPunct="1">
                        <a:defRPr sz="1799" kern="1200">
                          <a:solidFill>
                            <a:schemeClr val="dk1"/>
                          </a:solidFill>
                          <a:latin typeface="Arial"/>
                        </a:defRPr>
                      </a:lvl4pPr>
                      <a:lvl5pPr marL="1828251" algn="l" defTabSz="914126" rtl="0" eaLnBrk="1" latinLnBrk="0" hangingPunct="1">
                        <a:defRPr sz="1799" kern="1200">
                          <a:solidFill>
                            <a:schemeClr val="dk1"/>
                          </a:solidFill>
                          <a:latin typeface="Arial"/>
                        </a:defRPr>
                      </a:lvl5pPr>
                      <a:lvl6pPr marL="2285314" algn="l" defTabSz="914126" rtl="0" eaLnBrk="1" latinLnBrk="0" hangingPunct="1">
                        <a:defRPr sz="1799" kern="1200">
                          <a:solidFill>
                            <a:schemeClr val="dk1"/>
                          </a:solidFill>
                          <a:latin typeface="Arial"/>
                        </a:defRPr>
                      </a:lvl6pPr>
                      <a:lvl7pPr marL="2742377" algn="l" defTabSz="914126" rtl="0" eaLnBrk="1" latinLnBrk="0" hangingPunct="1">
                        <a:defRPr sz="1799" kern="1200">
                          <a:solidFill>
                            <a:schemeClr val="dk1"/>
                          </a:solidFill>
                          <a:latin typeface="Arial"/>
                        </a:defRPr>
                      </a:lvl7pPr>
                      <a:lvl8pPr marL="3199440" algn="l" defTabSz="914126" rtl="0" eaLnBrk="1" latinLnBrk="0" hangingPunct="1">
                        <a:defRPr sz="1799" kern="1200">
                          <a:solidFill>
                            <a:schemeClr val="dk1"/>
                          </a:solidFill>
                          <a:latin typeface="Arial"/>
                        </a:defRPr>
                      </a:lvl8pPr>
                      <a:lvl9pPr marL="3656503" algn="l" defTabSz="914126" rtl="0" eaLnBrk="1" latinLnBrk="0" hangingPunct="1">
                        <a:defRPr sz="1799" kern="1200">
                          <a:solidFill>
                            <a:schemeClr val="dk1"/>
                          </a:solidFill>
                          <a:latin typeface="Arial"/>
                        </a:defRPr>
                      </a:lvl9p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200" dirty="0"/>
                        <a:t>res = </a:t>
                      </a:r>
                      <a:r>
                        <a:rPr lang="en-US" sz="1200" dirty="0" err="1"/>
                        <a:t>var.to_uint</a:t>
                      </a:r>
                      <a:r>
                        <a:rPr lang="en-US" sz="1200" dirty="0"/>
                        <a:t>();</a:t>
                      </a:r>
                    </a:p>
                  </a:txBody>
                  <a:tcPr marL="121888" marR="121888">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008CA8">
                        <a:tint val="40000"/>
                      </a:srgbClr>
                    </a:solidFill>
                  </a:tcPr>
                </a:tc>
                <a:extLst>
                  <a:ext uri="{0D108BD9-81ED-4DB2-BD59-A6C34878D82A}">
                    <a16:rowId xmlns:a16="http://schemas.microsoft.com/office/drawing/2014/main" val="10002"/>
                  </a:ext>
                </a:extLst>
              </a:tr>
              <a:tr h="117711">
                <a:tc>
                  <a:txBody>
                    <a:bodyPr/>
                    <a:lstStyle>
                      <a:lvl1pPr marL="0" algn="l" defTabSz="914126" rtl="0" eaLnBrk="1" latinLnBrk="0" hangingPunct="1">
                        <a:defRPr sz="1799" b="1" kern="1200">
                          <a:solidFill>
                            <a:schemeClr val="lt1"/>
                          </a:solidFill>
                          <a:latin typeface="Arial"/>
                        </a:defRPr>
                      </a:lvl1pPr>
                      <a:lvl2pPr marL="457063" algn="l" defTabSz="914126" rtl="0" eaLnBrk="1" latinLnBrk="0" hangingPunct="1">
                        <a:defRPr sz="1799" b="1" kern="1200">
                          <a:solidFill>
                            <a:schemeClr val="lt1"/>
                          </a:solidFill>
                          <a:latin typeface="Arial"/>
                        </a:defRPr>
                      </a:lvl2pPr>
                      <a:lvl3pPr marL="914126" algn="l" defTabSz="914126" rtl="0" eaLnBrk="1" latinLnBrk="0" hangingPunct="1">
                        <a:defRPr sz="1799" b="1" kern="1200">
                          <a:solidFill>
                            <a:schemeClr val="lt1"/>
                          </a:solidFill>
                          <a:latin typeface="Arial"/>
                        </a:defRPr>
                      </a:lvl3pPr>
                      <a:lvl4pPr marL="1371189" algn="l" defTabSz="914126" rtl="0" eaLnBrk="1" latinLnBrk="0" hangingPunct="1">
                        <a:defRPr sz="1799" b="1" kern="1200">
                          <a:solidFill>
                            <a:schemeClr val="lt1"/>
                          </a:solidFill>
                          <a:latin typeface="Arial"/>
                        </a:defRPr>
                      </a:lvl4pPr>
                      <a:lvl5pPr marL="1828251" algn="l" defTabSz="914126" rtl="0" eaLnBrk="1" latinLnBrk="0" hangingPunct="1">
                        <a:defRPr sz="1799" b="1" kern="1200">
                          <a:solidFill>
                            <a:schemeClr val="lt1"/>
                          </a:solidFill>
                          <a:latin typeface="Arial"/>
                        </a:defRPr>
                      </a:lvl5pPr>
                      <a:lvl6pPr marL="2285314" algn="l" defTabSz="914126" rtl="0" eaLnBrk="1" latinLnBrk="0" hangingPunct="1">
                        <a:defRPr sz="1799" b="1" kern="1200">
                          <a:solidFill>
                            <a:schemeClr val="lt1"/>
                          </a:solidFill>
                          <a:latin typeface="Arial"/>
                        </a:defRPr>
                      </a:lvl6pPr>
                      <a:lvl7pPr marL="2742377" algn="l" defTabSz="914126" rtl="0" eaLnBrk="1" latinLnBrk="0" hangingPunct="1">
                        <a:defRPr sz="1799" b="1" kern="1200">
                          <a:solidFill>
                            <a:schemeClr val="lt1"/>
                          </a:solidFill>
                          <a:latin typeface="Arial"/>
                        </a:defRPr>
                      </a:lvl7pPr>
                      <a:lvl8pPr marL="3199440" algn="l" defTabSz="914126" rtl="0" eaLnBrk="1" latinLnBrk="0" hangingPunct="1">
                        <a:defRPr sz="1799" b="1" kern="1200">
                          <a:solidFill>
                            <a:schemeClr val="lt1"/>
                          </a:solidFill>
                          <a:latin typeface="Arial"/>
                        </a:defRPr>
                      </a:lvl8pPr>
                      <a:lvl9pPr marL="3656503" algn="l" defTabSz="914126" rtl="0" eaLnBrk="1" latinLnBrk="0" hangingPunct="1">
                        <a:defRPr sz="1799" b="1" kern="1200">
                          <a:solidFill>
                            <a:schemeClr val="lt1"/>
                          </a:solidFill>
                          <a:latin typeface="Arial"/>
                        </a:defRPr>
                      </a:lvl9pPr>
                    </a:lstStyle>
                    <a:p>
                      <a:r>
                        <a:rPr lang="en-US" sz="1200" b="1" kern="1200" dirty="0">
                          <a:solidFill>
                            <a:schemeClr val="lt1"/>
                          </a:solidFill>
                          <a:latin typeface="+mn-lt"/>
                          <a:ea typeface="+mn-ea"/>
                          <a:cs typeface="+mn-cs"/>
                        </a:rPr>
                        <a:t>To 64-bit integer </a:t>
                      </a:r>
                      <a:r>
                        <a:rPr lang="en-US" sz="1200" dirty="0"/>
                        <a:t>	</a:t>
                      </a:r>
                    </a:p>
                  </a:txBody>
                  <a:tcPr marL="121888" marR="121888">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008CA8"/>
                    </a:solidFill>
                  </a:tcPr>
                </a:tc>
                <a:tc>
                  <a:txBody>
                    <a:bodyPr/>
                    <a:lstStyle>
                      <a:lvl1pPr marL="0" algn="l" defTabSz="914126" rtl="0" eaLnBrk="1" latinLnBrk="0" hangingPunct="1">
                        <a:defRPr sz="1799" kern="1200">
                          <a:solidFill>
                            <a:schemeClr val="dk1"/>
                          </a:solidFill>
                          <a:latin typeface="Arial"/>
                        </a:defRPr>
                      </a:lvl1pPr>
                      <a:lvl2pPr marL="457063" algn="l" defTabSz="914126" rtl="0" eaLnBrk="1" latinLnBrk="0" hangingPunct="1">
                        <a:defRPr sz="1799" kern="1200">
                          <a:solidFill>
                            <a:schemeClr val="dk1"/>
                          </a:solidFill>
                          <a:latin typeface="Arial"/>
                        </a:defRPr>
                      </a:lvl2pPr>
                      <a:lvl3pPr marL="914126" algn="l" defTabSz="914126" rtl="0" eaLnBrk="1" latinLnBrk="0" hangingPunct="1">
                        <a:defRPr sz="1799" kern="1200">
                          <a:solidFill>
                            <a:schemeClr val="dk1"/>
                          </a:solidFill>
                          <a:latin typeface="Arial"/>
                        </a:defRPr>
                      </a:lvl3pPr>
                      <a:lvl4pPr marL="1371189" algn="l" defTabSz="914126" rtl="0" eaLnBrk="1" latinLnBrk="0" hangingPunct="1">
                        <a:defRPr sz="1799" kern="1200">
                          <a:solidFill>
                            <a:schemeClr val="dk1"/>
                          </a:solidFill>
                          <a:latin typeface="Arial"/>
                        </a:defRPr>
                      </a:lvl4pPr>
                      <a:lvl5pPr marL="1828251" algn="l" defTabSz="914126" rtl="0" eaLnBrk="1" latinLnBrk="0" hangingPunct="1">
                        <a:defRPr sz="1799" kern="1200">
                          <a:solidFill>
                            <a:schemeClr val="dk1"/>
                          </a:solidFill>
                          <a:latin typeface="Arial"/>
                        </a:defRPr>
                      </a:lvl5pPr>
                      <a:lvl6pPr marL="2285314" algn="l" defTabSz="914126" rtl="0" eaLnBrk="1" latinLnBrk="0" hangingPunct="1">
                        <a:defRPr sz="1799" kern="1200">
                          <a:solidFill>
                            <a:schemeClr val="dk1"/>
                          </a:solidFill>
                          <a:latin typeface="Arial"/>
                        </a:defRPr>
                      </a:lvl6pPr>
                      <a:lvl7pPr marL="2742377" algn="l" defTabSz="914126" rtl="0" eaLnBrk="1" latinLnBrk="0" hangingPunct="1">
                        <a:defRPr sz="1799" kern="1200">
                          <a:solidFill>
                            <a:schemeClr val="dk1"/>
                          </a:solidFill>
                          <a:latin typeface="Arial"/>
                        </a:defRPr>
                      </a:lvl7pPr>
                      <a:lvl8pPr marL="3199440" algn="l" defTabSz="914126" rtl="0" eaLnBrk="1" latinLnBrk="0" hangingPunct="1">
                        <a:defRPr sz="1799" kern="1200">
                          <a:solidFill>
                            <a:schemeClr val="dk1"/>
                          </a:solidFill>
                          <a:latin typeface="Arial"/>
                        </a:defRPr>
                      </a:lvl8pPr>
                      <a:lvl9pPr marL="3656503" algn="l" defTabSz="914126" rtl="0" eaLnBrk="1" latinLnBrk="0" hangingPunct="1">
                        <a:defRPr sz="1799" kern="1200">
                          <a:solidFill>
                            <a:schemeClr val="dk1"/>
                          </a:solidFill>
                          <a:latin typeface="Arial"/>
                        </a:defRPr>
                      </a:lvl9p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200" dirty="0"/>
                        <a:t>Convert to a</a:t>
                      </a:r>
                      <a:r>
                        <a:rPr lang="en-US" sz="1200" baseline="0" dirty="0"/>
                        <a:t> 64-bit long </a:t>
                      </a:r>
                      <a:r>
                        <a:rPr lang="en-US" sz="1200" baseline="0" dirty="0" err="1"/>
                        <a:t>long</a:t>
                      </a:r>
                      <a:r>
                        <a:rPr lang="en-US" sz="1200" baseline="0" dirty="0"/>
                        <a:t> type</a:t>
                      </a:r>
                      <a:endParaRPr lang="en-US" sz="1200" dirty="0"/>
                    </a:p>
                  </a:txBody>
                  <a:tcPr marL="121888" marR="121888">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008CA8">
                        <a:tint val="20000"/>
                      </a:srgbClr>
                    </a:solidFill>
                  </a:tcPr>
                </a:tc>
                <a:tc>
                  <a:txBody>
                    <a:bodyPr/>
                    <a:lstStyle>
                      <a:lvl1pPr marL="0" algn="l" defTabSz="914126" rtl="0" eaLnBrk="1" latinLnBrk="0" hangingPunct="1">
                        <a:defRPr sz="1799" kern="1200">
                          <a:solidFill>
                            <a:schemeClr val="dk1"/>
                          </a:solidFill>
                          <a:latin typeface="Arial"/>
                        </a:defRPr>
                      </a:lvl1pPr>
                      <a:lvl2pPr marL="457063" algn="l" defTabSz="914126" rtl="0" eaLnBrk="1" latinLnBrk="0" hangingPunct="1">
                        <a:defRPr sz="1799" kern="1200">
                          <a:solidFill>
                            <a:schemeClr val="dk1"/>
                          </a:solidFill>
                          <a:latin typeface="Arial"/>
                        </a:defRPr>
                      </a:lvl2pPr>
                      <a:lvl3pPr marL="914126" algn="l" defTabSz="914126" rtl="0" eaLnBrk="1" latinLnBrk="0" hangingPunct="1">
                        <a:defRPr sz="1799" kern="1200">
                          <a:solidFill>
                            <a:schemeClr val="dk1"/>
                          </a:solidFill>
                          <a:latin typeface="Arial"/>
                        </a:defRPr>
                      </a:lvl3pPr>
                      <a:lvl4pPr marL="1371189" algn="l" defTabSz="914126" rtl="0" eaLnBrk="1" latinLnBrk="0" hangingPunct="1">
                        <a:defRPr sz="1799" kern="1200">
                          <a:solidFill>
                            <a:schemeClr val="dk1"/>
                          </a:solidFill>
                          <a:latin typeface="Arial"/>
                        </a:defRPr>
                      </a:lvl4pPr>
                      <a:lvl5pPr marL="1828251" algn="l" defTabSz="914126" rtl="0" eaLnBrk="1" latinLnBrk="0" hangingPunct="1">
                        <a:defRPr sz="1799" kern="1200">
                          <a:solidFill>
                            <a:schemeClr val="dk1"/>
                          </a:solidFill>
                          <a:latin typeface="Arial"/>
                        </a:defRPr>
                      </a:lvl5pPr>
                      <a:lvl6pPr marL="2285314" algn="l" defTabSz="914126" rtl="0" eaLnBrk="1" latinLnBrk="0" hangingPunct="1">
                        <a:defRPr sz="1799" kern="1200">
                          <a:solidFill>
                            <a:schemeClr val="dk1"/>
                          </a:solidFill>
                          <a:latin typeface="Arial"/>
                        </a:defRPr>
                      </a:lvl6pPr>
                      <a:lvl7pPr marL="2742377" algn="l" defTabSz="914126" rtl="0" eaLnBrk="1" latinLnBrk="0" hangingPunct="1">
                        <a:defRPr sz="1799" kern="1200">
                          <a:solidFill>
                            <a:schemeClr val="dk1"/>
                          </a:solidFill>
                          <a:latin typeface="Arial"/>
                        </a:defRPr>
                      </a:lvl7pPr>
                      <a:lvl8pPr marL="3199440" algn="l" defTabSz="914126" rtl="0" eaLnBrk="1" latinLnBrk="0" hangingPunct="1">
                        <a:defRPr sz="1799" kern="1200">
                          <a:solidFill>
                            <a:schemeClr val="dk1"/>
                          </a:solidFill>
                          <a:latin typeface="Arial"/>
                        </a:defRPr>
                      </a:lvl8pPr>
                      <a:lvl9pPr marL="3656503" algn="l" defTabSz="914126" rtl="0" eaLnBrk="1" latinLnBrk="0" hangingPunct="1">
                        <a:defRPr sz="1799" kern="1200">
                          <a:solidFill>
                            <a:schemeClr val="dk1"/>
                          </a:solidFill>
                          <a:latin typeface="Arial"/>
                        </a:defRPr>
                      </a:lvl9p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200" dirty="0"/>
                        <a:t>res = var.to_int64();</a:t>
                      </a:r>
                    </a:p>
                  </a:txBody>
                  <a:tcPr marL="121888" marR="121888">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008CA8">
                        <a:tint val="20000"/>
                      </a:srgbClr>
                    </a:solidFill>
                  </a:tcPr>
                </a:tc>
                <a:extLst>
                  <a:ext uri="{0D108BD9-81ED-4DB2-BD59-A6C34878D82A}">
                    <a16:rowId xmlns:a16="http://schemas.microsoft.com/office/drawing/2014/main" val="10003"/>
                  </a:ext>
                </a:extLst>
              </a:tr>
              <a:tr h="117711">
                <a:tc>
                  <a:txBody>
                    <a:bodyPr/>
                    <a:lstStyle>
                      <a:lvl1pPr marL="0" algn="l" defTabSz="914126" rtl="0" eaLnBrk="1" latinLnBrk="0" hangingPunct="1">
                        <a:defRPr sz="1799" b="1" kern="1200">
                          <a:solidFill>
                            <a:schemeClr val="lt1"/>
                          </a:solidFill>
                          <a:latin typeface="Arial"/>
                        </a:defRPr>
                      </a:lvl1pPr>
                      <a:lvl2pPr marL="457063" algn="l" defTabSz="914126" rtl="0" eaLnBrk="1" latinLnBrk="0" hangingPunct="1">
                        <a:defRPr sz="1799" b="1" kern="1200">
                          <a:solidFill>
                            <a:schemeClr val="lt1"/>
                          </a:solidFill>
                          <a:latin typeface="Arial"/>
                        </a:defRPr>
                      </a:lvl2pPr>
                      <a:lvl3pPr marL="914126" algn="l" defTabSz="914126" rtl="0" eaLnBrk="1" latinLnBrk="0" hangingPunct="1">
                        <a:defRPr sz="1799" b="1" kern="1200">
                          <a:solidFill>
                            <a:schemeClr val="lt1"/>
                          </a:solidFill>
                          <a:latin typeface="Arial"/>
                        </a:defRPr>
                      </a:lvl3pPr>
                      <a:lvl4pPr marL="1371189" algn="l" defTabSz="914126" rtl="0" eaLnBrk="1" latinLnBrk="0" hangingPunct="1">
                        <a:defRPr sz="1799" b="1" kern="1200">
                          <a:solidFill>
                            <a:schemeClr val="lt1"/>
                          </a:solidFill>
                          <a:latin typeface="Arial"/>
                        </a:defRPr>
                      </a:lvl4pPr>
                      <a:lvl5pPr marL="1828251" algn="l" defTabSz="914126" rtl="0" eaLnBrk="1" latinLnBrk="0" hangingPunct="1">
                        <a:defRPr sz="1799" b="1" kern="1200">
                          <a:solidFill>
                            <a:schemeClr val="lt1"/>
                          </a:solidFill>
                          <a:latin typeface="Arial"/>
                        </a:defRPr>
                      </a:lvl5pPr>
                      <a:lvl6pPr marL="2285314" algn="l" defTabSz="914126" rtl="0" eaLnBrk="1" latinLnBrk="0" hangingPunct="1">
                        <a:defRPr sz="1799" b="1" kern="1200">
                          <a:solidFill>
                            <a:schemeClr val="lt1"/>
                          </a:solidFill>
                          <a:latin typeface="Arial"/>
                        </a:defRPr>
                      </a:lvl6pPr>
                      <a:lvl7pPr marL="2742377" algn="l" defTabSz="914126" rtl="0" eaLnBrk="1" latinLnBrk="0" hangingPunct="1">
                        <a:defRPr sz="1799" b="1" kern="1200">
                          <a:solidFill>
                            <a:schemeClr val="lt1"/>
                          </a:solidFill>
                          <a:latin typeface="Arial"/>
                        </a:defRPr>
                      </a:lvl7pPr>
                      <a:lvl8pPr marL="3199440" algn="l" defTabSz="914126" rtl="0" eaLnBrk="1" latinLnBrk="0" hangingPunct="1">
                        <a:defRPr sz="1799" b="1" kern="1200">
                          <a:solidFill>
                            <a:schemeClr val="lt1"/>
                          </a:solidFill>
                          <a:latin typeface="Arial"/>
                        </a:defRPr>
                      </a:lvl8pPr>
                      <a:lvl9pPr marL="3656503" algn="l" defTabSz="914126" rtl="0" eaLnBrk="1" latinLnBrk="0" hangingPunct="1">
                        <a:defRPr sz="1799" b="1" kern="1200">
                          <a:solidFill>
                            <a:schemeClr val="lt1"/>
                          </a:solidFill>
                          <a:latin typeface="Arial"/>
                        </a:defRPr>
                      </a:lvl9pPr>
                    </a:lstStyle>
                    <a:p>
                      <a:r>
                        <a:rPr lang="en-US" sz="1200" b="1" kern="1200" dirty="0">
                          <a:solidFill>
                            <a:schemeClr val="lt1"/>
                          </a:solidFill>
                          <a:latin typeface="+mn-lt"/>
                          <a:ea typeface="+mn-ea"/>
                          <a:cs typeface="+mn-cs"/>
                        </a:rPr>
                        <a:t>To 64-bit unsigned integer </a:t>
                      </a:r>
                      <a:endParaRPr lang="en-US" sz="1200" dirty="0"/>
                    </a:p>
                  </a:txBody>
                  <a:tcPr marL="121888" marR="121888">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008CA8"/>
                    </a:solidFill>
                  </a:tcPr>
                </a:tc>
                <a:tc>
                  <a:txBody>
                    <a:bodyPr/>
                    <a:lstStyle>
                      <a:lvl1pPr marL="0" algn="l" defTabSz="914126" rtl="0" eaLnBrk="1" latinLnBrk="0" hangingPunct="1">
                        <a:defRPr sz="1799" kern="1200">
                          <a:solidFill>
                            <a:schemeClr val="dk1"/>
                          </a:solidFill>
                          <a:latin typeface="Arial"/>
                        </a:defRPr>
                      </a:lvl1pPr>
                      <a:lvl2pPr marL="457063" algn="l" defTabSz="914126" rtl="0" eaLnBrk="1" latinLnBrk="0" hangingPunct="1">
                        <a:defRPr sz="1799" kern="1200">
                          <a:solidFill>
                            <a:schemeClr val="dk1"/>
                          </a:solidFill>
                          <a:latin typeface="Arial"/>
                        </a:defRPr>
                      </a:lvl2pPr>
                      <a:lvl3pPr marL="914126" algn="l" defTabSz="914126" rtl="0" eaLnBrk="1" latinLnBrk="0" hangingPunct="1">
                        <a:defRPr sz="1799" kern="1200">
                          <a:solidFill>
                            <a:schemeClr val="dk1"/>
                          </a:solidFill>
                          <a:latin typeface="Arial"/>
                        </a:defRPr>
                      </a:lvl3pPr>
                      <a:lvl4pPr marL="1371189" algn="l" defTabSz="914126" rtl="0" eaLnBrk="1" latinLnBrk="0" hangingPunct="1">
                        <a:defRPr sz="1799" kern="1200">
                          <a:solidFill>
                            <a:schemeClr val="dk1"/>
                          </a:solidFill>
                          <a:latin typeface="Arial"/>
                        </a:defRPr>
                      </a:lvl4pPr>
                      <a:lvl5pPr marL="1828251" algn="l" defTabSz="914126" rtl="0" eaLnBrk="1" latinLnBrk="0" hangingPunct="1">
                        <a:defRPr sz="1799" kern="1200">
                          <a:solidFill>
                            <a:schemeClr val="dk1"/>
                          </a:solidFill>
                          <a:latin typeface="Arial"/>
                        </a:defRPr>
                      </a:lvl5pPr>
                      <a:lvl6pPr marL="2285314" algn="l" defTabSz="914126" rtl="0" eaLnBrk="1" latinLnBrk="0" hangingPunct="1">
                        <a:defRPr sz="1799" kern="1200">
                          <a:solidFill>
                            <a:schemeClr val="dk1"/>
                          </a:solidFill>
                          <a:latin typeface="Arial"/>
                        </a:defRPr>
                      </a:lvl6pPr>
                      <a:lvl7pPr marL="2742377" algn="l" defTabSz="914126" rtl="0" eaLnBrk="1" latinLnBrk="0" hangingPunct="1">
                        <a:defRPr sz="1799" kern="1200">
                          <a:solidFill>
                            <a:schemeClr val="dk1"/>
                          </a:solidFill>
                          <a:latin typeface="Arial"/>
                        </a:defRPr>
                      </a:lvl7pPr>
                      <a:lvl8pPr marL="3199440" algn="l" defTabSz="914126" rtl="0" eaLnBrk="1" latinLnBrk="0" hangingPunct="1">
                        <a:defRPr sz="1799" kern="1200">
                          <a:solidFill>
                            <a:schemeClr val="dk1"/>
                          </a:solidFill>
                          <a:latin typeface="Arial"/>
                        </a:defRPr>
                      </a:lvl8pPr>
                      <a:lvl9pPr marL="3656503" algn="l" defTabSz="914126" rtl="0" eaLnBrk="1" latinLnBrk="0" hangingPunct="1">
                        <a:defRPr sz="1799" kern="1200">
                          <a:solidFill>
                            <a:schemeClr val="dk1"/>
                          </a:solidFill>
                          <a:latin typeface="Arial"/>
                        </a:defRPr>
                      </a:lvl9p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200" dirty="0"/>
                        <a:t>Convert to an</a:t>
                      </a:r>
                      <a:r>
                        <a:rPr lang="en-US" sz="1200" baseline="0" dirty="0"/>
                        <a:t> unsigned long </a:t>
                      </a:r>
                      <a:r>
                        <a:rPr lang="en-US" sz="1200" baseline="0" dirty="0" err="1"/>
                        <a:t>long</a:t>
                      </a:r>
                      <a:r>
                        <a:rPr lang="en-US" sz="1200" baseline="0" dirty="0"/>
                        <a:t> type</a:t>
                      </a:r>
                      <a:endParaRPr lang="en-US" sz="1200" dirty="0"/>
                    </a:p>
                  </a:txBody>
                  <a:tcPr marL="121888" marR="121888">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008CA8">
                        <a:tint val="40000"/>
                      </a:srgbClr>
                    </a:solidFill>
                  </a:tcPr>
                </a:tc>
                <a:tc>
                  <a:txBody>
                    <a:bodyPr/>
                    <a:lstStyle>
                      <a:lvl1pPr marL="0" algn="l" defTabSz="914126" rtl="0" eaLnBrk="1" latinLnBrk="0" hangingPunct="1">
                        <a:defRPr sz="1799" kern="1200">
                          <a:solidFill>
                            <a:schemeClr val="dk1"/>
                          </a:solidFill>
                          <a:latin typeface="Arial"/>
                        </a:defRPr>
                      </a:lvl1pPr>
                      <a:lvl2pPr marL="457063" algn="l" defTabSz="914126" rtl="0" eaLnBrk="1" latinLnBrk="0" hangingPunct="1">
                        <a:defRPr sz="1799" kern="1200">
                          <a:solidFill>
                            <a:schemeClr val="dk1"/>
                          </a:solidFill>
                          <a:latin typeface="Arial"/>
                        </a:defRPr>
                      </a:lvl2pPr>
                      <a:lvl3pPr marL="914126" algn="l" defTabSz="914126" rtl="0" eaLnBrk="1" latinLnBrk="0" hangingPunct="1">
                        <a:defRPr sz="1799" kern="1200">
                          <a:solidFill>
                            <a:schemeClr val="dk1"/>
                          </a:solidFill>
                          <a:latin typeface="Arial"/>
                        </a:defRPr>
                      </a:lvl3pPr>
                      <a:lvl4pPr marL="1371189" algn="l" defTabSz="914126" rtl="0" eaLnBrk="1" latinLnBrk="0" hangingPunct="1">
                        <a:defRPr sz="1799" kern="1200">
                          <a:solidFill>
                            <a:schemeClr val="dk1"/>
                          </a:solidFill>
                          <a:latin typeface="Arial"/>
                        </a:defRPr>
                      </a:lvl4pPr>
                      <a:lvl5pPr marL="1828251" algn="l" defTabSz="914126" rtl="0" eaLnBrk="1" latinLnBrk="0" hangingPunct="1">
                        <a:defRPr sz="1799" kern="1200">
                          <a:solidFill>
                            <a:schemeClr val="dk1"/>
                          </a:solidFill>
                          <a:latin typeface="Arial"/>
                        </a:defRPr>
                      </a:lvl5pPr>
                      <a:lvl6pPr marL="2285314" algn="l" defTabSz="914126" rtl="0" eaLnBrk="1" latinLnBrk="0" hangingPunct="1">
                        <a:defRPr sz="1799" kern="1200">
                          <a:solidFill>
                            <a:schemeClr val="dk1"/>
                          </a:solidFill>
                          <a:latin typeface="Arial"/>
                        </a:defRPr>
                      </a:lvl6pPr>
                      <a:lvl7pPr marL="2742377" algn="l" defTabSz="914126" rtl="0" eaLnBrk="1" latinLnBrk="0" hangingPunct="1">
                        <a:defRPr sz="1799" kern="1200">
                          <a:solidFill>
                            <a:schemeClr val="dk1"/>
                          </a:solidFill>
                          <a:latin typeface="Arial"/>
                        </a:defRPr>
                      </a:lvl7pPr>
                      <a:lvl8pPr marL="3199440" algn="l" defTabSz="914126" rtl="0" eaLnBrk="1" latinLnBrk="0" hangingPunct="1">
                        <a:defRPr sz="1799" kern="1200">
                          <a:solidFill>
                            <a:schemeClr val="dk1"/>
                          </a:solidFill>
                          <a:latin typeface="Arial"/>
                        </a:defRPr>
                      </a:lvl8pPr>
                      <a:lvl9pPr marL="3656503" algn="l" defTabSz="914126" rtl="0" eaLnBrk="1" latinLnBrk="0" hangingPunct="1">
                        <a:defRPr sz="1799" kern="1200">
                          <a:solidFill>
                            <a:schemeClr val="dk1"/>
                          </a:solidFill>
                          <a:latin typeface="Arial"/>
                        </a:defRPr>
                      </a:lvl9p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200" dirty="0"/>
                        <a:t>res = var.to_uint64();</a:t>
                      </a:r>
                    </a:p>
                  </a:txBody>
                  <a:tcPr marL="121888" marR="121888">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008CA8">
                        <a:tint val="40000"/>
                      </a:srgbClr>
                    </a:solidFill>
                  </a:tcPr>
                </a:tc>
                <a:extLst>
                  <a:ext uri="{0D108BD9-81ED-4DB2-BD59-A6C34878D82A}">
                    <a16:rowId xmlns:a16="http://schemas.microsoft.com/office/drawing/2014/main" val="10004"/>
                  </a:ext>
                </a:extLst>
              </a:tr>
              <a:tr h="0">
                <a:tc>
                  <a:txBody>
                    <a:bodyPr/>
                    <a:lstStyle>
                      <a:lvl1pPr marL="0" algn="l" defTabSz="914126" rtl="0" eaLnBrk="1" latinLnBrk="0" hangingPunct="1">
                        <a:defRPr sz="1799" b="1" kern="1200">
                          <a:solidFill>
                            <a:schemeClr val="lt1"/>
                          </a:solidFill>
                          <a:latin typeface="Arial"/>
                        </a:defRPr>
                      </a:lvl1pPr>
                      <a:lvl2pPr marL="457063" algn="l" defTabSz="914126" rtl="0" eaLnBrk="1" latinLnBrk="0" hangingPunct="1">
                        <a:defRPr sz="1799" b="1" kern="1200">
                          <a:solidFill>
                            <a:schemeClr val="lt1"/>
                          </a:solidFill>
                          <a:latin typeface="Arial"/>
                        </a:defRPr>
                      </a:lvl2pPr>
                      <a:lvl3pPr marL="914126" algn="l" defTabSz="914126" rtl="0" eaLnBrk="1" latinLnBrk="0" hangingPunct="1">
                        <a:defRPr sz="1799" b="1" kern="1200">
                          <a:solidFill>
                            <a:schemeClr val="lt1"/>
                          </a:solidFill>
                          <a:latin typeface="Arial"/>
                        </a:defRPr>
                      </a:lvl3pPr>
                      <a:lvl4pPr marL="1371189" algn="l" defTabSz="914126" rtl="0" eaLnBrk="1" latinLnBrk="0" hangingPunct="1">
                        <a:defRPr sz="1799" b="1" kern="1200">
                          <a:solidFill>
                            <a:schemeClr val="lt1"/>
                          </a:solidFill>
                          <a:latin typeface="Arial"/>
                        </a:defRPr>
                      </a:lvl4pPr>
                      <a:lvl5pPr marL="1828251" algn="l" defTabSz="914126" rtl="0" eaLnBrk="1" latinLnBrk="0" hangingPunct="1">
                        <a:defRPr sz="1799" b="1" kern="1200">
                          <a:solidFill>
                            <a:schemeClr val="lt1"/>
                          </a:solidFill>
                          <a:latin typeface="Arial"/>
                        </a:defRPr>
                      </a:lvl5pPr>
                      <a:lvl6pPr marL="2285314" algn="l" defTabSz="914126" rtl="0" eaLnBrk="1" latinLnBrk="0" hangingPunct="1">
                        <a:defRPr sz="1799" b="1" kern="1200">
                          <a:solidFill>
                            <a:schemeClr val="lt1"/>
                          </a:solidFill>
                          <a:latin typeface="Arial"/>
                        </a:defRPr>
                      </a:lvl6pPr>
                      <a:lvl7pPr marL="2742377" algn="l" defTabSz="914126" rtl="0" eaLnBrk="1" latinLnBrk="0" hangingPunct="1">
                        <a:defRPr sz="1799" b="1" kern="1200">
                          <a:solidFill>
                            <a:schemeClr val="lt1"/>
                          </a:solidFill>
                          <a:latin typeface="Arial"/>
                        </a:defRPr>
                      </a:lvl7pPr>
                      <a:lvl8pPr marL="3199440" algn="l" defTabSz="914126" rtl="0" eaLnBrk="1" latinLnBrk="0" hangingPunct="1">
                        <a:defRPr sz="1799" b="1" kern="1200">
                          <a:solidFill>
                            <a:schemeClr val="lt1"/>
                          </a:solidFill>
                          <a:latin typeface="Arial"/>
                        </a:defRPr>
                      </a:lvl8pPr>
                      <a:lvl9pPr marL="3656503" algn="l" defTabSz="914126" rtl="0" eaLnBrk="1" latinLnBrk="0" hangingPunct="1">
                        <a:defRPr sz="1799" b="1" kern="1200">
                          <a:solidFill>
                            <a:schemeClr val="lt1"/>
                          </a:solidFill>
                          <a:latin typeface="Arial"/>
                        </a:defRPr>
                      </a:lvl9pPr>
                    </a:lstStyle>
                    <a:p>
                      <a:r>
                        <a:rPr lang="en-US" sz="1200" b="1" kern="1200" dirty="0">
                          <a:solidFill>
                            <a:schemeClr val="lt1"/>
                          </a:solidFill>
                          <a:latin typeface="+mn-lt"/>
                          <a:ea typeface="+mn-ea"/>
                          <a:cs typeface="+mn-cs"/>
                        </a:rPr>
                        <a:t>To double </a:t>
                      </a:r>
                      <a:r>
                        <a:rPr lang="en-US" sz="1200" dirty="0"/>
                        <a:t>	</a:t>
                      </a:r>
                    </a:p>
                  </a:txBody>
                  <a:tcPr marL="121888" marR="121888">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008CA8"/>
                    </a:solidFill>
                  </a:tcPr>
                </a:tc>
                <a:tc>
                  <a:txBody>
                    <a:bodyPr/>
                    <a:lstStyle>
                      <a:lvl1pPr marL="0" algn="l" defTabSz="914126" rtl="0" eaLnBrk="1" latinLnBrk="0" hangingPunct="1">
                        <a:defRPr sz="1799" kern="1200">
                          <a:solidFill>
                            <a:schemeClr val="dk1"/>
                          </a:solidFill>
                          <a:latin typeface="Arial"/>
                        </a:defRPr>
                      </a:lvl1pPr>
                      <a:lvl2pPr marL="457063" algn="l" defTabSz="914126" rtl="0" eaLnBrk="1" latinLnBrk="0" hangingPunct="1">
                        <a:defRPr sz="1799" kern="1200">
                          <a:solidFill>
                            <a:schemeClr val="dk1"/>
                          </a:solidFill>
                          <a:latin typeface="Arial"/>
                        </a:defRPr>
                      </a:lvl2pPr>
                      <a:lvl3pPr marL="914126" algn="l" defTabSz="914126" rtl="0" eaLnBrk="1" latinLnBrk="0" hangingPunct="1">
                        <a:defRPr sz="1799" kern="1200">
                          <a:solidFill>
                            <a:schemeClr val="dk1"/>
                          </a:solidFill>
                          <a:latin typeface="Arial"/>
                        </a:defRPr>
                      </a:lvl3pPr>
                      <a:lvl4pPr marL="1371189" algn="l" defTabSz="914126" rtl="0" eaLnBrk="1" latinLnBrk="0" hangingPunct="1">
                        <a:defRPr sz="1799" kern="1200">
                          <a:solidFill>
                            <a:schemeClr val="dk1"/>
                          </a:solidFill>
                          <a:latin typeface="Arial"/>
                        </a:defRPr>
                      </a:lvl4pPr>
                      <a:lvl5pPr marL="1828251" algn="l" defTabSz="914126" rtl="0" eaLnBrk="1" latinLnBrk="0" hangingPunct="1">
                        <a:defRPr sz="1799" kern="1200">
                          <a:solidFill>
                            <a:schemeClr val="dk1"/>
                          </a:solidFill>
                          <a:latin typeface="Arial"/>
                        </a:defRPr>
                      </a:lvl5pPr>
                      <a:lvl6pPr marL="2285314" algn="l" defTabSz="914126" rtl="0" eaLnBrk="1" latinLnBrk="0" hangingPunct="1">
                        <a:defRPr sz="1799" kern="1200">
                          <a:solidFill>
                            <a:schemeClr val="dk1"/>
                          </a:solidFill>
                          <a:latin typeface="Arial"/>
                        </a:defRPr>
                      </a:lvl6pPr>
                      <a:lvl7pPr marL="2742377" algn="l" defTabSz="914126" rtl="0" eaLnBrk="1" latinLnBrk="0" hangingPunct="1">
                        <a:defRPr sz="1799" kern="1200">
                          <a:solidFill>
                            <a:schemeClr val="dk1"/>
                          </a:solidFill>
                          <a:latin typeface="Arial"/>
                        </a:defRPr>
                      </a:lvl7pPr>
                      <a:lvl8pPr marL="3199440" algn="l" defTabSz="914126" rtl="0" eaLnBrk="1" latinLnBrk="0" hangingPunct="1">
                        <a:defRPr sz="1799" kern="1200">
                          <a:solidFill>
                            <a:schemeClr val="dk1"/>
                          </a:solidFill>
                          <a:latin typeface="Arial"/>
                        </a:defRPr>
                      </a:lvl8pPr>
                      <a:lvl9pPr marL="3656503" algn="l" defTabSz="914126" rtl="0" eaLnBrk="1" latinLnBrk="0" hangingPunct="1">
                        <a:defRPr sz="1799" kern="1200">
                          <a:solidFill>
                            <a:schemeClr val="dk1"/>
                          </a:solidFill>
                          <a:latin typeface="Arial"/>
                        </a:defRPr>
                      </a:lvl9p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200" dirty="0"/>
                        <a:t>Convert to double </a:t>
                      </a:r>
                      <a:r>
                        <a:rPr lang="en-US" sz="1200" baseline="0" dirty="0"/>
                        <a:t>type</a:t>
                      </a:r>
                      <a:endParaRPr lang="en-US" sz="1200" dirty="0"/>
                    </a:p>
                  </a:txBody>
                  <a:tcPr marL="121888" marR="121888">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008CA8">
                        <a:tint val="20000"/>
                      </a:srgbClr>
                    </a:solidFill>
                  </a:tcPr>
                </a:tc>
                <a:tc>
                  <a:txBody>
                    <a:bodyPr/>
                    <a:lstStyle>
                      <a:lvl1pPr marL="0" algn="l" defTabSz="914126" rtl="0" eaLnBrk="1" latinLnBrk="0" hangingPunct="1">
                        <a:defRPr sz="1799" kern="1200">
                          <a:solidFill>
                            <a:schemeClr val="dk1"/>
                          </a:solidFill>
                          <a:latin typeface="Arial"/>
                        </a:defRPr>
                      </a:lvl1pPr>
                      <a:lvl2pPr marL="457063" algn="l" defTabSz="914126" rtl="0" eaLnBrk="1" latinLnBrk="0" hangingPunct="1">
                        <a:defRPr sz="1799" kern="1200">
                          <a:solidFill>
                            <a:schemeClr val="dk1"/>
                          </a:solidFill>
                          <a:latin typeface="Arial"/>
                        </a:defRPr>
                      </a:lvl2pPr>
                      <a:lvl3pPr marL="914126" algn="l" defTabSz="914126" rtl="0" eaLnBrk="1" latinLnBrk="0" hangingPunct="1">
                        <a:defRPr sz="1799" kern="1200">
                          <a:solidFill>
                            <a:schemeClr val="dk1"/>
                          </a:solidFill>
                          <a:latin typeface="Arial"/>
                        </a:defRPr>
                      </a:lvl3pPr>
                      <a:lvl4pPr marL="1371189" algn="l" defTabSz="914126" rtl="0" eaLnBrk="1" latinLnBrk="0" hangingPunct="1">
                        <a:defRPr sz="1799" kern="1200">
                          <a:solidFill>
                            <a:schemeClr val="dk1"/>
                          </a:solidFill>
                          <a:latin typeface="Arial"/>
                        </a:defRPr>
                      </a:lvl4pPr>
                      <a:lvl5pPr marL="1828251" algn="l" defTabSz="914126" rtl="0" eaLnBrk="1" latinLnBrk="0" hangingPunct="1">
                        <a:defRPr sz="1799" kern="1200">
                          <a:solidFill>
                            <a:schemeClr val="dk1"/>
                          </a:solidFill>
                          <a:latin typeface="Arial"/>
                        </a:defRPr>
                      </a:lvl5pPr>
                      <a:lvl6pPr marL="2285314" algn="l" defTabSz="914126" rtl="0" eaLnBrk="1" latinLnBrk="0" hangingPunct="1">
                        <a:defRPr sz="1799" kern="1200">
                          <a:solidFill>
                            <a:schemeClr val="dk1"/>
                          </a:solidFill>
                          <a:latin typeface="Arial"/>
                        </a:defRPr>
                      </a:lvl6pPr>
                      <a:lvl7pPr marL="2742377" algn="l" defTabSz="914126" rtl="0" eaLnBrk="1" latinLnBrk="0" hangingPunct="1">
                        <a:defRPr sz="1799" kern="1200">
                          <a:solidFill>
                            <a:schemeClr val="dk1"/>
                          </a:solidFill>
                          <a:latin typeface="Arial"/>
                        </a:defRPr>
                      </a:lvl7pPr>
                      <a:lvl8pPr marL="3199440" algn="l" defTabSz="914126" rtl="0" eaLnBrk="1" latinLnBrk="0" hangingPunct="1">
                        <a:defRPr sz="1799" kern="1200">
                          <a:solidFill>
                            <a:schemeClr val="dk1"/>
                          </a:solidFill>
                          <a:latin typeface="Arial"/>
                        </a:defRPr>
                      </a:lvl8pPr>
                      <a:lvl9pPr marL="3656503" algn="l" defTabSz="914126" rtl="0" eaLnBrk="1" latinLnBrk="0" hangingPunct="1">
                        <a:defRPr sz="1799" kern="1200">
                          <a:solidFill>
                            <a:schemeClr val="dk1"/>
                          </a:solidFill>
                          <a:latin typeface="Arial"/>
                        </a:defRPr>
                      </a:lvl9p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200" dirty="0"/>
                        <a:t>res = </a:t>
                      </a:r>
                      <a:r>
                        <a:rPr lang="en-US" sz="1200" dirty="0" err="1"/>
                        <a:t>var.to_double</a:t>
                      </a:r>
                      <a:r>
                        <a:rPr lang="en-US" sz="1200" dirty="0"/>
                        <a:t>();</a:t>
                      </a:r>
                    </a:p>
                  </a:txBody>
                  <a:tcPr marL="121888" marR="121888">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008CA8">
                        <a:tint val="20000"/>
                      </a:srgbClr>
                    </a:solidFill>
                  </a:tcPr>
                </a:tc>
                <a:extLst>
                  <a:ext uri="{0D108BD9-81ED-4DB2-BD59-A6C34878D82A}">
                    <a16:rowId xmlns:a16="http://schemas.microsoft.com/office/drawing/2014/main" val="10005"/>
                  </a:ext>
                </a:extLst>
              </a:tr>
            </a:tbl>
          </a:graphicData>
        </a:graphic>
      </p:graphicFrame>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AP_INT operators &amp; conversions</a:t>
            </a:r>
          </a:p>
        </p:txBody>
      </p:sp>
      <p:sp>
        <p:nvSpPr>
          <p:cNvPr id="12" name="Slide Number Placeholder 11"/>
          <p:cNvSpPr>
            <a:spLocks noGrp="1"/>
          </p:cNvSpPr>
          <p:nvPr>
            <p:ph type="sldNum" sz="quarter" idx="10"/>
          </p:nvPr>
        </p:nvSpPr>
        <p:spPr/>
        <p:txBody>
          <a:bodyPr/>
          <a:lstStyle/>
          <a:p>
            <a:pPr defTabSz="914400">
              <a:defRPr/>
            </a:pPr>
            <a:r>
              <a:rPr lang="en-US" dirty="0">
                <a:solidFill>
                  <a:srgbClr val="0C0C0C">
                    <a:tint val="75000"/>
                  </a:srgbClr>
                </a:solidFill>
                <a:latin typeface="Arial"/>
              </a:rPr>
              <a:t>Data Types 14- </a:t>
            </a:r>
            <a:fld id="{060BD193-E118-4B16-863C-C8C12C675E3E}" type="slidenum">
              <a:rPr lang="en-US">
                <a:solidFill>
                  <a:srgbClr val="0C0C0C">
                    <a:tint val="75000"/>
                  </a:srgbClr>
                </a:solidFill>
                <a:latin typeface="Arial"/>
              </a:rPr>
              <a:pPr defTabSz="914400">
                <a:defRPr/>
              </a:pPr>
              <a:t>20</a:t>
            </a:fld>
            <a:endParaRPr lang="en-US" dirty="0">
              <a:solidFill>
                <a:srgbClr val="0C0C0C">
                  <a:tint val="75000"/>
                </a:srgbClr>
              </a:solidFill>
              <a:latin typeface="Arial"/>
            </a:endParaRPr>
          </a:p>
        </p:txBody>
      </p:sp>
      <p:sp>
        <p:nvSpPr>
          <p:cNvPr id="3" name="Content Placeholder 2"/>
          <p:cNvSpPr>
            <a:spLocks noGrp="1"/>
          </p:cNvSpPr>
          <p:nvPr>
            <p:ph idx="4294967295"/>
          </p:nvPr>
        </p:nvSpPr>
        <p:spPr>
          <a:xfrm>
            <a:off x="1689101" y="1327150"/>
            <a:ext cx="10501312" cy="4268788"/>
          </a:xfrm>
        </p:spPr>
        <p:txBody>
          <a:bodyPr/>
          <a:lstStyle/>
          <a:p>
            <a:r>
              <a:rPr lang="en-US" dirty="0"/>
              <a:t>Fully Supported for all Arithmetic operator</a:t>
            </a:r>
          </a:p>
          <a:p>
            <a:endParaRPr lang="en-US" dirty="0"/>
          </a:p>
          <a:p>
            <a:endParaRPr lang="en-US" dirty="0"/>
          </a:p>
          <a:p>
            <a:endParaRPr lang="en-US" dirty="0"/>
          </a:p>
          <a:p>
            <a:endParaRPr lang="en-US" dirty="0"/>
          </a:p>
          <a:p>
            <a:endParaRPr lang="en-US" dirty="0"/>
          </a:p>
          <a:p>
            <a:r>
              <a:rPr lang="en-US" dirty="0"/>
              <a:t>Methods for type conversion</a:t>
            </a:r>
          </a:p>
        </p:txBody>
      </p:sp>
      <p:sp>
        <p:nvSpPr>
          <p:cNvPr id="9" name="Slide Number Placeholder 4"/>
          <p:cNvSpPr txBox="1">
            <a:spLocks/>
          </p:cNvSpPr>
          <p:nvPr/>
        </p:nvSpPr>
        <p:spPr>
          <a:xfrm>
            <a:off x="611030" y="6347782"/>
            <a:ext cx="1117309" cy="244475"/>
          </a:xfrm>
          <a:prstGeom prst="rect">
            <a:avLst/>
          </a:prstGeom>
        </p:spPr>
        <p:txBody>
          <a:bodyPr/>
          <a:lstStyle/>
          <a:p>
            <a:pPr defTabSz="457200" fontAlgn="base">
              <a:spcBef>
                <a:spcPct val="0"/>
              </a:spcBef>
              <a:spcAft>
                <a:spcPct val="0"/>
              </a:spcAft>
              <a:defRPr/>
            </a:pPr>
            <a:r>
              <a:rPr lang="en-US" sz="1000">
                <a:solidFill>
                  <a:srgbClr val="FFFFFF"/>
                </a:solidFill>
                <a:latin typeface="Arial" charset="0"/>
                <a:ea typeface="ＭＳ Ｐゴシック" pitchFamily="34" charset="-128"/>
                <a:cs typeface="Arial" charset="0"/>
              </a:rPr>
              <a:t>14- </a:t>
            </a:r>
            <a:fld id="{0E88F696-905B-490D-9D4B-033243675593}" type="slidenum">
              <a:rPr lang="en-US" sz="1000">
                <a:solidFill>
                  <a:srgbClr val="FFFFFF"/>
                </a:solidFill>
                <a:latin typeface="Arial" charset="0"/>
                <a:ea typeface="ＭＳ Ｐゴシック" pitchFamily="34" charset="-128"/>
                <a:cs typeface="Arial" charset="0"/>
              </a:rPr>
              <a:pPr defTabSz="457200" fontAlgn="base">
                <a:spcBef>
                  <a:spcPct val="0"/>
                </a:spcBef>
                <a:spcAft>
                  <a:spcPct val="0"/>
                </a:spcAft>
                <a:defRPr/>
              </a:pPr>
              <a:t>20</a:t>
            </a:fld>
            <a:endParaRPr lang="en-US" sz="1000" dirty="0">
              <a:solidFill>
                <a:srgbClr val="FFFFFF"/>
              </a:solidFill>
              <a:latin typeface="Arial" charset="0"/>
              <a:ea typeface="ＭＳ Ｐゴシック" pitchFamily="34" charset="-128"/>
              <a:cs typeface="Arial" charset="0"/>
            </a:endParaRPr>
          </a:p>
        </p:txBody>
      </p:sp>
      <p:graphicFrame>
        <p:nvGraphicFramePr>
          <p:cNvPr id="8" name="Content Placeholder 14">
            <a:extLst>
              <a:ext uri="{FF2B5EF4-FFF2-40B4-BE49-F238E27FC236}">
                <a16:creationId xmlns:a16="http://schemas.microsoft.com/office/drawing/2014/main" id="{3DB5DFF8-C52E-4911-8892-8DCA28524542}"/>
              </a:ext>
            </a:extLst>
          </p:cNvPr>
          <p:cNvGraphicFramePr>
            <a:graphicFrameLocks/>
          </p:cNvGraphicFramePr>
          <p:nvPr/>
        </p:nvGraphicFramePr>
        <p:xfrm>
          <a:off x="797491" y="1816451"/>
          <a:ext cx="7269453" cy="1828800"/>
        </p:xfrm>
        <a:graphic>
          <a:graphicData uri="http://schemas.openxmlformats.org/drawingml/2006/table">
            <a:tbl>
              <a:tblPr firstCol="1" bandRow="1"/>
              <a:tblGrid>
                <a:gridCol w="2464221">
                  <a:extLst>
                    <a:ext uri="{9D8B030D-6E8A-4147-A177-3AD203B41FA5}">
                      <a16:colId xmlns:a16="http://schemas.microsoft.com/office/drawing/2014/main" val="20000"/>
                    </a:ext>
                  </a:extLst>
                </a:gridCol>
                <a:gridCol w="4805232">
                  <a:extLst>
                    <a:ext uri="{9D8B030D-6E8A-4147-A177-3AD203B41FA5}">
                      <a16:colId xmlns:a16="http://schemas.microsoft.com/office/drawing/2014/main" val="20001"/>
                    </a:ext>
                  </a:extLst>
                </a:gridCol>
              </a:tblGrid>
              <a:tr h="0">
                <a:tc gridSpan="2">
                  <a:txBody>
                    <a:bodyPr/>
                    <a:lstStyle>
                      <a:lvl1pPr marL="0" algn="l" defTabSz="914126" rtl="0" eaLnBrk="1" latinLnBrk="0" hangingPunct="1">
                        <a:defRPr sz="1799" b="1" kern="1200">
                          <a:solidFill>
                            <a:schemeClr val="lt1"/>
                          </a:solidFill>
                          <a:latin typeface="Arial"/>
                        </a:defRPr>
                      </a:lvl1pPr>
                      <a:lvl2pPr marL="457063" algn="l" defTabSz="914126" rtl="0" eaLnBrk="1" latinLnBrk="0" hangingPunct="1">
                        <a:defRPr sz="1799" b="1" kern="1200">
                          <a:solidFill>
                            <a:schemeClr val="lt1"/>
                          </a:solidFill>
                          <a:latin typeface="Arial"/>
                        </a:defRPr>
                      </a:lvl2pPr>
                      <a:lvl3pPr marL="914126" algn="l" defTabSz="914126" rtl="0" eaLnBrk="1" latinLnBrk="0" hangingPunct="1">
                        <a:defRPr sz="1799" b="1" kern="1200">
                          <a:solidFill>
                            <a:schemeClr val="lt1"/>
                          </a:solidFill>
                          <a:latin typeface="Arial"/>
                        </a:defRPr>
                      </a:lvl3pPr>
                      <a:lvl4pPr marL="1371189" algn="l" defTabSz="914126" rtl="0" eaLnBrk="1" latinLnBrk="0" hangingPunct="1">
                        <a:defRPr sz="1799" b="1" kern="1200">
                          <a:solidFill>
                            <a:schemeClr val="lt1"/>
                          </a:solidFill>
                          <a:latin typeface="Arial"/>
                        </a:defRPr>
                      </a:lvl4pPr>
                      <a:lvl5pPr marL="1828251" algn="l" defTabSz="914126" rtl="0" eaLnBrk="1" latinLnBrk="0" hangingPunct="1">
                        <a:defRPr sz="1799" b="1" kern="1200">
                          <a:solidFill>
                            <a:schemeClr val="lt1"/>
                          </a:solidFill>
                          <a:latin typeface="Arial"/>
                        </a:defRPr>
                      </a:lvl5pPr>
                      <a:lvl6pPr marL="2285314" algn="l" defTabSz="914126" rtl="0" eaLnBrk="1" latinLnBrk="0" hangingPunct="1">
                        <a:defRPr sz="1799" b="1" kern="1200">
                          <a:solidFill>
                            <a:schemeClr val="lt1"/>
                          </a:solidFill>
                          <a:latin typeface="Arial"/>
                        </a:defRPr>
                      </a:lvl6pPr>
                      <a:lvl7pPr marL="2742377" algn="l" defTabSz="914126" rtl="0" eaLnBrk="1" latinLnBrk="0" hangingPunct="1">
                        <a:defRPr sz="1799" b="1" kern="1200">
                          <a:solidFill>
                            <a:schemeClr val="lt1"/>
                          </a:solidFill>
                          <a:latin typeface="Arial"/>
                        </a:defRPr>
                      </a:lvl7pPr>
                      <a:lvl8pPr marL="3199440" algn="l" defTabSz="914126" rtl="0" eaLnBrk="1" latinLnBrk="0" hangingPunct="1">
                        <a:defRPr sz="1799" b="1" kern="1200">
                          <a:solidFill>
                            <a:schemeClr val="lt1"/>
                          </a:solidFill>
                          <a:latin typeface="Arial"/>
                        </a:defRPr>
                      </a:lvl8pPr>
                      <a:lvl9pPr marL="3656503" algn="l" defTabSz="914126" rtl="0" eaLnBrk="1" latinLnBrk="0" hangingPunct="1">
                        <a:defRPr sz="1799" b="1" kern="1200">
                          <a:solidFill>
                            <a:schemeClr val="lt1"/>
                          </a:solidFill>
                          <a:latin typeface="Arial"/>
                        </a:defRPr>
                      </a:lvl9pPr>
                    </a:lstStyle>
                    <a:p>
                      <a:r>
                        <a:rPr lang="en-US" sz="1200" b="1" dirty="0">
                          <a:solidFill>
                            <a:schemeClr val="tx1"/>
                          </a:solidFill>
                        </a:rPr>
                        <a:t>Operations</a:t>
                      </a:r>
                    </a:p>
                  </a:txBody>
                  <a:tcPr marL="121888" marR="121888">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008CA8">
                        <a:lumMod val="40000"/>
                        <a:lumOff val="60000"/>
                      </a:srgbClr>
                    </a:solidFill>
                  </a:tcPr>
                </a:tc>
                <a:tc hMerge="1">
                  <a:txBody>
                    <a:bodyPr/>
                    <a:lstStyle/>
                    <a:p>
                      <a:pPr marL="0" marR="0" indent="0" algn="l" defTabSz="457200" rtl="0" eaLnBrk="1" fontAlgn="auto" latinLnBrk="0" hangingPunct="1">
                        <a:lnSpc>
                          <a:spcPct val="100000"/>
                        </a:lnSpc>
                        <a:spcBef>
                          <a:spcPts val="0"/>
                        </a:spcBef>
                        <a:spcAft>
                          <a:spcPts val="0"/>
                        </a:spcAft>
                        <a:buClrTx/>
                        <a:buSzTx/>
                        <a:buFontTx/>
                        <a:buNone/>
                        <a:tabLst/>
                        <a:defRPr/>
                      </a:pPr>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0">
                <a:tc>
                  <a:txBody>
                    <a:bodyPr/>
                    <a:lstStyle>
                      <a:lvl1pPr marL="0" algn="l" defTabSz="914126" rtl="0" eaLnBrk="1" latinLnBrk="0" hangingPunct="1">
                        <a:defRPr sz="1799" b="1" kern="1200">
                          <a:solidFill>
                            <a:schemeClr val="lt1"/>
                          </a:solidFill>
                          <a:latin typeface="Arial"/>
                        </a:defRPr>
                      </a:lvl1pPr>
                      <a:lvl2pPr marL="457063" algn="l" defTabSz="914126" rtl="0" eaLnBrk="1" latinLnBrk="0" hangingPunct="1">
                        <a:defRPr sz="1799" b="1" kern="1200">
                          <a:solidFill>
                            <a:schemeClr val="lt1"/>
                          </a:solidFill>
                          <a:latin typeface="Arial"/>
                        </a:defRPr>
                      </a:lvl2pPr>
                      <a:lvl3pPr marL="914126" algn="l" defTabSz="914126" rtl="0" eaLnBrk="1" latinLnBrk="0" hangingPunct="1">
                        <a:defRPr sz="1799" b="1" kern="1200">
                          <a:solidFill>
                            <a:schemeClr val="lt1"/>
                          </a:solidFill>
                          <a:latin typeface="Arial"/>
                        </a:defRPr>
                      </a:lvl3pPr>
                      <a:lvl4pPr marL="1371189" algn="l" defTabSz="914126" rtl="0" eaLnBrk="1" latinLnBrk="0" hangingPunct="1">
                        <a:defRPr sz="1799" b="1" kern="1200">
                          <a:solidFill>
                            <a:schemeClr val="lt1"/>
                          </a:solidFill>
                          <a:latin typeface="Arial"/>
                        </a:defRPr>
                      </a:lvl4pPr>
                      <a:lvl5pPr marL="1828251" algn="l" defTabSz="914126" rtl="0" eaLnBrk="1" latinLnBrk="0" hangingPunct="1">
                        <a:defRPr sz="1799" b="1" kern="1200">
                          <a:solidFill>
                            <a:schemeClr val="lt1"/>
                          </a:solidFill>
                          <a:latin typeface="Arial"/>
                        </a:defRPr>
                      </a:lvl5pPr>
                      <a:lvl6pPr marL="2285314" algn="l" defTabSz="914126" rtl="0" eaLnBrk="1" latinLnBrk="0" hangingPunct="1">
                        <a:defRPr sz="1799" b="1" kern="1200">
                          <a:solidFill>
                            <a:schemeClr val="lt1"/>
                          </a:solidFill>
                          <a:latin typeface="Arial"/>
                        </a:defRPr>
                      </a:lvl6pPr>
                      <a:lvl7pPr marL="2742377" algn="l" defTabSz="914126" rtl="0" eaLnBrk="1" latinLnBrk="0" hangingPunct="1">
                        <a:defRPr sz="1799" b="1" kern="1200">
                          <a:solidFill>
                            <a:schemeClr val="lt1"/>
                          </a:solidFill>
                          <a:latin typeface="Arial"/>
                        </a:defRPr>
                      </a:lvl7pPr>
                      <a:lvl8pPr marL="3199440" algn="l" defTabSz="914126" rtl="0" eaLnBrk="1" latinLnBrk="0" hangingPunct="1">
                        <a:defRPr sz="1799" b="1" kern="1200">
                          <a:solidFill>
                            <a:schemeClr val="lt1"/>
                          </a:solidFill>
                          <a:latin typeface="Arial"/>
                        </a:defRPr>
                      </a:lvl8pPr>
                      <a:lvl9pPr marL="3656503" algn="l" defTabSz="914126" rtl="0" eaLnBrk="1" latinLnBrk="0" hangingPunct="1">
                        <a:defRPr sz="1799" b="1" kern="1200">
                          <a:solidFill>
                            <a:schemeClr val="lt1"/>
                          </a:solidFill>
                          <a:latin typeface="Arial"/>
                        </a:defRPr>
                      </a:lvl9pPr>
                    </a:lstStyle>
                    <a:p>
                      <a:r>
                        <a:rPr lang="en-US" sz="1200" dirty="0"/>
                        <a:t>Arithmetic	</a:t>
                      </a:r>
                    </a:p>
                  </a:txBody>
                  <a:tcPr marL="121888" marR="121888">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008CA8"/>
                    </a:solidFill>
                  </a:tcPr>
                </a:tc>
                <a:tc>
                  <a:txBody>
                    <a:bodyPr/>
                    <a:lstStyle>
                      <a:lvl1pPr marL="0" algn="l" defTabSz="914126" rtl="0" eaLnBrk="1" latinLnBrk="0" hangingPunct="1">
                        <a:defRPr sz="1799" kern="1200">
                          <a:solidFill>
                            <a:schemeClr val="dk1"/>
                          </a:solidFill>
                          <a:latin typeface="Arial"/>
                        </a:defRPr>
                      </a:lvl1pPr>
                      <a:lvl2pPr marL="457063" algn="l" defTabSz="914126" rtl="0" eaLnBrk="1" latinLnBrk="0" hangingPunct="1">
                        <a:defRPr sz="1799" kern="1200">
                          <a:solidFill>
                            <a:schemeClr val="dk1"/>
                          </a:solidFill>
                          <a:latin typeface="Arial"/>
                        </a:defRPr>
                      </a:lvl2pPr>
                      <a:lvl3pPr marL="914126" algn="l" defTabSz="914126" rtl="0" eaLnBrk="1" latinLnBrk="0" hangingPunct="1">
                        <a:defRPr sz="1799" kern="1200">
                          <a:solidFill>
                            <a:schemeClr val="dk1"/>
                          </a:solidFill>
                          <a:latin typeface="Arial"/>
                        </a:defRPr>
                      </a:lvl3pPr>
                      <a:lvl4pPr marL="1371189" algn="l" defTabSz="914126" rtl="0" eaLnBrk="1" latinLnBrk="0" hangingPunct="1">
                        <a:defRPr sz="1799" kern="1200">
                          <a:solidFill>
                            <a:schemeClr val="dk1"/>
                          </a:solidFill>
                          <a:latin typeface="Arial"/>
                        </a:defRPr>
                      </a:lvl4pPr>
                      <a:lvl5pPr marL="1828251" algn="l" defTabSz="914126" rtl="0" eaLnBrk="1" latinLnBrk="0" hangingPunct="1">
                        <a:defRPr sz="1799" kern="1200">
                          <a:solidFill>
                            <a:schemeClr val="dk1"/>
                          </a:solidFill>
                          <a:latin typeface="Arial"/>
                        </a:defRPr>
                      </a:lvl5pPr>
                      <a:lvl6pPr marL="2285314" algn="l" defTabSz="914126" rtl="0" eaLnBrk="1" latinLnBrk="0" hangingPunct="1">
                        <a:defRPr sz="1799" kern="1200">
                          <a:solidFill>
                            <a:schemeClr val="dk1"/>
                          </a:solidFill>
                          <a:latin typeface="Arial"/>
                        </a:defRPr>
                      </a:lvl6pPr>
                      <a:lvl7pPr marL="2742377" algn="l" defTabSz="914126" rtl="0" eaLnBrk="1" latinLnBrk="0" hangingPunct="1">
                        <a:defRPr sz="1799" kern="1200">
                          <a:solidFill>
                            <a:schemeClr val="dk1"/>
                          </a:solidFill>
                          <a:latin typeface="Arial"/>
                        </a:defRPr>
                      </a:lvl7pPr>
                      <a:lvl8pPr marL="3199440" algn="l" defTabSz="914126" rtl="0" eaLnBrk="1" latinLnBrk="0" hangingPunct="1">
                        <a:defRPr sz="1799" kern="1200">
                          <a:solidFill>
                            <a:schemeClr val="dk1"/>
                          </a:solidFill>
                          <a:latin typeface="Arial"/>
                        </a:defRPr>
                      </a:lvl8pPr>
                      <a:lvl9pPr marL="3656503" algn="l" defTabSz="914126" rtl="0" eaLnBrk="1" latinLnBrk="0" hangingPunct="1">
                        <a:defRPr sz="1799" kern="1200">
                          <a:solidFill>
                            <a:schemeClr val="dk1"/>
                          </a:solidFill>
                          <a:latin typeface="Arial"/>
                        </a:defRPr>
                      </a:lvl9p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200" dirty="0"/>
                        <a:t>+ - * / % ++ -- </a:t>
                      </a:r>
                    </a:p>
                  </a:txBody>
                  <a:tcPr marL="121888" marR="121888">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008CA8">
                        <a:tint val="20000"/>
                      </a:srgbClr>
                    </a:solidFill>
                  </a:tcPr>
                </a:tc>
                <a:extLst>
                  <a:ext uri="{0D108BD9-81ED-4DB2-BD59-A6C34878D82A}">
                    <a16:rowId xmlns:a16="http://schemas.microsoft.com/office/drawing/2014/main" val="10001"/>
                  </a:ext>
                </a:extLst>
              </a:tr>
              <a:tr h="117711">
                <a:tc>
                  <a:txBody>
                    <a:bodyPr/>
                    <a:lstStyle>
                      <a:lvl1pPr marL="0" algn="l" defTabSz="914126" rtl="0" eaLnBrk="1" latinLnBrk="0" hangingPunct="1">
                        <a:defRPr sz="1799" b="1" kern="1200">
                          <a:solidFill>
                            <a:schemeClr val="lt1"/>
                          </a:solidFill>
                          <a:latin typeface="Arial"/>
                        </a:defRPr>
                      </a:lvl1pPr>
                      <a:lvl2pPr marL="457063" algn="l" defTabSz="914126" rtl="0" eaLnBrk="1" latinLnBrk="0" hangingPunct="1">
                        <a:defRPr sz="1799" b="1" kern="1200">
                          <a:solidFill>
                            <a:schemeClr val="lt1"/>
                          </a:solidFill>
                          <a:latin typeface="Arial"/>
                        </a:defRPr>
                      </a:lvl2pPr>
                      <a:lvl3pPr marL="914126" algn="l" defTabSz="914126" rtl="0" eaLnBrk="1" latinLnBrk="0" hangingPunct="1">
                        <a:defRPr sz="1799" b="1" kern="1200">
                          <a:solidFill>
                            <a:schemeClr val="lt1"/>
                          </a:solidFill>
                          <a:latin typeface="Arial"/>
                        </a:defRPr>
                      </a:lvl3pPr>
                      <a:lvl4pPr marL="1371189" algn="l" defTabSz="914126" rtl="0" eaLnBrk="1" latinLnBrk="0" hangingPunct="1">
                        <a:defRPr sz="1799" b="1" kern="1200">
                          <a:solidFill>
                            <a:schemeClr val="lt1"/>
                          </a:solidFill>
                          <a:latin typeface="Arial"/>
                        </a:defRPr>
                      </a:lvl4pPr>
                      <a:lvl5pPr marL="1828251" algn="l" defTabSz="914126" rtl="0" eaLnBrk="1" latinLnBrk="0" hangingPunct="1">
                        <a:defRPr sz="1799" b="1" kern="1200">
                          <a:solidFill>
                            <a:schemeClr val="lt1"/>
                          </a:solidFill>
                          <a:latin typeface="Arial"/>
                        </a:defRPr>
                      </a:lvl5pPr>
                      <a:lvl6pPr marL="2285314" algn="l" defTabSz="914126" rtl="0" eaLnBrk="1" latinLnBrk="0" hangingPunct="1">
                        <a:defRPr sz="1799" b="1" kern="1200">
                          <a:solidFill>
                            <a:schemeClr val="lt1"/>
                          </a:solidFill>
                          <a:latin typeface="Arial"/>
                        </a:defRPr>
                      </a:lvl6pPr>
                      <a:lvl7pPr marL="2742377" algn="l" defTabSz="914126" rtl="0" eaLnBrk="1" latinLnBrk="0" hangingPunct="1">
                        <a:defRPr sz="1799" b="1" kern="1200">
                          <a:solidFill>
                            <a:schemeClr val="lt1"/>
                          </a:solidFill>
                          <a:latin typeface="Arial"/>
                        </a:defRPr>
                      </a:lvl7pPr>
                      <a:lvl8pPr marL="3199440" algn="l" defTabSz="914126" rtl="0" eaLnBrk="1" latinLnBrk="0" hangingPunct="1">
                        <a:defRPr sz="1799" b="1" kern="1200">
                          <a:solidFill>
                            <a:schemeClr val="lt1"/>
                          </a:solidFill>
                          <a:latin typeface="Arial"/>
                        </a:defRPr>
                      </a:lvl8pPr>
                      <a:lvl9pPr marL="3656503" algn="l" defTabSz="914126" rtl="0" eaLnBrk="1" latinLnBrk="0" hangingPunct="1">
                        <a:defRPr sz="1799" b="1" kern="1200">
                          <a:solidFill>
                            <a:schemeClr val="lt1"/>
                          </a:solidFill>
                          <a:latin typeface="Arial"/>
                        </a:defRPr>
                      </a:lvl9pPr>
                    </a:lstStyle>
                    <a:p>
                      <a:r>
                        <a:rPr lang="en-US" sz="1200" dirty="0"/>
                        <a:t>Logical</a:t>
                      </a:r>
                    </a:p>
                  </a:txBody>
                  <a:tcPr marL="121888" marR="121888">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008CA8"/>
                    </a:solidFill>
                  </a:tcPr>
                </a:tc>
                <a:tc>
                  <a:txBody>
                    <a:bodyPr/>
                    <a:lstStyle>
                      <a:lvl1pPr marL="0" algn="l" defTabSz="914126" rtl="0" eaLnBrk="1" latinLnBrk="0" hangingPunct="1">
                        <a:defRPr sz="1799" kern="1200">
                          <a:solidFill>
                            <a:schemeClr val="dk1"/>
                          </a:solidFill>
                          <a:latin typeface="Arial"/>
                        </a:defRPr>
                      </a:lvl1pPr>
                      <a:lvl2pPr marL="457063" algn="l" defTabSz="914126" rtl="0" eaLnBrk="1" latinLnBrk="0" hangingPunct="1">
                        <a:defRPr sz="1799" kern="1200">
                          <a:solidFill>
                            <a:schemeClr val="dk1"/>
                          </a:solidFill>
                          <a:latin typeface="Arial"/>
                        </a:defRPr>
                      </a:lvl2pPr>
                      <a:lvl3pPr marL="914126" algn="l" defTabSz="914126" rtl="0" eaLnBrk="1" latinLnBrk="0" hangingPunct="1">
                        <a:defRPr sz="1799" kern="1200">
                          <a:solidFill>
                            <a:schemeClr val="dk1"/>
                          </a:solidFill>
                          <a:latin typeface="Arial"/>
                        </a:defRPr>
                      </a:lvl3pPr>
                      <a:lvl4pPr marL="1371189" algn="l" defTabSz="914126" rtl="0" eaLnBrk="1" latinLnBrk="0" hangingPunct="1">
                        <a:defRPr sz="1799" kern="1200">
                          <a:solidFill>
                            <a:schemeClr val="dk1"/>
                          </a:solidFill>
                          <a:latin typeface="Arial"/>
                        </a:defRPr>
                      </a:lvl4pPr>
                      <a:lvl5pPr marL="1828251" algn="l" defTabSz="914126" rtl="0" eaLnBrk="1" latinLnBrk="0" hangingPunct="1">
                        <a:defRPr sz="1799" kern="1200">
                          <a:solidFill>
                            <a:schemeClr val="dk1"/>
                          </a:solidFill>
                          <a:latin typeface="Arial"/>
                        </a:defRPr>
                      </a:lvl5pPr>
                      <a:lvl6pPr marL="2285314" algn="l" defTabSz="914126" rtl="0" eaLnBrk="1" latinLnBrk="0" hangingPunct="1">
                        <a:defRPr sz="1799" kern="1200">
                          <a:solidFill>
                            <a:schemeClr val="dk1"/>
                          </a:solidFill>
                          <a:latin typeface="Arial"/>
                        </a:defRPr>
                      </a:lvl6pPr>
                      <a:lvl7pPr marL="2742377" algn="l" defTabSz="914126" rtl="0" eaLnBrk="1" latinLnBrk="0" hangingPunct="1">
                        <a:defRPr sz="1799" kern="1200">
                          <a:solidFill>
                            <a:schemeClr val="dk1"/>
                          </a:solidFill>
                          <a:latin typeface="Arial"/>
                        </a:defRPr>
                      </a:lvl7pPr>
                      <a:lvl8pPr marL="3199440" algn="l" defTabSz="914126" rtl="0" eaLnBrk="1" latinLnBrk="0" hangingPunct="1">
                        <a:defRPr sz="1799" kern="1200">
                          <a:solidFill>
                            <a:schemeClr val="dk1"/>
                          </a:solidFill>
                          <a:latin typeface="Arial"/>
                        </a:defRPr>
                      </a:lvl8pPr>
                      <a:lvl9pPr marL="3656503" algn="l" defTabSz="914126" rtl="0" eaLnBrk="1" latinLnBrk="0" hangingPunct="1">
                        <a:defRPr sz="1799" kern="1200">
                          <a:solidFill>
                            <a:schemeClr val="dk1"/>
                          </a:solidFill>
                          <a:latin typeface="Arial"/>
                        </a:defRPr>
                      </a:lvl9pPr>
                    </a:lstStyle>
                    <a:p>
                      <a:r>
                        <a:rPr lang="en-US" sz="1200" dirty="0"/>
                        <a:t>~ !</a:t>
                      </a:r>
                    </a:p>
                  </a:txBody>
                  <a:tcPr marL="121888" marR="121888">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008CA8">
                        <a:tint val="40000"/>
                      </a:srgbClr>
                    </a:solidFill>
                  </a:tcPr>
                </a:tc>
                <a:extLst>
                  <a:ext uri="{0D108BD9-81ED-4DB2-BD59-A6C34878D82A}">
                    <a16:rowId xmlns:a16="http://schemas.microsoft.com/office/drawing/2014/main" val="10002"/>
                  </a:ext>
                </a:extLst>
              </a:tr>
              <a:tr h="117711">
                <a:tc>
                  <a:txBody>
                    <a:bodyPr/>
                    <a:lstStyle>
                      <a:lvl1pPr marL="0" algn="l" defTabSz="914126" rtl="0" eaLnBrk="1" latinLnBrk="0" hangingPunct="1">
                        <a:defRPr sz="1799" b="1" kern="1200">
                          <a:solidFill>
                            <a:schemeClr val="lt1"/>
                          </a:solidFill>
                          <a:latin typeface="Arial"/>
                        </a:defRPr>
                      </a:lvl1pPr>
                      <a:lvl2pPr marL="457063" algn="l" defTabSz="914126" rtl="0" eaLnBrk="1" latinLnBrk="0" hangingPunct="1">
                        <a:defRPr sz="1799" b="1" kern="1200">
                          <a:solidFill>
                            <a:schemeClr val="lt1"/>
                          </a:solidFill>
                          <a:latin typeface="Arial"/>
                        </a:defRPr>
                      </a:lvl2pPr>
                      <a:lvl3pPr marL="914126" algn="l" defTabSz="914126" rtl="0" eaLnBrk="1" latinLnBrk="0" hangingPunct="1">
                        <a:defRPr sz="1799" b="1" kern="1200">
                          <a:solidFill>
                            <a:schemeClr val="lt1"/>
                          </a:solidFill>
                          <a:latin typeface="Arial"/>
                        </a:defRPr>
                      </a:lvl3pPr>
                      <a:lvl4pPr marL="1371189" algn="l" defTabSz="914126" rtl="0" eaLnBrk="1" latinLnBrk="0" hangingPunct="1">
                        <a:defRPr sz="1799" b="1" kern="1200">
                          <a:solidFill>
                            <a:schemeClr val="lt1"/>
                          </a:solidFill>
                          <a:latin typeface="Arial"/>
                        </a:defRPr>
                      </a:lvl4pPr>
                      <a:lvl5pPr marL="1828251" algn="l" defTabSz="914126" rtl="0" eaLnBrk="1" latinLnBrk="0" hangingPunct="1">
                        <a:defRPr sz="1799" b="1" kern="1200">
                          <a:solidFill>
                            <a:schemeClr val="lt1"/>
                          </a:solidFill>
                          <a:latin typeface="Arial"/>
                        </a:defRPr>
                      </a:lvl5pPr>
                      <a:lvl6pPr marL="2285314" algn="l" defTabSz="914126" rtl="0" eaLnBrk="1" latinLnBrk="0" hangingPunct="1">
                        <a:defRPr sz="1799" b="1" kern="1200">
                          <a:solidFill>
                            <a:schemeClr val="lt1"/>
                          </a:solidFill>
                          <a:latin typeface="Arial"/>
                        </a:defRPr>
                      </a:lvl6pPr>
                      <a:lvl7pPr marL="2742377" algn="l" defTabSz="914126" rtl="0" eaLnBrk="1" latinLnBrk="0" hangingPunct="1">
                        <a:defRPr sz="1799" b="1" kern="1200">
                          <a:solidFill>
                            <a:schemeClr val="lt1"/>
                          </a:solidFill>
                          <a:latin typeface="Arial"/>
                        </a:defRPr>
                      </a:lvl7pPr>
                      <a:lvl8pPr marL="3199440" algn="l" defTabSz="914126" rtl="0" eaLnBrk="1" latinLnBrk="0" hangingPunct="1">
                        <a:defRPr sz="1799" b="1" kern="1200">
                          <a:solidFill>
                            <a:schemeClr val="lt1"/>
                          </a:solidFill>
                          <a:latin typeface="Arial"/>
                        </a:defRPr>
                      </a:lvl8pPr>
                      <a:lvl9pPr marL="3656503" algn="l" defTabSz="914126" rtl="0" eaLnBrk="1" latinLnBrk="0" hangingPunct="1">
                        <a:defRPr sz="1799" b="1" kern="1200">
                          <a:solidFill>
                            <a:schemeClr val="lt1"/>
                          </a:solidFill>
                          <a:latin typeface="Arial"/>
                        </a:defRPr>
                      </a:lvl9pPr>
                    </a:lstStyle>
                    <a:p>
                      <a:r>
                        <a:rPr lang="en-US" sz="1200" dirty="0"/>
                        <a:t>Bitwise</a:t>
                      </a:r>
                    </a:p>
                  </a:txBody>
                  <a:tcPr marL="121888" marR="121888">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008CA8"/>
                    </a:solidFill>
                  </a:tcPr>
                </a:tc>
                <a:tc>
                  <a:txBody>
                    <a:bodyPr/>
                    <a:lstStyle>
                      <a:lvl1pPr marL="0" algn="l" defTabSz="914126" rtl="0" eaLnBrk="1" latinLnBrk="0" hangingPunct="1">
                        <a:defRPr sz="1799" kern="1200">
                          <a:solidFill>
                            <a:schemeClr val="dk1"/>
                          </a:solidFill>
                          <a:latin typeface="Arial"/>
                        </a:defRPr>
                      </a:lvl1pPr>
                      <a:lvl2pPr marL="457063" algn="l" defTabSz="914126" rtl="0" eaLnBrk="1" latinLnBrk="0" hangingPunct="1">
                        <a:defRPr sz="1799" kern="1200">
                          <a:solidFill>
                            <a:schemeClr val="dk1"/>
                          </a:solidFill>
                          <a:latin typeface="Arial"/>
                        </a:defRPr>
                      </a:lvl2pPr>
                      <a:lvl3pPr marL="914126" algn="l" defTabSz="914126" rtl="0" eaLnBrk="1" latinLnBrk="0" hangingPunct="1">
                        <a:defRPr sz="1799" kern="1200">
                          <a:solidFill>
                            <a:schemeClr val="dk1"/>
                          </a:solidFill>
                          <a:latin typeface="Arial"/>
                        </a:defRPr>
                      </a:lvl3pPr>
                      <a:lvl4pPr marL="1371189" algn="l" defTabSz="914126" rtl="0" eaLnBrk="1" latinLnBrk="0" hangingPunct="1">
                        <a:defRPr sz="1799" kern="1200">
                          <a:solidFill>
                            <a:schemeClr val="dk1"/>
                          </a:solidFill>
                          <a:latin typeface="Arial"/>
                        </a:defRPr>
                      </a:lvl4pPr>
                      <a:lvl5pPr marL="1828251" algn="l" defTabSz="914126" rtl="0" eaLnBrk="1" latinLnBrk="0" hangingPunct="1">
                        <a:defRPr sz="1799" kern="1200">
                          <a:solidFill>
                            <a:schemeClr val="dk1"/>
                          </a:solidFill>
                          <a:latin typeface="Arial"/>
                        </a:defRPr>
                      </a:lvl5pPr>
                      <a:lvl6pPr marL="2285314" algn="l" defTabSz="914126" rtl="0" eaLnBrk="1" latinLnBrk="0" hangingPunct="1">
                        <a:defRPr sz="1799" kern="1200">
                          <a:solidFill>
                            <a:schemeClr val="dk1"/>
                          </a:solidFill>
                          <a:latin typeface="Arial"/>
                        </a:defRPr>
                      </a:lvl6pPr>
                      <a:lvl7pPr marL="2742377" algn="l" defTabSz="914126" rtl="0" eaLnBrk="1" latinLnBrk="0" hangingPunct="1">
                        <a:defRPr sz="1799" kern="1200">
                          <a:solidFill>
                            <a:schemeClr val="dk1"/>
                          </a:solidFill>
                          <a:latin typeface="Arial"/>
                        </a:defRPr>
                      </a:lvl7pPr>
                      <a:lvl8pPr marL="3199440" algn="l" defTabSz="914126" rtl="0" eaLnBrk="1" latinLnBrk="0" hangingPunct="1">
                        <a:defRPr sz="1799" kern="1200">
                          <a:solidFill>
                            <a:schemeClr val="dk1"/>
                          </a:solidFill>
                          <a:latin typeface="Arial"/>
                        </a:defRPr>
                      </a:lvl8pPr>
                      <a:lvl9pPr marL="3656503" algn="l" defTabSz="914126" rtl="0" eaLnBrk="1" latinLnBrk="0" hangingPunct="1">
                        <a:defRPr sz="1799" kern="1200">
                          <a:solidFill>
                            <a:schemeClr val="dk1"/>
                          </a:solidFill>
                          <a:latin typeface="Arial"/>
                        </a:defRPr>
                      </a:lvl9p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200" dirty="0"/>
                        <a:t>&amp; | ^</a:t>
                      </a:r>
                    </a:p>
                  </a:txBody>
                  <a:tcPr marL="121888" marR="121888">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008CA8">
                        <a:tint val="20000"/>
                      </a:srgbClr>
                    </a:solidFill>
                  </a:tcPr>
                </a:tc>
                <a:extLst>
                  <a:ext uri="{0D108BD9-81ED-4DB2-BD59-A6C34878D82A}">
                    <a16:rowId xmlns:a16="http://schemas.microsoft.com/office/drawing/2014/main" val="10003"/>
                  </a:ext>
                </a:extLst>
              </a:tr>
              <a:tr h="117711">
                <a:tc>
                  <a:txBody>
                    <a:bodyPr/>
                    <a:lstStyle>
                      <a:lvl1pPr marL="0" algn="l" defTabSz="914126" rtl="0" eaLnBrk="1" latinLnBrk="0" hangingPunct="1">
                        <a:defRPr sz="1799" b="1" kern="1200">
                          <a:solidFill>
                            <a:schemeClr val="lt1"/>
                          </a:solidFill>
                          <a:latin typeface="Arial"/>
                        </a:defRPr>
                      </a:lvl1pPr>
                      <a:lvl2pPr marL="457063" algn="l" defTabSz="914126" rtl="0" eaLnBrk="1" latinLnBrk="0" hangingPunct="1">
                        <a:defRPr sz="1799" b="1" kern="1200">
                          <a:solidFill>
                            <a:schemeClr val="lt1"/>
                          </a:solidFill>
                          <a:latin typeface="Arial"/>
                        </a:defRPr>
                      </a:lvl2pPr>
                      <a:lvl3pPr marL="914126" algn="l" defTabSz="914126" rtl="0" eaLnBrk="1" latinLnBrk="0" hangingPunct="1">
                        <a:defRPr sz="1799" b="1" kern="1200">
                          <a:solidFill>
                            <a:schemeClr val="lt1"/>
                          </a:solidFill>
                          <a:latin typeface="Arial"/>
                        </a:defRPr>
                      </a:lvl3pPr>
                      <a:lvl4pPr marL="1371189" algn="l" defTabSz="914126" rtl="0" eaLnBrk="1" latinLnBrk="0" hangingPunct="1">
                        <a:defRPr sz="1799" b="1" kern="1200">
                          <a:solidFill>
                            <a:schemeClr val="lt1"/>
                          </a:solidFill>
                          <a:latin typeface="Arial"/>
                        </a:defRPr>
                      </a:lvl4pPr>
                      <a:lvl5pPr marL="1828251" algn="l" defTabSz="914126" rtl="0" eaLnBrk="1" latinLnBrk="0" hangingPunct="1">
                        <a:defRPr sz="1799" b="1" kern="1200">
                          <a:solidFill>
                            <a:schemeClr val="lt1"/>
                          </a:solidFill>
                          <a:latin typeface="Arial"/>
                        </a:defRPr>
                      </a:lvl5pPr>
                      <a:lvl6pPr marL="2285314" algn="l" defTabSz="914126" rtl="0" eaLnBrk="1" latinLnBrk="0" hangingPunct="1">
                        <a:defRPr sz="1799" b="1" kern="1200">
                          <a:solidFill>
                            <a:schemeClr val="lt1"/>
                          </a:solidFill>
                          <a:latin typeface="Arial"/>
                        </a:defRPr>
                      </a:lvl6pPr>
                      <a:lvl7pPr marL="2742377" algn="l" defTabSz="914126" rtl="0" eaLnBrk="1" latinLnBrk="0" hangingPunct="1">
                        <a:defRPr sz="1799" b="1" kern="1200">
                          <a:solidFill>
                            <a:schemeClr val="lt1"/>
                          </a:solidFill>
                          <a:latin typeface="Arial"/>
                        </a:defRPr>
                      </a:lvl7pPr>
                      <a:lvl8pPr marL="3199440" algn="l" defTabSz="914126" rtl="0" eaLnBrk="1" latinLnBrk="0" hangingPunct="1">
                        <a:defRPr sz="1799" b="1" kern="1200">
                          <a:solidFill>
                            <a:schemeClr val="lt1"/>
                          </a:solidFill>
                          <a:latin typeface="Arial"/>
                        </a:defRPr>
                      </a:lvl8pPr>
                      <a:lvl9pPr marL="3656503" algn="l" defTabSz="914126" rtl="0" eaLnBrk="1" latinLnBrk="0" hangingPunct="1">
                        <a:defRPr sz="1799" b="1" kern="1200">
                          <a:solidFill>
                            <a:schemeClr val="lt1"/>
                          </a:solidFill>
                          <a:latin typeface="Arial"/>
                        </a:defRPr>
                      </a:lvl9pPr>
                    </a:lstStyle>
                    <a:p>
                      <a:r>
                        <a:rPr lang="en-US" sz="1200" dirty="0"/>
                        <a:t>Relational</a:t>
                      </a:r>
                    </a:p>
                  </a:txBody>
                  <a:tcPr marL="121888" marR="121888">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008CA8"/>
                    </a:solidFill>
                  </a:tcPr>
                </a:tc>
                <a:tc>
                  <a:txBody>
                    <a:bodyPr/>
                    <a:lstStyle>
                      <a:lvl1pPr marL="0" algn="l" defTabSz="914126" rtl="0" eaLnBrk="1" latinLnBrk="0" hangingPunct="1">
                        <a:defRPr sz="1799" kern="1200">
                          <a:solidFill>
                            <a:schemeClr val="dk1"/>
                          </a:solidFill>
                          <a:latin typeface="Arial"/>
                        </a:defRPr>
                      </a:lvl1pPr>
                      <a:lvl2pPr marL="457063" algn="l" defTabSz="914126" rtl="0" eaLnBrk="1" latinLnBrk="0" hangingPunct="1">
                        <a:defRPr sz="1799" kern="1200">
                          <a:solidFill>
                            <a:schemeClr val="dk1"/>
                          </a:solidFill>
                          <a:latin typeface="Arial"/>
                        </a:defRPr>
                      </a:lvl2pPr>
                      <a:lvl3pPr marL="914126" algn="l" defTabSz="914126" rtl="0" eaLnBrk="1" latinLnBrk="0" hangingPunct="1">
                        <a:defRPr sz="1799" kern="1200">
                          <a:solidFill>
                            <a:schemeClr val="dk1"/>
                          </a:solidFill>
                          <a:latin typeface="Arial"/>
                        </a:defRPr>
                      </a:lvl3pPr>
                      <a:lvl4pPr marL="1371189" algn="l" defTabSz="914126" rtl="0" eaLnBrk="1" latinLnBrk="0" hangingPunct="1">
                        <a:defRPr sz="1799" kern="1200">
                          <a:solidFill>
                            <a:schemeClr val="dk1"/>
                          </a:solidFill>
                          <a:latin typeface="Arial"/>
                        </a:defRPr>
                      </a:lvl4pPr>
                      <a:lvl5pPr marL="1828251" algn="l" defTabSz="914126" rtl="0" eaLnBrk="1" latinLnBrk="0" hangingPunct="1">
                        <a:defRPr sz="1799" kern="1200">
                          <a:solidFill>
                            <a:schemeClr val="dk1"/>
                          </a:solidFill>
                          <a:latin typeface="Arial"/>
                        </a:defRPr>
                      </a:lvl5pPr>
                      <a:lvl6pPr marL="2285314" algn="l" defTabSz="914126" rtl="0" eaLnBrk="1" latinLnBrk="0" hangingPunct="1">
                        <a:defRPr sz="1799" kern="1200">
                          <a:solidFill>
                            <a:schemeClr val="dk1"/>
                          </a:solidFill>
                          <a:latin typeface="Arial"/>
                        </a:defRPr>
                      </a:lvl6pPr>
                      <a:lvl7pPr marL="2742377" algn="l" defTabSz="914126" rtl="0" eaLnBrk="1" latinLnBrk="0" hangingPunct="1">
                        <a:defRPr sz="1799" kern="1200">
                          <a:solidFill>
                            <a:schemeClr val="dk1"/>
                          </a:solidFill>
                          <a:latin typeface="Arial"/>
                        </a:defRPr>
                      </a:lvl7pPr>
                      <a:lvl8pPr marL="3199440" algn="l" defTabSz="914126" rtl="0" eaLnBrk="1" latinLnBrk="0" hangingPunct="1">
                        <a:defRPr sz="1799" kern="1200">
                          <a:solidFill>
                            <a:schemeClr val="dk1"/>
                          </a:solidFill>
                          <a:latin typeface="Arial"/>
                        </a:defRPr>
                      </a:lvl8pPr>
                      <a:lvl9pPr marL="3656503" algn="l" defTabSz="914126" rtl="0" eaLnBrk="1" latinLnBrk="0" hangingPunct="1">
                        <a:defRPr sz="1799" kern="1200">
                          <a:solidFill>
                            <a:schemeClr val="dk1"/>
                          </a:solidFill>
                          <a:latin typeface="Arial"/>
                        </a:defRPr>
                      </a:lvl9pPr>
                    </a:lstStyle>
                    <a:p>
                      <a:r>
                        <a:rPr lang="en-US" sz="1200" baseline="0" dirty="0"/>
                        <a:t>&gt;  &lt; &lt;= &gt;= == != </a:t>
                      </a:r>
                      <a:endParaRPr lang="en-US" sz="1200" dirty="0"/>
                    </a:p>
                  </a:txBody>
                  <a:tcPr marL="121888" marR="121888">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008CA8">
                        <a:tint val="40000"/>
                      </a:srgbClr>
                    </a:solidFill>
                  </a:tcPr>
                </a:tc>
                <a:extLst>
                  <a:ext uri="{0D108BD9-81ED-4DB2-BD59-A6C34878D82A}">
                    <a16:rowId xmlns:a16="http://schemas.microsoft.com/office/drawing/2014/main" val="10004"/>
                  </a:ext>
                </a:extLst>
              </a:tr>
              <a:tr h="0">
                <a:tc>
                  <a:txBody>
                    <a:bodyPr/>
                    <a:lstStyle>
                      <a:lvl1pPr marL="0" algn="l" defTabSz="914126" rtl="0" eaLnBrk="1" latinLnBrk="0" hangingPunct="1">
                        <a:defRPr sz="1799" b="1" kern="1200">
                          <a:solidFill>
                            <a:schemeClr val="lt1"/>
                          </a:solidFill>
                          <a:latin typeface="Arial"/>
                        </a:defRPr>
                      </a:lvl1pPr>
                      <a:lvl2pPr marL="457063" algn="l" defTabSz="914126" rtl="0" eaLnBrk="1" latinLnBrk="0" hangingPunct="1">
                        <a:defRPr sz="1799" b="1" kern="1200">
                          <a:solidFill>
                            <a:schemeClr val="lt1"/>
                          </a:solidFill>
                          <a:latin typeface="Arial"/>
                        </a:defRPr>
                      </a:lvl2pPr>
                      <a:lvl3pPr marL="914126" algn="l" defTabSz="914126" rtl="0" eaLnBrk="1" latinLnBrk="0" hangingPunct="1">
                        <a:defRPr sz="1799" b="1" kern="1200">
                          <a:solidFill>
                            <a:schemeClr val="lt1"/>
                          </a:solidFill>
                          <a:latin typeface="Arial"/>
                        </a:defRPr>
                      </a:lvl3pPr>
                      <a:lvl4pPr marL="1371189" algn="l" defTabSz="914126" rtl="0" eaLnBrk="1" latinLnBrk="0" hangingPunct="1">
                        <a:defRPr sz="1799" b="1" kern="1200">
                          <a:solidFill>
                            <a:schemeClr val="lt1"/>
                          </a:solidFill>
                          <a:latin typeface="Arial"/>
                        </a:defRPr>
                      </a:lvl4pPr>
                      <a:lvl5pPr marL="1828251" algn="l" defTabSz="914126" rtl="0" eaLnBrk="1" latinLnBrk="0" hangingPunct="1">
                        <a:defRPr sz="1799" b="1" kern="1200">
                          <a:solidFill>
                            <a:schemeClr val="lt1"/>
                          </a:solidFill>
                          <a:latin typeface="Arial"/>
                        </a:defRPr>
                      </a:lvl5pPr>
                      <a:lvl6pPr marL="2285314" algn="l" defTabSz="914126" rtl="0" eaLnBrk="1" latinLnBrk="0" hangingPunct="1">
                        <a:defRPr sz="1799" b="1" kern="1200">
                          <a:solidFill>
                            <a:schemeClr val="lt1"/>
                          </a:solidFill>
                          <a:latin typeface="Arial"/>
                        </a:defRPr>
                      </a:lvl6pPr>
                      <a:lvl7pPr marL="2742377" algn="l" defTabSz="914126" rtl="0" eaLnBrk="1" latinLnBrk="0" hangingPunct="1">
                        <a:defRPr sz="1799" b="1" kern="1200">
                          <a:solidFill>
                            <a:schemeClr val="lt1"/>
                          </a:solidFill>
                          <a:latin typeface="Arial"/>
                        </a:defRPr>
                      </a:lvl7pPr>
                      <a:lvl8pPr marL="3199440" algn="l" defTabSz="914126" rtl="0" eaLnBrk="1" latinLnBrk="0" hangingPunct="1">
                        <a:defRPr sz="1799" b="1" kern="1200">
                          <a:solidFill>
                            <a:schemeClr val="lt1"/>
                          </a:solidFill>
                          <a:latin typeface="Arial"/>
                        </a:defRPr>
                      </a:lvl8pPr>
                      <a:lvl9pPr marL="3656503" algn="l" defTabSz="914126" rtl="0" eaLnBrk="1" latinLnBrk="0" hangingPunct="1">
                        <a:defRPr sz="1799" b="1" kern="1200">
                          <a:solidFill>
                            <a:schemeClr val="lt1"/>
                          </a:solidFill>
                          <a:latin typeface="Arial"/>
                        </a:defRPr>
                      </a:lvl9pPr>
                    </a:lstStyle>
                    <a:p>
                      <a:r>
                        <a:rPr lang="en-US" sz="1200" b="1" dirty="0"/>
                        <a:t>Assignment</a:t>
                      </a:r>
                    </a:p>
                  </a:txBody>
                  <a:tcPr marL="121888" marR="121888">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008CA8"/>
                    </a:solidFill>
                  </a:tcPr>
                </a:tc>
                <a:tc>
                  <a:txBody>
                    <a:bodyPr/>
                    <a:lstStyle>
                      <a:lvl1pPr marL="0" algn="l" defTabSz="914126" rtl="0" eaLnBrk="1" latinLnBrk="0" hangingPunct="1">
                        <a:defRPr sz="1799" kern="1200">
                          <a:solidFill>
                            <a:schemeClr val="dk1"/>
                          </a:solidFill>
                          <a:latin typeface="Arial"/>
                        </a:defRPr>
                      </a:lvl1pPr>
                      <a:lvl2pPr marL="457063" algn="l" defTabSz="914126" rtl="0" eaLnBrk="1" latinLnBrk="0" hangingPunct="1">
                        <a:defRPr sz="1799" kern="1200">
                          <a:solidFill>
                            <a:schemeClr val="dk1"/>
                          </a:solidFill>
                          <a:latin typeface="Arial"/>
                        </a:defRPr>
                      </a:lvl2pPr>
                      <a:lvl3pPr marL="914126" algn="l" defTabSz="914126" rtl="0" eaLnBrk="1" latinLnBrk="0" hangingPunct="1">
                        <a:defRPr sz="1799" kern="1200">
                          <a:solidFill>
                            <a:schemeClr val="dk1"/>
                          </a:solidFill>
                          <a:latin typeface="Arial"/>
                        </a:defRPr>
                      </a:lvl3pPr>
                      <a:lvl4pPr marL="1371189" algn="l" defTabSz="914126" rtl="0" eaLnBrk="1" latinLnBrk="0" hangingPunct="1">
                        <a:defRPr sz="1799" kern="1200">
                          <a:solidFill>
                            <a:schemeClr val="dk1"/>
                          </a:solidFill>
                          <a:latin typeface="Arial"/>
                        </a:defRPr>
                      </a:lvl4pPr>
                      <a:lvl5pPr marL="1828251" algn="l" defTabSz="914126" rtl="0" eaLnBrk="1" latinLnBrk="0" hangingPunct="1">
                        <a:defRPr sz="1799" kern="1200">
                          <a:solidFill>
                            <a:schemeClr val="dk1"/>
                          </a:solidFill>
                          <a:latin typeface="Arial"/>
                        </a:defRPr>
                      </a:lvl5pPr>
                      <a:lvl6pPr marL="2285314" algn="l" defTabSz="914126" rtl="0" eaLnBrk="1" latinLnBrk="0" hangingPunct="1">
                        <a:defRPr sz="1799" kern="1200">
                          <a:solidFill>
                            <a:schemeClr val="dk1"/>
                          </a:solidFill>
                          <a:latin typeface="Arial"/>
                        </a:defRPr>
                      </a:lvl6pPr>
                      <a:lvl7pPr marL="2742377" algn="l" defTabSz="914126" rtl="0" eaLnBrk="1" latinLnBrk="0" hangingPunct="1">
                        <a:defRPr sz="1799" kern="1200">
                          <a:solidFill>
                            <a:schemeClr val="dk1"/>
                          </a:solidFill>
                          <a:latin typeface="Arial"/>
                        </a:defRPr>
                      </a:lvl7pPr>
                      <a:lvl8pPr marL="3199440" algn="l" defTabSz="914126" rtl="0" eaLnBrk="1" latinLnBrk="0" hangingPunct="1">
                        <a:defRPr sz="1799" kern="1200">
                          <a:solidFill>
                            <a:schemeClr val="dk1"/>
                          </a:solidFill>
                          <a:latin typeface="Arial"/>
                        </a:defRPr>
                      </a:lvl8pPr>
                      <a:lvl9pPr marL="3656503" algn="l" defTabSz="914126" rtl="0" eaLnBrk="1" latinLnBrk="0" hangingPunct="1">
                        <a:defRPr sz="1799" kern="1200">
                          <a:solidFill>
                            <a:schemeClr val="dk1"/>
                          </a:solidFill>
                          <a:latin typeface="Arial"/>
                        </a:defRPr>
                      </a:lvl9p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200" b="0" kern="1200" dirty="0">
                          <a:solidFill>
                            <a:schemeClr val="dk1"/>
                          </a:solidFill>
                          <a:latin typeface="+mn-lt"/>
                          <a:ea typeface="+mn-ea"/>
                          <a:cs typeface="+mn-cs"/>
                        </a:rPr>
                        <a:t>*=	/=	%=	+=	-=	</a:t>
                      </a:r>
                    </a:p>
                    <a:p>
                      <a:pPr marL="0" marR="0" indent="0" algn="l" defTabSz="457200" rtl="0" eaLnBrk="1" fontAlgn="auto" latinLnBrk="0" hangingPunct="1">
                        <a:lnSpc>
                          <a:spcPct val="100000"/>
                        </a:lnSpc>
                        <a:spcBef>
                          <a:spcPts val="0"/>
                        </a:spcBef>
                        <a:spcAft>
                          <a:spcPts val="0"/>
                        </a:spcAft>
                        <a:buClrTx/>
                        <a:buSzTx/>
                        <a:buFontTx/>
                        <a:buNone/>
                        <a:tabLst/>
                        <a:defRPr/>
                      </a:pPr>
                      <a:r>
                        <a:rPr lang="en-US" sz="1200" b="0" kern="1200" dirty="0">
                          <a:solidFill>
                            <a:schemeClr val="dk1"/>
                          </a:solidFill>
                          <a:latin typeface="+mn-lt"/>
                          <a:ea typeface="+mn-ea"/>
                          <a:cs typeface="+mn-cs"/>
                        </a:rPr>
                        <a:t>&lt;&lt;=</a:t>
                      </a:r>
                      <a:r>
                        <a:rPr lang="en-US" sz="1200" b="0" kern="1200" baseline="0" dirty="0">
                          <a:solidFill>
                            <a:schemeClr val="dk1"/>
                          </a:solidFill>
                          <a:latin typeface="+mn-lt"/>
                          <a:ea typeface="+mn-ea"/>
                          <a:cs typeface="+mn-cs"/>
                        </a:rPr>
                        <a:t> </a:t>
                      </a:r>
                      <a:r>
                        <a:rPr lang="en-US" sz="1200" b="0" kern="1200" dirty="0">
                          <a:solidFill>
                            <a:schemeClr val="dk1"/>
                          </a:solidFill>
                          <a:latin typeface="+mn-lt"/>
                          <a:ea typeface="+mn-ea"/>
                          <a:cs typeface="+mn-cs"/>
                        </a:rPr>
                        <a:t>&gt;&gt;=	&amp;=	^=	|=</a:t>
                      </a:r>
                    </a:p>
                  </a:txBody>
                  <a:tcPr marL="121888" marR="121888">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008CA8">
                        <a:tint val="20000"/>
                      </a:srgbClr>
                    </a:solidFill>
                  </a:tcPr>
                </a:tc>
                <a:extLst>
                  <a:ext uri="{0D108BD9-81ED-4DB2-BD59-A6C34878D82A}">
                    <a16:rowId xmlns:a16="http://schemas.microsoft.com/office/drawing/2014/main" val="10005"/>
                  </a:ext>
                </a:extLst>
              </a:tr>
            </a:tbl>
          </a:graphicData>
        </a:graphic>
      </p:graphicFrame>
      <p:graphicFrame>
        <p:nvGraphicFramePr>
          <p:cNvPr id="10" name="Content Placeholder 14">
            <a:extLst>
              <a:ext uri="{FF2B5EF4-FFF2-40B4-BE49-F238E27FC236}">
                <a16:creationId xmlns:a16="http://schemas.microsoft.com/office/drawing/2014/main" id="{C15BC72E-E1E6-4E47-AC42-0E449C2AFCD3}"/>
              </a:ext>
            </a:extLst>
          </p:cNvPr>
          <p:cNvGraphicFramePr>
            <a:graphicFrameLocks/>
          </p:cNvGraphicFramePr>
          <p:nvPr/>
        </p:nvGraphicFramePr>
        <p:xfrm>
          <a:off x="797490" y="4563936"/>
          <a:ext cx="10597020" cy="1645920"/>
        </p:xfrm>
        <a:graphic>
          <a:graphicData uri="http://schemas.openxmlformats.org/drawingml/2006/table">
            <a:tbl>
              <a:tblPr firstCol="1" bandRow="1"/>
              <a:tblGrid>
                <a:gridCol w="3225181">
                  <a:extLst>
                    <a:ext uri="{9D8B030D-6E8A-4147-A177-3AD203B41FA5}">
                      <a16:colId xmlns:a16="http://schemas.microsoft.com/office/drawing/2014/main" val="20000"/>
                    </a:ext>
                  </a:extLst>
                </a:gridCol>
                <a:gridCol w="4146660">
                  <a:extLst>
                    <a:ext uri="{9D8B030D-6E8A-4147-A177-3AD203B41FA5}">
                      <a16:colId xmlns:a16="http://schemas.microsoft.com/office/drawing/2014/main" val="20001"/>
                    </a:ext>
                  </a:extLst>
                </a:gridCol>
                <a:gridCol w="3225179">
                  <a:extLst>
                    <a:ext uri="{9D8B030D-6E8A-4147-A177-3AD203B41FA5}">
                      <a16:colId xmlns:a16="http://schemas.microsoft.com/office/drawing/2014/main" val="20002"/>
                    </a:ext>
                  </a:extLst>
                </a:gridCol>
              </a:tblGrid>
              <a:tr h="0">
                <a:tc gridSpan="2">
                  <a:txBody>
                    <a:bodyPr/>
                    <a:lstStyle>
                      <a:lvl1pPr marL="0" algn="l" defTabSz="914126" rtl="0" eaLnBrk="1" latinLnBrk="0" hangingPunct="1">
                        <a:defRPr sz="1799" b="1" kern="1200">
                          <a:solidFill>
                            <a:schemeClr val="lt1"/>
                          </a:solidFill>
                          <a:latin typeface="Arial"/>
                        </a:defRPr>
                      </a:lvl1pPr>
                      <a:lvl2pPr marL="457063" algn="l" defTabSz="914126" rtl="0" eaLnBrk="1" latinLnBrk="0" hangingPunct="1">
                        <a:defRPr sz="1799" b="1" kern="1200">
                          <a:solidFill>
                            <a:schemeClr val="lt1"/>
                          </a:solidFill>
                          <a:latin typeface="Arial"/>
                        </a:defRPr>
                      </a:lvl2pPr>
                      <a:lvl3pPr marL="914126" algn="l" defTabSz="914126" rtl="0" eaLnBrk="1" latinLnBrk="0" hangingPunct="1">
                        <a:defRPr sz="1799" b="1" kern="1200">
                          <a:solidFill>
                            <a:schemeClr val="lt1"/>
                          </a:solidFill>
                          <a:latin typeface="Arial"/>
                        </a:defRPr>
                      </a:lvl3pPr>
                      <a:lvl4pPr marL="1371189" algn="l" defTabSz="914126" rtl="0" eaLnBrk="1" latinLnBrk="0" hangingPunct="1">
                        <a:defRPr sz="1799" b="1" kern="1200">
                          <a:solidFill>
                            <a:schemeClr val="lt1"/>
                          </a:solidFill>
                          <a:latin typeface="Arial"/>
                        </a:defRPr>
                      </a:lvl4pPr>
                      <a:lvl5pPr marL="1828251" algn="l" defTabSz="914126" rtl="0" eaLnBrk="1" latinLnBrk="0" hangingPunct="1">
                        <a:defRPr sz="1799" b="1" kern="1200">
                          <a:solidFill>
                            <a:schemeClr val="lt1"/>
                          </a:solidFill>
                          <a:latin typeface="Arial"/>
                        </a:defRPr>
                      </a:lvl5pPr>
                      <a:lvl6pPr marL="2285314" algn="l" defTabSz="914126" rtl="0" eaLnBrk="1" latinLnBrk="0" hangingPunct="1">
                        <a:defRPr sz="1799" b="1" kern="1200">
                          <a:solidFill>
                            <a:schemeClr val="lt1"/>
                          </a:solidFill>
                          <a:latin typeface="Arial"/>
                        </a:defRPr>
                      </a:lvl6pPr>
                      <a:lvl7pPr marL="2742377" algn="l" defTabSz="914126" rtl="0" eaLnBrk="1" latinLnBrk="0" hangingPunct="1">
                        <a:defRPr sz="1799" b="1" kern="1200">
                          <a:solidFill>
                            <a:schemeClr val="lt1"/>
                          </a:solidFill>
                          <a:latin typeface="Arial"/>
                        </a:defRPr>
                      </a:lvl7pPr>
                      <a:lvl8pPr marL="3199440" algn="l" defTabSz="914126" rtl="0" eaLnBrk="1" latinLnBrk="0" hangingPunct="1">
                        <a:defRPr sz="1799" b="1" kern="1200">
                          <a:solidFill>
                            <a:schemeClr val="lt1"/>
                          </a:solidFill>
                          <a:latin typeface="Arial"/>
                        </a:defRPr>
                      </a:lvl8pPr>
                      <a:lvl9pPr marL="3656503" algn="l" defTabSz="914126" rtl="0" eaLnBrk="1" latinLnBrk="0" hangingPunct="1">
                        <a:defRPr sz="1799" b="1" kern="1200">
                          <a:solidFill>
                            <a:schemeClr val="lt1"/>
                          </a:solidFill>
                          <a:latin typeface="Arial"/>
                        </a:defRPr>
                      </a:lvl9pPr>
                    </a:lstStyle>
                    <a:p>
                      <a:r>
                        <a:rPr lang="en-US" sz="1200" b="1" dirty="0">
                          <a:solidFill>
                            <a:schemeClr val="tx1"/>
                          </a:solidFill>
                        </a:rPr>
                        <a:t>Methods</a:t>
                      </a:r>
                    </a:p>
                  </a:txBody>
                  <a:tcPr marL="121888" marR="121888">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008CA8">
                        <a:lumMod val="40000"/>
                        <a:lumOff val="60000"/>
                      </a:srgbClr>
                    </a:solidFill>
                  </a:tcPr>
                </a:tc>
                <a:tc hMerge="1">
                  <a:txBody>
                    <a:bodyPr/>
                    <a:lstStyle/>
                    <a:p>
                      <a:pPr marL="0" marR="0" indent="0" algn="l" defTabSz="457200" rtl="0" eaLnBrk="1" fontAlgn="auto" latinLnBrk="0" hangingPunct="1">
                        <a:lnSpc>
                          <a:spcPct val="100000"/>
                        </a:lnSpc>
                        <a:spcBef>
                          <a:spcPts val="0"/>
                        </a:spcBef>
                        <a:spcAft>
                          <a:spcPts val="0"/>
                        </a:spcAft>
                        <a:buClrTx/>
                        <a:buSzTx/>
                        <a:buFontTx/>
                        <a:buNone/>
                        <a:tabLst/>
                        <a:defRPr/>
                      </a:pPr>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lvl1pPr marL="0" algn="l" defTabSz="914126" rtl="0" eaLnBrk="1" latinLnBrk="0" hangingPunct="1">
                        <a:defRPr sz="1799" kern="1200">
                          <a:solidFill>
                            <a:schemeClr val="dk1"/>
                          </a:solidFill>
                          <a:latin typeface="Arial"/>
                        </a:defRPr>
                      </a:lvl1pPr>
                      <a:lvl2pPr marL="457063" algn="l" defTabSz="914126" rtl="0" eaLnBrk="1" latinLnBrk="0" hangingPunct="1">
                        <a:defRPr sz="1799" kern="1200">
                          <a:solidFill>
                            <a:schemeClr val="dk1"/>
                          </a:solidFill>
                          <a:latin typeface="Arial"/>
                        </a:defRPr>
                      </a:lvl2pPr>
                      <a:lvl3pPr marL="914126" algn="l" defTabSz="914126" rtl="0" eaLnBrk="1" latinLnBrk="0" hangingPunct="1">
                        <a:defRPr sz="1799" kern="1200">
                          <a:solidFill>
                            <a:schemeClr val="dk1"/>
                          </a:solidFill>
                          <a:latin typeface="Arial"/>
                        </a:defRPr>
                      </a:lvl3pPr>
                      <a:lvl4pPr marL="1371189" algn="l" defTabSz="914126" rtl="0" eaLnBrk="1" latinLnBrk="0" hangingPunct="1">
                        <a:defRPr sz="1799" kern="1200">
                          <a:solidFill>
                            <a:schemeClr val="dk1"/>
                          </a:solidFill>
                          <a:latin typeface="Arial"/>
                        </a:defRPr>
                      </a:lvl4pPr>
                      <a:lvl5pPr marL="1828251" algn="l" defTabSz="914126" rtl="0" eaLnBrk="1" latinLnBrk="0" hangingPunct="1">
                        <a:defRPr sz="1799" kern="1200">
                          <a:solidFill>
                            <a:schemeClr val="dk1"/>
                          </a:solidFill>
                          <a:latin typeface="Arial"/>
                        </a:defRPr>
                      </a:lvl5pPr>
                      <a:lvl6pPr marL="2285314" algn="l" defTabSz="914126" rtl="0" eaLnBrk="1" latinLnBrk="0" hangingPunct="1">
                        <a:defRPr sz="1799" kern="1200">
                          <a:solidFill>
                            <a:schemeClr val="dk1"/>
                          </a:solidFill>
                          <a:latin typeface="Arial"/>
                        </a:defRPr>
                      </a:lvl6pPr>
                      <a:lvl7pPr marL="2742377" algn="l" defTabSz="914126" rtl="0" eaLnBrk="1" latinLnBrk="0" hangingPunct="1">
                        <a:defRPr sz="1799" kern="1200">
                          <a:solidFill>
                            <a:schemeClr val="dk1"/>
                          </a:solidFill>
                          <a:latin typeface="Arial"/>
                        </a:defRPr>
                      </a:lvl7pPr>
                      <a:lvl8pPr marL="3199440" algn="l" defTabSz="914126" rtl="0" eaLnBrk="1" latinLnBrk="0" hangingPunct="1">
                        <a:defRPr sz="1799" kern="1200">
                          <a:solidFill>
                            <a:schemeClr val="dk1"/>
                          </a:solidFill>
                          <a:latin typeface="Arial"/>
                        </a:defRPr>
                      </a:lvl8pPr>
                      <a:lvl9pPr marL="3656503" algn="l" defTabSz="914126" rtl="0" eaLnBrk="1" latinLnBrk="0" hangingPunct="1">
                        <a:defRPr sz="1799" kern="1200">
                          <a:solidFill>
                            <a:schemeClr val="dk1"/>
                          </a:solidFill>
                          <a:latin typeface="Arial"/>
                        </a:defRPr>
                      </a:lvl9pPr>
                    </a:lstStyle>
                    <a:p>
                      <a:r>
                        <a:rPr lang="en-US" sz="1200" b="1" dirty="0">
                          <a:solidFill>
                            <a:schemeClr val="tx1"/>
                          </a:solidFill>
                        </a:rPr>
                        <a:t>Example</a:t>
                      </a:r>
                    </a:p>
                  </a:txBody>
                  <a:tcPr marL="121888" marR="121888">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008CA8">
                        <a:lumMod val="40000"/>
                        <a:lumOff val="60000"/>
                      </a:srgbClr>
                    </a:solidFill>
                  </a:tcPr>
                </a:tc>
                <a:extLst>
                  <a:ext uri="{0D108BD9-81ED-4DB2-BD59-A6C34878D82A}">
                    <a16:rowId xmlns:a16="http://schemas.microsoft.com/office/drawing/2014/main" val="10000"/>
                  </a:ext>
                </a:extLst>
              </a:tr>
              <a:tr h="0">
                <a:tc>
                  <a:txBody>
                    <a:bodyPr/>
                    <a:lstStyle>
                      <a:lvl1pPr marL="0" algn="l" defTabSz="914126" rtl="0" eaLnBrk="1" latinLnBrk="0" hangingPunct="1">
                        <a:defRPr sz="1799" b="1" kern="1200">
                          <a:solidFill>
                            <a:schemeClr val="lt1"/>
                          </a:solidFill>
                          <a:latin typeface="Arial"/>
                        </a:defRPr>
                      </a:lvl1pPr>
                      <a:lvl2pPr marL="457063" algn="l" defTabSz="914126" rtl="0" eaLnBrk="1" latinLnBrk="0" hangingPunct="1">
                        <a:defRPr sz="1799" b="1" kern="1200">
                          <a:solidFill>
                            <a:schemeClr val="lt1"/>
                          </a:solidFill>
                          <a:latin typeface="Arial"/>
                        </a:defRPr>
                      </a:lvl2pPr>
                      <a:lvl3pPr marL="914126" algn="l" defTabSz="914126" rtl="0" eaLnBrk="1" latinLnBrk="0" hangingPunct="1">
                        <a:defRPr sz="1799" b="1" kern="1200">
                          <a:solidFill>
                            <a:schemeClr val="lt1"/>
                          </a:solidFill>
                          <a:latin typeface="Arial"/>
                        </a:defRPr>
                      </a:lvl3pPr>
                      <a:lvl4pPr marL="1371189" algn="l" defTabSz="914126" rtl="0" eaLnBrk="1" latinLnBrk="0" hangingPunct="1">
                        <a:defRPr sz="1799" b="1" kern="1200">
                          <a:solidFill>
                            <a:schemeClr val="lt1"/>
                          </a:solidFill>
                          <a:latin typeface="Arial"/>
                        </a:defRPr>
                      </a:lvl4pPr>
                      <a:lvl5pPr marL="1828251" algn="l" defTabSz="914126" rtl="0" eaLnBrk="1" latinLnBrk="0" hangingPunct="1">
                        <a:defRPr sz="1799" b="1" kern="1200">
                          <a:solidFill>
                            <a:schemeClr val="lt1"/>
                          </a:solidFill>
                          <a:latin typeface="Arial"/>
                        </a:defRPr>
                      </a:lvl5pPr>
                      <a:lvl6pPr marL="2285314" algn="l" defTabSz="914126" rtl="0" eaLnBrk="1" latinLnBrk="0" hangingPunct="1">
                        <a:defRPr sz="1799" b="1" kern="1200">
                          <a:solidFill>
                            <a:schemeClr val="lt1"/>
                          </a:solidFill>
                          <a:latin typeface="Arial"/>
                        </a:defRPr>
                      </a:lvl6pPr>
                      <a:lvl7pPr marL="2742377" algn="l" defTabSz="914126" rtl="0" eaLnBrk="1" latinLnBrk="0" hangingPunct="1">
                        <a:defRPr sz="1799" b="1" kern="1200">
                          <a:solidFill>
                            <a:schemeClr val="lt1"/>
                          </a:solidFill>
                          <a:latin typeface="Arial"/>
                        </a:defRPr>
                      </a:lvl7pPr>
                      <a:lvl8pPr marL="3199440" algn="l" defTabSz="914126" rtl="0" eaLnBrk="1" latinLnBrk="0" hangingPunct="1">
                        <a:defRPr sz="1799" b="1" kern="1200">
                          <a:solidFill>
                            <a:schemeClr val="lt1"/>
                          </a:solidFill>
                          <a:latin typeface="Arial"/>
                        </a:defRPr>
                      </a:lvl8pPr>
                      <a:lvl9pPr marL="3656503" algn="l" defTabSz="914126" rtl="0" eaLnBrk="1" latinLnBrk="0" hangingPunct="1">
                        <a:defRPr sz="1799" b="1" kern="1200">
                          <a:solidFill>
                            <a:schemeClr val="lt1"/>
                          </a:solidFill>
                          <a:latin typeface="Arial"/>
                        </a:defRPr>
                      </a:lvl9pPr>
                    </a:lstStyle>
                    <a:p>
                      <a:r>
                        <a:rPr lang="en-US" sz="1200" b="1" kern="1200" dirty="0">
                          <a:solidFill>
                            <a:schemeClr val="lt1"/>
                          </a:solidFill>
                          <a:latin typeface="+mn-lt"/>
                          <a:ea typeface="+mn-ea"/>
                          <a:cs typeface="+mn-cs"/>
                        </a:rPr>
                        <a:t>To integer </a:t>
                      </a:r>
                      <a:r>
                        <a:rPr lang="en-US" sz="1200" dirty="0"/>
                        <a:t>	</a:t>
                      </a:r>
                    </a:p>
                  </a:txBody>
                  <a:tcPr marL="121888" marR="121888">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008CA8"/>
                    </a:solidFill>
                  </a:tcPr>
                </a:tc>
                <a:tc>
                  <a:txBody>
                    <a:bodyPr/>
                    <a:lstStyle>
                      <a:lvl1pPr marL="0" algn="l" defTabSz="914126" rtl="0" eaLnBrk="1" latinLnBrk="0" hangingPunct="1">
                        <a:defRPr sz="1799" kern="1200">
                          <a:solidFill>
                            <a:schemeClr val="dk1"/>
                          </a:solidFill>
                          <a:latin typeface="Arial"/>
                        </a:defRPr>
                      </a:lvl1pPr>
                      <a:lvl2pPr marL="457063" algn="l" defTabSz="914126" rtl="0" eaLnBrk="1" latinLnBrk="0" hangingPunct="1">
                        <a:defRPr sz="1799" kern="1200">
                          <a:solidFill>
                            <a:schemeClr val="dk1"/>
                          </a:solidFill>
                          <a:latin typeface="Arial"/>
                        </a:defRPr>
                      </a:lvl2pPr>
                      <a:lvl3pPr marL="914126" algn="l" defTabSz="914126" rtl="0" eaLnBrk="1" latinLnBrk="0" hangingPunct="1">
                        <a:defRPr sz="1799" kern="1200">
                          <a:solidFill>
                            <a:schemeClr val="dk1"/>
                          </a:solidFill>
                          <a:latin typeface="Arial"/>
                        </a:defRPr>
                      </a:lvl3pPr>
                      <a:lvl4pPr marL="1371189" algn="l" defTabSz="914126" rtl="0" eaLnBrk="1" latinLnBrk="0" hangingPunct="1">
                        <a:defRPr sz="1799" kern="1200">
                          <a:solidFill>
                            <a:schemeClr val="dk1"/>
                          </a:solidFill>
                          <a:latin typeface="Arial"/>
                        </a:defRPr>
                      </a:lvl4pPr>
                      <a:lvl5pPr marL="1828251" algn="l" defTabSz="914126" rtl="0" eaLnBrk="1" latinLnBrk="0" hangingPunct="1">
                        <a:defRPr sz="1799" kern="1200">
                          <a:solidFill>
                            <a:schemeClr val="dk1"/>
                          </a:solidFill>
                          <a:latin typeface="Arial"/>
                        </a:defRPr>
                      </a:lvl5pPr>
                      <a:lvl6pPr marL="2285314" algn="l" defTabSz="914126" rtl="0" eaLnBrk="1" latinLnBrk="0" hangingPunct="1">
                        <a:defRPr sz="1799" kern="1200">
                          <a:solidFill>
                            <a:schemeClr val="dk1"/>
                          </a:solidFill>
                          <a:latin typeface="Arial"/>
                        </a:defRPr>
                      </a:lvl6pPr>
                      <a:lvl7pPr marL="2742377" algn="l" defTabSz="914126" rtl="0" eaLnBrk="1" latinLnBrk="0" hangingPunct="1">
                        <a:defRPr sz="1799" kern="1200">
                          <a:solidFill>
                            <a:schemeClr val="dk1"/>
                          </a:solidFill>
                          <a:latin typeface="Arial"/>
                        </a:defRPr>
                      </a:lvl7pPr>
                      <a:lvl8pPr marL="3199440" algn="l" defTabSz="914126" rtl="0" eaLnBrk="1" latinLnBrk="0" hangingPunct="1">
                        <a:defRPr sz="1799" kern="1200">
                          <a:solidFill>
                            <a:schemeClr val="dk1"/>
                          </a:solidFill>
                          <a:latin typeface="Arial"/>
                        </a:defRPr>
                      </a:lvl8pPr>
                      <a:lvl9pPr marL="3656503" algn="l" defTabSz="914126" rtl="0" eaLnBrk="1" latinLnBrk="0" hangingPunct="1">
                        <a:defRPr sz="1799" kern="1200">
                          <a:solidFill>
                            <a:schemeClr val="dk1"/>
                          </a:solidFill>
                          <a:latin typeface="Arial"/>
                        </a:defRPr>
                      </a:lvl9p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200" dirty="0"/>
                        <a:t>Convert to </a:t>
                      </a:r>
                      <a:r>
                        <a:rPr lang="en-US" sz="1200" dirty="0">
                          <a:highlight>
                            <a:srgbClr val="FFFF00"/>
                          </a:highlight>
                        </a:rPr>
                        <a:t>a</a:t>
                      </a:r>
                      <a:r>
                        <a:rPr lang="en-US" sz="1200" dirty="0">
                          <a:solidFill>
                            <a:srgbClr val="FF0000"/>
                          </a:solidFill>
                          <a:highlight>
                            <a:srgbClr val="FFFF00"/>
                          </a:highlight>
                        </a:rPr>
                        <a:t>n</a:t>
                      </a:r>
                      <a:r>
                        <a:rPr lang="en-US" sz="1200" baseline="0" dirty="0"/>
                        <a:t> integer type</a:t>
                      </a:r>
                      <a:endParaRPr lang="en-US" sz="1200" dirty="0"/>
                    </a:p>
                  </a:txBody>
                  <a:tcPr marL="121888" marR="121888">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008CA8">
                        <a:tint val="20000"/>
                      </a:srgbClr>
                    </a:solidFill>
                  </a:tcPr>
                </a:tc>
                <a:tc>
                  <a:txBody>
                    <a:bodyPr/>
                    <a:lstStyle>
                      <a:lvl1pPr marL="0" algn="l" defTabSz="914126" rtl="0" eaLnBrk="1" latinLnBrk="0" hangingPunct="1">
                        <a:defRPr sz="1799" kern="1200">
                          <a:solidFill>
                            <a:schemeClr val="dk1"/>
                          </a:solidFill>
                          <a:latin typeface="Arial"/>
                        </a:defRPr>
                      </a:lvl1pPr>
                      <a:lvl2pPr marL="457063" algn="l" defTabSz="914126" rtl="0" eaLnBrk="1" latinLnBrk="0" hangingPunct="1">
                        <a:defRPr sz="1799" kern="1200">
                          <a:solidFill>
                            <a:schemeClr val="dk1"/>
                          </a:solidFill>
                          <a:latin typeface="Arial"/>
                        </a:defRPr>
                      </a:lvl2pPr>
                      <a:lvl3pPr marL="914126" algn="l" defTabSz="914126" rtl="0" eaLnBrk="1" latinLnBrk="0" hangingPunct="1">
                        <a:defRPr sz="1799" kern="1200">
                          <a:solidFill>
                            <a:schemeClr val="dk1"/>
                          </a:solidFill>
                          <a:latin typeface="Arial"/>
                        </a:defRPr>
                      </a:lvl3pPr>
                      <a:lvl4pPr marL="1371189" algn="l" defTabSz="914126" rtl="0" eaLnBrk="1" latinLnBrk="0" hangingPunct="1">
                        <a:defRPr sz="1799" kern="1200">
                          <a:solidFill>
                            <a:schemeClr val="dk1"/>
                          </a:solidFill>
                          <a:latin typeface="Arial"/>
                        </a:defRPr>
                      </a:lvl4pPr>
                      <a:lvl5pPr marL="1828251" algn="l" defTabSz="914126" rtl="0" eaLnBrk="1" latinLnBrk="0" hangingPunct="1">
                        <a:defRPr sz="1799" kern="1200">
                          <a:solidFill>
                            <a:schemeClr val="dk1"/>
                          </a:solidFill>
                          <a:latin typeface="Arial"/>
                        </a:defRPr>
                      </a:lvl5pPr>
                      <a:lvl6pPr marL="2285314" algn="l" defTabSz="914126" rtl="0" eaLnBrk="1" latinLnBrk="0" hangingPunct="1">
                        <a:defRPr sz="1799" kern="1200">
                          <a:solidFill>
                            <a:schemeClr val="dk1"/>
                          </a:solidFill>
                          <a:latin typeface="Arial"/>
                        </a:defRPr>
                      </a:lvl6pPr>
                      <a:lvl7pPr marL="2742377" algn="l" defTabSz="914126" rtl="0" eaLnBrk="1" latinLnBrk="0" hangingPunct="1">
                        <a:defRPr sz="1799" kern="1200">
                          <a:solidFill>
                            <a:schemeClr val="dk1"/>
                          </a:solidFill>
                          <a:latin typeface="Arial"/>
                        </a:defRPr>
                      </a:lvl7pPr>
                      <a:lvl8pPr marL="3199440" algn="l" defTabSz="914126" rtl="0" eaLnBrk="1" latinLnBrk="0" hangingPunct="1">
                        <a:defRPr sz="1799" kern="1200">
                          <a:solidFill>
                            <a:schemeClr val="dk1"/>
                          </a:solidFill>
                          <a:latin typeface="Arial"/>
                        </a:defRPr>
                      </a:lvl8pPr>
                      <a:lvl9pPr marL="3656503" algn="l" defTabSz="914126" rtl="0" eaLnBrk="1" latinLnBrk="0" hangingPunct="1">
                        <a:defRPr sz="1799" kern="1200">
                          <a:solidFill>
                            <a:schemeClr val="dk1"/>
                          </a:solidFill>
                          <a:latin typeface="Arial"/>
                        </a:defRPr>
                      </a:lvl9p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200" dirty="0"/>
                        <a:t>res = </a:t>
                      </a:r>
                      <a:r>
                        <a:rPr lang="en-US" sz="1200" dirty="0" err="1"/>
                        <a:t>var.to_int</a:t>
                      </a:r>
                      <a:r>
                        <a:rPr lang="en-US" sz="1200" dirty="0"/>
                        <a:t>();</a:t>
                      </a:r>
                    </a:p>
                  </a:txBody>
                  <a:tcPr marL="121888" marR="121888">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008CA8">
                        <a:tint val="20000"/>
                      </a:srgbClr>
                    </a:solidFill>
                  </a:tcPr>
                </a:tc>
                <a:extLst>
                  <a:ext uri="{0D108BD9-81ED-4DB2-BD59-A6C34878D82A}">
                    <a16:rowId xmlns:a16="http://schemas.microsoft.com/office/drawing/2014/main" val="10001"/>
                  </a:ext>
                </a:extLst>
              </a:tr>
              <a:tr h="117711">
                <a:tc>
                  <a:txBody>
                    <a:bodyPr/>
                    <a:lstStyle>
                      <a:lvl1pPr marL="0" algn="l" defTabSz="914126" rtl="0" eaLnBrk="1" latinLnBrk="0" hangingPunct="1">
                        <a:defRPr sz="1799" b="1" kern="1200">
                          <a:solidFill>
                            <a:schemeClr val="lt1"/>
                          </a:solidFill>
                          <a:latin typeface="Arial"/>
                        </a:defRPr>
                      </a:lvl1pPr>
                      <a:lvl2pPr marL="457063" algn="l" defTabSz="914126" rtl="0" eaLnBrk="1" latinLnBrk="0" hangingPunct="1">
                        <a:defRPr sz="1799" b="1" kern="1200">
                          <a:solidFill>
                            <a:schemeClr val="lt1"/>
                          </a:solidFill>
                          <a:latin typeface="Arial"/>
                        </a:defRPr>
                      </a:lvl2pPr>
                      <a:lvl3pPr marL="914126" algn="l" defTabSz="914126" rtl="0" eaLnBrk="1" latinLnBrk="0" hangingPunct="1">
                        <a:defRPr sz="1799" b="1" kern="1200">
                          <a:solidFill>
                            <a:schemeClr val="lt1"/>
                          </a:solidFill>
                          <a:latin typeface="Arial"/>
                        </a:defRPr>
                      </a:lvl3pPr>
                      <a:lvl4pPr marL="1371189" algn="l" defTabSz="914126" rtl="0" eaLnBrk="1" latinLnBrk="0" hangingPunct="1">
                        <a:defRPr sz="1799" b="1" kern="1200">
                          <a:solidFill>
                            <a:schemeClr val="lt1"/>
                          </a:solidFill>
                          <a:latin typeface="Arial"/>
                        </a:defRPr>
                      </a:lvl4pPr>
                      <a:lvl5pPr marL="1828251" algn="l" defTabSz="914126" rtl="0" eaLnBrk="1" latinLnBrk="0" hangingPunct="1">
                        <a:defRPr sz="1799" b="1" kern="1200">
                          <a:solidFill>
                            <a:schemeClr val="lt1"/>
                          </a:solidFill>
                          <a:latin typeface="Arial"/>
                        </a:defRPr>
                      </a:lvl5pPr>
                      <a:lvl6pPr marL="2285314" algn="l" defTabSz="914126" rtl="0" eaLnBrk="1" latinLnBrk="0" hangingPunct="1">
                        <a:defRPr sz="1799" b="1" kern="1200">
                          <a:solidFill>
                            <a:schemeClr val="lt1"/>
                          </a:solidFill>
                          <a:latin typeface="Arial"/>
                        </a:defRPr>
                      </a:lvl6pPr>
                      <a:lvl7pPr marL="2742377" algn="l" defTabSz="914126" rtl="0" eaLnBrk="1" latinLnBrk="0" hangingPunct="1">
                        <a:defRPr sz="1799" b="1" kern="1200">
                          <a:solidFill>
                            <a:schemeClr val="lt1"/>
                          </a:solidFill>
                          <a:latin typeface="Arial"/>
                        </a:defRPr>
                      </a:lvl7pPr>
                      <a:lvl8pPr marL="3199440" algn="l" defTabSz="914126" rtl="0" eaLnBrk="1" latinLnBrk="0" hangingPunct="1">
                        <a:defRPr sz="1799" b="1" kern="1200">
                          <a:solidFill>
                            <a:schemeClr val="lt1"/>
                          </a:solidFill>
                          <a:latin typeface="Arial"/>
                        </a:defRPr>
                      </a:lvl8pPr>
                      <a:lvl9pPr marL="3656503" algn="l" defTabSz="914126" rtl="0" eaLnBrk="1" latinLnBrk="0" hangingPunct="1">
                        <a:defRPr sz="1799" b="1" kern="1200">
                          <a:solidFill>
                            <a:schemeClr val="lt1"/>
                          </a:solidFill>
                          <a:latin typeface="Arial"/>
                        </a:defRPr>
                      </a:lvl9pPr>
                    </a:lstStyle>
                    <a:p>
                      <a:r>
                        <a:rPr lang="en-US" sz="1200" b="1" kern="1200" dirty="0">
                          <a:solidFill>
                            <a:schemeClr val="lt1"/>
                          </a:solidFill>
                          <a:latin typeface="+mn-lt"/>
                          <a:ea typeface="+mn-ea"/>
                          <a:cs typeface="+mn-cs"/>
                        </a:rPr>
                        <a:t>To unsigned integer </a:t>
                      </a:r>
                      <a:r>
                        <a:rPr lang="en-US" sz="1200" dirty="0"/>
                        <a:t>	</a:t>
                      </a:r>
                    </a:p>
                  </a:txBody>
                  <a:tcPr marL="121888" marR="121888">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008CA8"/>
                    </a:solidFill>
                  </a:tcPr>
                </a:tc>
                <a:tc>
                  <a:txBody>
                    <a:bodyPr/>
                    <a:lstStyle>
                      <a:lvl1pPr marL="0" algn="l" defTabSz="914126" rtl="0" eaLnBrk="1" latinLnBrk="0" hangingPunct="1">
                        <a:defRPr sz="1799" kern="1200">
                          <a:solidFill>
                            <a:schemeClr val="dk1"/>
                          </a:solidFill>
                          <a:latin typeface="Arial"/>
                        </a:defRPr>
                      </a:lvl1pPr>
                      <a:lvl2pPr marL="457063" algn="l" defTabSz="914126" rtl="0" eaLnBrk="1" latinLnBrk="0" hangingPunct="1">
                        <a:defRPr sz="1799" kern="1200">
                          <a:solidFill>
                            <a:schemeClr val="dk1"/>
                          </a:solidFill>
                          <a:latin typeface="Arial"/>
                        </a:defRPr>
                      </a:lvl2pPr>
                      <a:lvl3pPr marL="914126" algn="l" defTabSz="914126" rtl="0" eaLnBrk="1" latinLnBrk="0" hangingPunct="1">
                        <a:defRPr sz="1799" kern="1200">
                          <a:solidFill>
                            <a:schemeClr val="dk1"/>
                          </a:solidFill>
                          <a:latin typeface="Arial"/>
                        </a:defRPr>
                      </a:lvl3pPr>
                      <a:lvl4pPr marL="1371189" algn="l" defTabSz="914126" rtl="0" eaLnBrk="1" latinLnBrk="0" hangingPunct="1">
                        <a:defRPr sz="1799" kern="1200">
                          <a:solidFill>
                            <a:schemeClr val="dk1"/>
                          </a:solidFill>
                          <a:latin typeface="Arial"/>
                        </a:defRPr>
                      </a:lvl4pPr>
                      <a:lvl5pPr marL="1828251" algn="l" defTabSz="914126" rtl="0" eaLnBrk="1" latinLnBrk="0" hangingPunct="1">
                        <a:defRPr sz="1799" kern="1200">
                          <a:solidFill>
                            <a:schemeClr val="dk1"/>
                          </a:solidFill>
                          <a:latin typeface="Arial"/>
                        </a:defRPr>
                      </a:lvl5pPr>
                      <a:lvl6pPr marL="2285314" algn="l" defTabSz="914126" rtl="0" eaLnBrk="1" latinLnBrk="0" hangingPunct="1">
                        <a:defRPr sz="1799" kern="1200">
                          <a:solidFill>
                            <a:schemeClr val="dk1"/>
                          </a:solidFill>
                          <a:latin typeface="Arial"/>
                        </a:defRPr>
                      </a:lvl6pPr>
                      <a:lvl7pPr marL="2742377" algn="l" defTabSz="914126" rtl="0" eaLnBrk="1" latinLnBrk="0" hangingPunct="1">
                        <a:defRPr sz="1799" kern="1200">
                          <a:solidFill>
                            <a:schemeClr val="dk1"/>
                          </a:solidFill>
                          <a:latin typeface="Arial"/>
                        </a:defRPr>
                      </a:lvl7pPr>
                      <a:lvl8pPr marL="3199440" algn="l" defTabSz="914126" rtl="0" eaLnBrk="1" latinLnBrk="0" hangingPunct="1">
                        <a:defRPr sz="1799" kern="1200">
                          <a:solidFill>
                            <a:schemeClr val="dk1"/>
                          </a:solidFill>
                          <a:latin typeface="Arial"/>
                        </a:defRPr>
                      </a:lvl8pPr>
                      <a:lvl9pPr marL="3656503" algn="l" defTabSz="914126" rtl="0" eaLnBrk="1" latinLnBrk="0" hangingPunct="1">
                        <a:defRPr sz="1799" kern="1200">
                          <a:solidFill>
                            <a:schemeClr val="dk1"/>
                          </a:solidFill>
                          <a:latin typeface="Arial"/>
                        </a:defRPr>
                      </a:lvl9p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200" dirty="0"/>
                        <a:t>Convert to an</a:t>
                      </a:r>
                      <a:r>
                        <a:rPr lang="en-US" sz="1200" baseline="0" dirty="0"/>
                        <a:t> unsigned integer type</a:t>
                      </a:r>
                      <a:endParaRPr lang="en-US" sz="1200" dirty="0"/>
                    </a:p>
                  </a:txBody>
                  <a:tcPr marL="121888" marR="121888">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008CA8">
                        <a:tint val="40000"/>
                      </a:srgbClr>
                    </a:solidFill>
                  </a:tcPr>
                </a:tc>
                <a:tc>
                  <a:txBody>
                    <a:bodyPr/>
                    <a:lstStyle>
                      <a:lvl1pPr marL="0" algn="l" defTabSz="914126" rtl="0" eaLnBrk="1" latinLnBrk="0" hangingPunct="1">
                        <a:defRPr sz="1799" kern="1200">
                          <a:solidFill>
                            <a:schemeClr val="dk1"/>
                          </a:solidFill>
                          <a:latin typeface="Arial"/>
                        </a:defRPr>
                      </a:lvl1pPr>
                      <a:lvl2pPr marL="457063" algn="l" defTabSz="914126" rtl="0" eaLnBrk="1" latinLnBrk="0" hangingPunct="1">
                        <a:defRPr sz="1799" kern="1200">
                          <a:solidFill>
                            <a:schemeClr val="dk1"/>
                          </a:solidFill>
                          <a:latin typeface="Arial"/>
                        </a:defRPr>
                      </a:lvl2pPr>
                      <a:lvl3pPr marL="914126" algn="l" defTabSz="914126" rtl="0" eaLnBrk="1" latinLnBrk="0" hangingPunct="1">
                        <a:defRPr sz="1799" kern="1200">
                          <a:solidFill>
                            <a:schemeClr val="dk1"/>
                          </a:solidFill>
                          <a:latin typeface="Arial"/>
                        </a:defRPr>
                      </a:lvl3pPr>
                      <a:lvl4pPr marL="1371189" algn="l" defTabSz="914126" rtl="0" eaLnBrk="1" latinLnBrk="0" hangingPunct="1">
                        <a:defRPr sz="1799" kern="1200">
                          <a:solidFill>
                            <a:schemeClr val="dk1"/>
                          </a:solidFill>
                          <a:latin typeface="Arial"/>
                        </a:defRPr>
                      </a:lvl4pPr>
                      <a:lvl5pPr marL="1828251" algn="l" defTabSz="914126" rtl="0" eaLnBrk="1" latinLnBrk="0" hangingPunct="1">
                        <a:defRPr sz="1799" kern="1200">
                          <a:solidFill>
                            <a:schemeClr val="dk1"/>
                          </a:solidFill>
                          <a:latin typeface="Arial"/>
                        </a:defRPr>
                      </a:lvl5pPr>
                      <a:lvl6pPr marL="2285314" algn="l" defTabSz="914126" rtl="0" eaLnBrk="1" latinLnBrk="0" hangingPunct="1">
                        <a:defRPr sz="1799" kern="1200">
                          <a:solidFill>
                            <a:schemeClr val="dk1"/>
                          </a:solidFill>
                          <a:latin typeface="Arial"/>
                        </a:defRPr>
                      </a:lvl6pPr>
                      <a:lvl7pPr marL="2742377" algn="l" defTabSz="914126" rtl="0" eaLnBrk="1" latinLnBrk="0" hangingPunct="1">
                        <a:defRPr sz="1799" kern="1200">
                          <a:solidFill>
                            <a:schemeClr val="dk1"/>
                          </a:solidFill>
                          <a:latin typeface="Arial"/>
                        </a:defRPr>
                      </a:lvl7pPr>
                      <a:lvl8pPr marL="3199440" algn="l" defTabSz="914126" rtl="0" eaLnBrk="1" latinLnBrk="0" hangingPunct="1">
                        <a:defRPr sz="1799" kern="1200">
                          <a:solidFill>
                            <a:schemeClr val="dk1"/>
                          </a:solidFill>
                          <a:latin typeface="Arial"/>
                        </a:defRPr>
                      </a:lvl8pPr>
                      <a:lvl9pPr marL="3656503" algn="l" defTabSz="914126" rtl="0" eaLnBrk="1" latinLnBrk="0" hangingPunct="1">
                        <a:defRPr sz="1799" kern="1200">
                          <a:solidFill>
                            <a:schemeClr val="dk1"/>
                          </a:solidFill>
                          <a:latin typeface="Arial"/>
                        </a:defRPr>
                      </a:lvl9p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200" dirty="0"/>
                        <a:t>res = </a:t>
                      </a:r>
                      <a:r>
                        <a:rPr lang="en-US" sz="1200" dirty="0" err="1"/>
                        <a:t>var.to_uint</a:t>
                      </a:r>
                      <a:r>
                        <a:rPr lang="en-US" sz="1200" dirty="0"/>
                        <a:t>();</a:t>
                      </a:r>
                    </a:p>
                  </a:txBody>
                  <a:tcPr marL="121888" marR="121888">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008CA8">
                        <a:tint val="40000"/>
                      </a:srgbClr>
                    </a:solidFill>
                  </a:tcPr>
                </a:tc>
                <a:extLst>
                  <a:ext uri="{0D108BD9-81ED-4DB2-BD59-A6C34878D82A}">
                    <a16:rowId xmlns:a16="http://schemas.microsoft.com/office/drawing/2014/main" val="10002"/>
                  </a:ext>
                </a:extLst>
              </a:tr>
              <a:tr h="117711">
                <a:tc>
                  <a:txBody>
                    <a:bodyPr/>
                    <a:lstStyle>
                      <a:lvl1pPr marL="0" algn="l" defTabSz="914126" rtl="0" eaLnBrk="1" latinLnBrk="0" hangingPunct="1">
                        <a:defRPr sz="1799" b="1" kern="1200">
                          <a:solidFill>
                            <a:schemeClr val="lt1"/>
                          </a:solidFill>
                          <a:latin typeface="Arial"/>
                        </a:defRPr>
                      </a:lvl1pPr>
                      <a:lvl2pPr marL="457063" algn="l" defTabSz="914126" rtl="0" eaLnBrk="1" latinLnBrk="0" hangingPunct="1">
                        <a:defRPr sz="1799" b="1" kern="1200">
                          <a:solidFill>
                            <a:schemeClr val="lt1"/>
                          </a:solidFill>
                          <a:latin typeface="Arial"/>
                        </a:defRPr>
                      </a:lvl2pPr>
                      <a:lvl3pPr marL="914126" algn="l" defTabSz="914126" rtl="0" eaLnBrk="1" latinLnBrk="0" hangingPunct="1">
                        <a:defRPr sz="1799" b="1" kern="1200">
                          <a:solidFill>
                            <a:schemeClr val="lt1"/>
                          </a:solidFill>
                          <a:latin typeface="Arial"/>
                        </a:defRPr>
                      </a:lvl3pPr>
                      <a:lvl4pPr marL="1371189" algn="l" defTabSz="914126" rtl="0" eaLnBrk="1" latinLnBrk="0" hangingPunct="1">
                        <a:defRPr sz="1799" b="1" kern="1200">
                          <a:solidFill>
                            <a:schemeClr val="lt1"/>
                          </a:solidFill>
                          <a:latin typeface="Arial"/>
                        </a:defRPr>
                      </a:lvl4pPr>
                      <a:lvl5pPr marL="1828251" algn="l" defTabSz="914126" rtl="0" eaLnBrk="1" latinLnBrk="0" hangingPunct="1">
                        <a:defRPr sz="1799" b="1" kern="1200">
                          <a:solidFill>
                            <a:schemeClr val="lt1"/>
                          </a:solidFill>
                          <a:latin typeface="Arial"/>
                        </a:defRPr>
                      </a:lvl5pPr>
                      <a:lvl6pPr marL="2285314" algn="l" defTabSz="914126" rtl="0" eaLnBrk="1" latinLnBrk="0" hangingPunct="1">
                        <a:defRPr sz="1799" b="1" kern="1200">
                          <a:solidFill>
                            <a:schemeClr val="lt1"/>
                          </a:solidFill>
                          <a:latin typeface="Arial"/>
                        </a:defRPr>
                      </a:lvl6pPr>
                      <a:lvl7pPr marL="2742377" algn="l" defTabSz="914126" rtl="0" eaLnBrk="1" latinLnBrk="0" hangingPunct="1">
                        <a:defRPr sz="1799" b="1" kern="1200">
                          <a:solidFill>
                            <a:schemeClr val="lt1"/>
                          </a:solidFill>
                          <a:latin typeface="Arial"/>
                        </a:defRPr>
                      </a:lvl7pPr>
                      <a:lvl8pPr marL="3199440" algn="l" defTabSz="914126" rtl="0" eaLnBrk="1" latinLnBrk="0" hangingPunct="1">
                        <a:defRPr sz="1799" b="1" kern="1200">
                          <a:solidFill>
                            <a:schemeClr val="lt1"/>
                          </a:solidFill>
                          <a:latin typeface="Arial"/>
                        </a:defRPr>
                      </a:lvl8pPr>
                      <a:lvl9pPr marL="3656503" algn="l" defTabSz="914126" rtl="0" eaLnBrk="1" latinLnBrk="0" hangingPunct="1">
                        <a:defRPr sz="1799" b="1" kern="1200">
                          <a:solidFill>
                            <a:schemeClr val="lt1"/>
                          </a:solidFill>
                          <a:latin typeface="Arial"/>
                        </a:defRPr>
                      </a:lvl9pPr>
                    </a:lstStyle>
                    <a:p>
                      <a:r>
                        <a:rPr lang="en-US" sz="1200" b="1" kern="1200" dirty="0">
                          <a:solidFill>
                            <a:schemeClr val="lt1"/>
                          </a:solidFill>
                          <a:latin typeface="+mn-lt"/>
                          <a:ea typeface="+mn-ea"/>
                          <a:cs typeface="+mn-cs"/>
                        </a:rPr>
                        <a:t>To 64-bit integer </a:t>
                      </a:r>
                      <a:r>
                        <a:rPr lang="en-US" sz="1200" dirty="0"/>
                        <a:t>	</a:t>
                      </a:r>
                    </a:p>
                  </a:txBody>
                  <a:tcPr marL="121888" marR="121888">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008CA8"/>
                    </a:solidFill>
                  </a:tcPr>
                </a:tc>
                <a:tc>
                  <a:txBody>
                    <a:bodyPr/>
                    <a:lstStyle>
                      <a:lvl1pPr marL="0" algn="l" defTabSz="914126" rtl="0" eaLnBrk="1" latinLnBrk="0" hangingPunct="1">
                        <a:defRPr sz="1799" kern="1200">
                          <a:solidFill>
                            <a:schemeClr val="dk1"/>
                          </a:solidFill>
                          <a:latin typeface="Arial"/>
                        </a:defRPr>
                      </a:lvl1pPr>
                      <a:lvl2pPr marL="457063" algn="l" defTabSz="914126" rtl="0" eaLnBrk="1" latinLnBrk="0" hangingPunct="1">
                        <a:defRPr sz="1799" kern="1200">
                          <a:solidFill>
                            <a:schemeClr val="dk1"/>
                          </a:solidFill>
                          <a:latin typeface="Arial"/>
                        </a:defRPr>
                      </a:lvl2pPr>
                      <a:lvl3pPr marL="914126" algn="l" defTabSz="914126" rtl="0" eaLnBrk="1" latinLnBrk="0" hangingPunct="1">
                        <a:defRPr sz="1799" kern="1200">
                          <a:solidFill>
                            <a:schemeClr val="dk1"/>
                          </a:solidFill>
                          <a:latin typeface="Arial"/>
                        </a:defRPr>
                      </a:lvl3pPr>
                      <a:lvl4pPr marL="1371189" algn="l" defTabSz="914126" rtl="0" eaLnBrk="1" latinLnBrk="0" hangingPunct="1">
                        <a:defRPr sz="1799" kern="1200">
                          <a:solidFill>
                            <a:schemeClr val="dk1"/>
                          </a:solidFill>
                          <a:latin typeface="Arial"/>
                        </a:defRPr>
                      </a:lvl4pPr>
                      <a:lvl5pPr marL="1828251" algn="l" defTabSz="914126" rtl="0" eaLnBrk="1" latinLnBrk="0" hangingPunct="1">
                        <a:defRPr sz="1799" kern="1200">
                          <a:solidFill>
                            <a:schemeClr val="dk1"/>
                          </a:solidFill>
                          <a:latin typeface="Arial"/>
                        </a:defRPr>
                      </a:lvl5pPr>
                      <a:lvl6pPr marL="2285314" algn="l" defTabSz="914126" rtl="0" eaLnBrk="1" latinLnBrk="0" hangingPunct="1">
                        <a:defRPr sz="1799" kern="1200">
                          <a:solidFill>
                            <a:schemeClr val="dk1"/>
                          </a:solidFill>
                          <a:latin typeface="Arial"/>
                        </a:defRPr>
                      </a:lvl6pPr>
                      <a:lvl7pPr marL="2742377" algn="l" defTabSz="914126" rtl="0" eaLnBrk="1" latinLnBrk="0" hangingPunct="1">
                        <a:defRPr sz="1799" kern="1200">
                          <a:solidFill>
                            <a:schemeClr val="dk1"/>
                          </a:solidFill>
                          <a:latin typeface="Arial"/>
                        </a:defRPr>
                      </a:lvl7pPr>
                      <a:lvl8pPr marL="3199440" algn="l" defTabSz="914126" rtl="0" eaLnBrk="1" latinLnBrk="0" hangingPunct="1">
                        <a:defRPr sz="1799" kern="1200">
                          <a:solidFill>
                            <a:schemeClr val="dk1"/>
                          </a:solidFill>
                          <a:latin typeface="Arial"/>
                        </a:defRPr>
                      </a:lvl8pPr>
                      <a:lvl9pPr marL="3656503" algn="l" defTabSz="914126" rtl="0" eaLnBrk="1" latinLnBrk="0" hangingPunct="1">
                        <a:defRPr sz="1799" kern="1200">
                          <a:solidFill>
                            <a:schemeClr val="dk1"/>
                          </a:solidFill>
                          <a:latin typeface="Arial"/>
                        </a:defRPr>
                      </a:lvl9p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200" dirty="0"/>
                        <a:t>Convert to a</a:t>
                      </a:r>
                      <a:r>
                        <a:rPr lang="en-US" sz="1200" baseline="0" dirty="0"/>
                        <a:t> 64-bit long </a:t>
                      </a:r>
                      <a:r>
                        <a:rPr lang="en-US" sz="1200" baseline="0" dirty="0" err="1"/>
                        <a:t>long</a:t>
                      </a:r>
                      <a:r>
                        <a:rPr lang="en-US" sz="1200" baseline="0" dirty="0"/>
                        <a:t> type</a:t>
                      </a:r>
                      <a:endParaRPr lang="en-US" sz="1200" dirty="0"/>
                    </a:p>
                  </a:txBody>
                  <a:tcPr marL="121888" marR="121888">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008CA8">
                        <a:tint val="20000"/>
                      </a:srgbClr>
                    </a:solidFill>
                  </a:tcPr>
                </a:tc>
                <a:tc>
                  <a:txBody>
                    <a:bodyPr/>
                    <a:lstStyle>
                      <a:lvl1pPr marL="0" algn="l" defTabSz="914126" rtl="0" eaLnBrk="1" latinLnBrk="0" hangingPunct="1">
                        <a:defRPr sz="1799" kern="1200">
                          <a:solidFill>
                            <a:schemeClr val="dk1"/>
                          </a:solidFill>
                          <a:latin typeface="Arial"/>
                        </a:defRPr>
                      </a:lvl1pPr>
                      <a:lvl2pPr marL="457063" algn="l" defTabSz="914126" rtl="0" eaLnBrk="1" latinLnBrk="0" hangingPunct="1">
                        <a:defRPr sz="1799" kern="1200">
                          <a:solidFill>
                            <a:schemeClr val="dk1"/>
                          </a:solidFill>
                          <a:latin typeface="Arial"/>
                        </a:defRPr>
                      </a:lvl2pPr>
                      <a:lvl3pPr marL="914126" algn="l" defTabSz="914126" rtl="0" eaLnBrk="1" latinLnBrk="0" hangingPunct="1">
                        <a:defRPr sz="1799" kern="1200">
                          <a:solidFill>
                            <a:schemeClr val="dk1"/>
                          </a:solidFill>
                          <a:latin typeface="Arial"/>
                        </a:defRPr>
                      </a:lvl3pPr>
                      <a:lvl4pPr marL="1371189" algn="l" defTabSz="914126" rtl="0" eaLnBrk="1" latinLnBrk="0" hangingPunct="1">
                        <a:defRPr sz="1799" kern="1200">
                          <a:solidFill>
                            <a:schemeClr val="dk1"/>
                          </a:solidFill>
                          <a:latin typeface="Arial"/>
                        </a:defRPr>
                      </a:lvl4pPr>
                      <a:lvl5pPr marL="1828251" algn="l" defTabSz="914126" rtl="0" eaLnBrk="1" latinLnBrk="0" hangingPunct="1">
                        <a:defRPr sz="1799" kern="1200">
                          <a:solidFill>
                            <a:schemeClr val="dk1"/>
                          </a:solidFill>
                          <a:latin typeface="Arial"/>
                        </a:defRPr>
                      </a:lvl5pPr>
                      <a:lvl6pPr marL="2285314" algn="l" defTabSz="914126" rtl="0" eaLnBrk="1" latinLnBrk="0" hangingPunct="1">
                        <a:defRPr sz="1799" kern="1200">
                          <a:solidFill>
                            <a:schemeClr val="dk1"/>
                          </a:solidFill>
                          <a:latin typeface="Arial"/>
                        </a:defRPr>
                      </a:lvl6pPr>
                      <a:lvl7pPr marL="2742377" algn="l" defTabSz="914126" rtl="0" eaLnBrk="1" latinLnBrk="0" hangingPunct="1">
                        <a:defRPr sz="1799" kern="1200">
                          <a:solidFill>
                            <a:schemeClr val="dk1"/>
                          </a:solidFill>
                          <a:latin typeface="Arial"/>
                        </a:defRPr>
                      </a:lvl7pPr>
                      <a:lvl8pPr marL="3199440" algn="l" defTabSz="914126" rtl="0" eaLnBrk="1" latinLnBrk="0" hangingPunct="1">
                        <a:defRPr sz="1799" kern="1200">
                          <a:solidFill>
                            <a:schemeClr val="dk1"/>
                          </a:solidFill>
                          <a:latin typeface="Arial"/>
                        </a:defRPr>
                      </a:lvl8pPr>
                      <a:lvl9pPr marL="3656503" algn="l" defTabSz="914126" rtl="0" eaLnBrk="1" latinLnBrk="0" hangingPunct="1">
                        <a:defRPr sz="1799" kern="1200">
                          <a:solidFill>
                            <a:schemeClr val="dk1"/>
                          </a:solidFill>
                          <a:latin typeface="Arial"/>
                        </a:defRPr>
                      </a:lvl9p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200" dirty="0"/>
                        <a:t>res = var.to_int64();</a:t>
                      </a:r>
                    </a:p>
                  </a:txBody>
                  <a:tcPr marL="121888" marR="121888">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008CA8">
                        <a:tint val="20000"/>
                      </a:srgbClr>
                    </a:solidFill>
                  </a:tcPr>
                </a:tc>
                <a:extLst>
                  <a:ext uri="{0D108BD9-81ED-4DB2-BD59-A6C34878D82A}">
                    <a16:rowId xmlns:a16="http://schemas.microsoft.com/office/drawing/2014/main" val="10003"/>
                  </a:ext>
                </a:extLst>
              </a:tr>
              <a:tr h="117711">
                <a:tc>
                  <a:txBody>
                    <a:bodyPr/>
                    <a:lstStyle>
                      <a:lvl1pPr marL="0" algn="l" defTabSz="914126" rtl="0" eaLnBrk="1" latinLnBrk="0" hangingPunct="1">
                        <a:defRPr sz="1799" b="1" kern="1200">
                          <a:solidFill>
                            <a:schemeClr val="lt1"/>
                          </a:solidFill>
                          <a:latin typeface="Arial"/>
                        </a:defRPr>
                      </a:lvl1pPr>
                      <a:lvl2pPr marL="457063" algn="l" defTabSz="914126" rtl="0" eaLnBrk="1" latinLnBrk="0" hangingPunct="1">
                        <a:defRPr sz="1799" b="1" kern="1200">
                          <a:solidFill>
                            <a:schemeClr val="lt1"/>
                          </a:solidFill>
                          <a:latin typeface="Arial"/>
                        </a:defRPr>
                      </a:lvl2pPr>
                      <a:lvl3pPr marL="914126" algn="l" defTabSz="914126" rtl="0" eaLnBrk="1" latinLnBrk="0" hangingPunct="1">
                        <a:defRPr sz="1799" b="1" kern="1200">
                          <a:solidFill>
                            <a:schemeClr val="lt1"/>
                          </a:solidFill>
                          <a:latin typeface="Arial"/>
                        </a:defRPr>
                      </a:lvl3pPr>
                      <a:lvl4pPr marL="1371189" algn="l" defTabSz="914126" rtl="0" eaLnBrk="1" latinLnBrk="0" hangingPunct="1">
                        <a:defRPr sz="1799" b="1" kern="1200">
                          <a:solidFill>
                            <a:schemeClr val="lt1"/>
                          </a:solidFill>
                          <a:latin typeface="Arial"/>
                        </a:defRPr>
                      </a:lvl4pPr>
                      <a:lvl5pPr marL="1828251" algn="l" defTabSz="914126" rtl="0" eaLnBrk="1" latinLnBrk="0" hangingPunct="1">
                        <a:defRPr sz="1799" b="1" kern="1200">
                          <a:solidFill>
                            <a:schemeClr val="lt1"/>
                          </a:solidFill>
                          <a:latin typeface="Arial"/>
                        </a:defRPr>
                      </a:lvl5pPr>
                      <a:lvl6pPr marL="2285314" algn="l" defTabSz="914126" rtl="0" eaLnBrk="1" latinLnBrk="0" hangingPunct="1">
                        <a:defRPr sz="1799" b="1" kern="1200">
                          <a:solidFill>
                            <a:schemeClr val="lt1"/>
                          </a:solidFill>
                          <a:latin typeface="Arial"/>
                        </a:defRPr>
                      </a:lvl6pPr>
                      <a:lvl7pPr marL="2742377" algn="l" defTabSz="914126" rtl="0" eaLnBrk="1" latinLnBrk="0" hangingPunct="1">
                        <a:defRPr sz="1799" b="1" kern="1200">
                          <a:solidFill>
                            <a:schemeClr val="lt1"/>
                          </a:solidFill>
                          <a:latin typeface="Arial"/>
                        </a:defRPr>
                      </a:lvl7pPr>
                      <a:lvl8pPr marL="3199440" algn="l" defTabSz="914126" rtl="0" eaLnBrk="1" latinLnBrk="0" hangingPunct="1">
                        <a:defRPr sz="1799" b="1" kern="1200">
                          <a:solidFill>
                            <a:schemeClr val="lt1"/>
                          </a:solidFill>
                          <a:latin typeface="Arial"/>
                        </a:defRPr>
                      </a:lvl8pPr>
                      <a:lvl9pPr marL="3656503" algn="l" defTabSz="914126" rtl="0" eaLnBrk="1" latinLnBrk="0" hangingPunct="1">
                        <a:defRPr sz="1799" b="1" kern="1200">
                          <a:solidFill>
                            <a:schemeClr val="lt1"/>
                          </a:solidFill>
                          <a:latin typeface="Arial"/>
                        </a:defRPr>
                      </a:lvl9pPr>
                    </a:lstStyle>
                    <a:p>
                      <a:r>
                        <a:rPr lang="en-US" sz="1200" b="1" kern="1200" dirty="0">
                          <a:solidFill>
                            <a:schemeClr val="lt1"/>
                          </a:solidFill>
                          <a:latin typeface="+mn-lt"/>
                          <a:ea typeface="+mn-ea"/>
                          <a:cs typeface="+mn-cs"/>
                        </a:rPr>
                        <a:t>To 64-bit unsigned integer </a:t>
                      </a:r>
                      <a:endParaRPr lang="en-US" sz="1200" dirty="0"/>
                    </a:p>
                  </a:txBody>
                  <a:tcPr marL="121888" marR="121888">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008CA8"/>
                    </a:solidFill>
                  </a:tcPr>
                </a:tc>
                <a:tc>
                  <a:txBody>
                    <a:bodyPr/>
                    <a:lstStyle>
                      <a:lvl1pPr marL="0" algn="l" defTabSz="914126" rtl="0" eaLnBrk="1" latinLnBrk="0" hangingPunct="1">
                        <a:defRPr sz="1799" kern="1200">
                          <a:solidFill>
                            <a:schemeClr val="dk1"/>
                          </a:solidFill>
                          <a:latin typeface="Arial"/>
                        </a:defRPr>
                      </a:lvl1pPr>
                      <a:lvl2pPr marL="457063" algn="l" defTabSz="914126" rtl="0" eaLnBrk="1" latinLnBrk="0" hangingPunct="1">
                        <a:defRPr sz="1799" kern="1200">
                          <a:solidFill>
                            <a:schemeClr val="dk1"/>
                          </a:solidFill>
                          <a:latin typeface="Arial"/>
                        </a:defRPr>
                      </a:lvl2pPr>
                      <a:lvl3pPr marL="914126" algn="l" defTabSz="914126" rtl="0" eaLnBrk="1" latinLnBrk="0" hangingPunct="1">
                        <a:defRPr sz="1799" kern="1200">
                          <a:solidFill>
                            <a:schemeClr val="dk1"/>
                          </a:solidFill>
                          <a:latin typeface="Arial"/>
                        </a:defRPr>
                      </a:lvl3pPr>
                      <a:lvl4pPr marL="1371189" algn="l" defTabSz="914126" rtl="0" eaLnBrk="1" latinLnBrk="0" hangingPunct="1">
                        <a:defRPr sz="1799" kern="1200">
                          <a:solidFill>
                            <a:schemeClr val="dk1"/>
                          </a:solidFill>
                          <a:latin typeface="Arial"/>
                        </a:defRPr>
                      </a:lvl4pPr>
                      <a:lvl5pPr marL="1828251" algn="l" defTabSz="914126" rtl="0" eaLnBrk="1" latinLnBrk="0" hangingPunct="1">
                        <a:defRPr sz="1799" kern="1200">
                          <a:solidFill>
                            <a:schemeClr val="dk1"/>
                          </a:solidFill>
                          <a:latin typeface="Arial"/>
                        </a:defRPr>
                      </a:lvl5pPr>
                      <a:lvl6pPr marL="2285314" algn="l" defTabSz="914126" rtl="0" eaLnBrk="1" latinLnBrk="0" hangingPunct="1">
                        <a:defRPr sz="1799" kern="1200">
                          <a:solidFill>
                            <a:schemeClr val="dk1"/>
                          </a:solidFill>
                          <a:latin typeface="Arial"/>
                        </a:defRPr>
                      </a:lvl6pPr>
                      <a:lvl7pPr marL="2742377" algn="l" defTabSz="914126" rtl="0" eaLnBrk="1" latinLnBrk="0" hangingPunct="1">
                        <a:defRPr sz="1799" kern="1200">
                          <a:solidFill>
                            <a:schemeClr val="dk1"/>
                          </a:solidFill>
                          <a:latin typeface="Arial"/>
                        </a:defRPr>
                      </a:lvl7pPr>
                      <a:lvl8pPr marL="3199440" algn="l" defTabSz="914126" rtl="0" eaLnBrk="1" latinLnBrk="0" hangingPunct="1">
                        <a:defRPr sz="1799" kern="1200">
                          <a:solidFill>
                            <a:schemeClr val="dk1"/>
                          </a:solidFill>
                          <a:latin typeface="Arial"/>
                        </a:defRPr>
                      </a:lvl8pPr>
                      <a:lvl9pPr marL="3656503" algn="l" defTabSz="914126" rtl="0" eaLnBrk="1" latinLnBrk="0" hangingPunct="1">
                        <a:defRPr sz="1799" kern="1200">
                          <a:solidFill>
                            <a:schemeClr val="dk1"/>
                          </a:solidFill>
                          <a:latin typeface="Arial"/>
                        </a:defRPr>
                      </a:lvl9p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200" dirty="0"/>
                        <a:t>Convert to an</a:t>
                      </a:r>
                      <a:r>
                        <a:rPr lang="en-US" sz="1200" baseline="0" dirty="0"/>
                        <a:t> unsigned long </a:t>
                      </a:r>
                      <a:r>
                        <a:rPr lang="en-US" sz="1200" baseline="0" dirty="0" err="1"/>
                        <a:t>long</a:t>
                      </a:r>
                      <a:r>
                        <a:rPr lang="en-US" sz="1200" baseline="0" dirty="0"/>
                        <a:t> type</a:t>
                      </a:r>
                      <a:endParaRPr lang="en-US" sz="1200" dirty="0"/>
                    </a:p>
                  </a:txBody>
                  <a:tcPr marL="121888" marR="121888">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008CA8">
                        <a:tint val="40000"/>
                      </a:srgbClr>
                    </a:solidFill>
                  </a:tcPr>
                </a:tc>
                <a:tc>
                  <a:txBody>
                    <a:bodyPr/>
                    <a:lstStyle>
                      <a:lvl1pPr marL="0" algn="l" defTabSz="914126" rtl="0" eaLnBrk="1" latinLnBrk="0" hangingPunct="1">
                        <a:defRPr sz="1799" kern="1200">
                          <a:solidFill>
                            <a:schemeClr val="dk1"/>
                          </a:solidFill>
                          <a:latin typeface="Arial"/>
                        </a:defRPr>
                      </a:lvl1pPr>
                      <a:lvl2pPr marL="457063" algn="l" defTabSz="914126" rtl="0" eaLnBrk="1" latinLnBrk="0" hangingPunct="1">
                        <a:defRPr sz="1799" kern="1200">
                          <a:solidFill>
                            <a:schemeClr val="dk1"/>
                          </a:solidFill>
                          <a:latin typeface="Arial"/>
                        </a:defRPr>
                      </a:lvl2pPr>
                      <a:lvl3pPr marL="914126" algn="l" defTabSz="914126" rtl="0" eaLnBrk="1" latinLnBrk="0" hangingPunct="1">
                        <a:defRPr sz="1799" kern="1200">
                          <a:solidFill>
                            <a:schemeClr val="dk1"/>
                          </a:solidFill>
                          <a:latin typeface="Arial"/>
                        </a:defRPr>
                      </a:lvl3pPr>
                      <a:lvl4pPr marL="1371189" algn="l" defTabSz="914126" rtl="0" eaLnBrk="1" latinLnBrk="0" hangingPunct="1">
                        <a:defRPr sz="1799" kern="1200">
                          <a:solidFill>
                            <a:schemeClr val="dk1"/>
                          </a:solidFill>
                          <a:latin typeface="Arial"/>
                        </a:defRPr>
                      </a:lvl4pPr>
                      <a:lvl5pPr marL="1828251" algn="l" defTabSz="914126" rtl="0" eaLnBrk="1" latinLnBrk="0" hangingPunct="1">
                        <a:defRPr sz="1799" kern="1200">
                          <a:solidFill>
                            <a:schemeClr val="dk1"/>
                          </a:solidFill>
                          <a:latin typeface="Arial"/>
                        </a:defRPr>
                      </a:lvl5pPr>
                      <a:lvl6pPr marL="2285314" algn="l" defTabSz="914126" rtl="0" eaLnBrk="1" latinLnBrk="0" hangingPunct="1">
                        <a:defRPr sz="1799" kern="1200">
                          <a:solidFill>
                            <a:schemeClr val="dk1"/>
                          </a:solidFill>
                          <a:latin typeface="Arial"/>
                        </a:defRPr>
                      </a:lvl6pPr>
                      <a:lvl7pPr marL="2742377" algn="l" defTabSz="914126" rtl="0" eaLnBrk="1" latinLnBrk="0" hangingPunct="1">
                        <a:defRPr sz="1799" kern="1200">
                          <a:solidFill>
                            <a:schemeClr val="dk1"/>
                          </a:solidFill>
                          <a:latin typeface="Arial"/>
                        </a:defRPr>
                      </a:lvl7pPr>
                      <a:lvl8pPr marL="3199440" algn="l" defTabSz="914126" rtl="0" eaLnBrk="1" latinLnBrk="0" hangingPunct="1">
                        <a:defRPr sz="1799" kern="1200">
                          <a:solidFill>
                            <a:schemeClr val="dk1"/>
                          </a:solidFill>
                          <a:latin typeface="Arial"/>
                        </a:defRPr>
                      </a:lvl8pPr>
                      <a:lvl9pPr marL="3656503" algn="l" defTabSz="914126" rtl="0" eaLnBrk="1" latinLnBrk="0" hangingPunct="1">
                        <a:defRPr sz="1799" kern="1200">
                          <a:solidFill>
                            <a:schemeClr val="dk1"/>
                          </a:solidFill>
                          <a:latin typeface="Arial"/>
                        </a:defRPr>
                      </a:lvl9p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200" dirty="0"/>
                        <a:t>res = var.to_uint64();</a:t>
                      </a:r>
                    </a:p>
                  </a:txBody>
                  <a:tcPr marL="121888" marR="121888">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008CA8">
                        <a:tint val="40000"/>
                      </a:srgbClr>
                    </a:solidFill>
                  </a:tcPr>
                </a:tc>
                <a:extLst>
                  <a:ext uri="{0D108BD9-81ED-4DB2-BD59-A6C34878D82A}">
                    <a16:rowId xmlns:a16="http://schemas.microsoft.com/office/drawing/2014/main" val="10004"/>
                  </a:ext>
                </a:extLst>
              </a:tr>
              <a:tr h="0">
                <a:tc>
                  <a:txBody>
                    <a:bodyPr/>
                    <a:lstStyle>
                      <a:lvl1pPr marL="0" algn="l" defTabSz="914126" rtl="0" eaLnBrk="1" latinLnBrk="0" hangingPunct="1">
                        <a:defRPr sz="1799" b="1" kern="1200">
                          <a:solidFill>
                            <a:schemeClr val="lt1"/>
                          </a:solidFill>
                          <a:latin typeface="Arial"/>
                        </a:defRPr>
                      </a:lvl1pPr>
                      <a:lvl2pPr marL="457063" algn="l" defTabSz="914126" rtl="0" eaLnBrk="1" latinLnBrk="0" hangingPunct="1">
                        <a:defRPr sz="1799" b="1" kern="1200">
                          <a:solidFill>
                            <a:schemeClr val="lt1"/>
                          </a:solidFill>
                          <a:latin typeface="Arial"/>
                        </a:defRPr>
                      </a:lvl2pPr>
                      <a:lvl3pPr marL="914126" algn="l" defTabSz="914126" rtl="0" eaLnBrk="1" latinLnBrk="0" hangingPunct="1">
                        <a:defRPr sz="1799" b="1" kern="1200">
                          <a:solidFill>
                            <a:schemeClr val="lt1"/>
                          </a:solidFill>
                          <a:latin typeface="Arial"/>
                        </a:defRPr>
                      </a:lvl3pPr>
                      <a:lvl4pPr marL="1371189" algn="l" defTabSz="914126" rtl="0" eaLnBrk="1" latinLnBrk="0" hangingPunct="1">
                        <a:defRPr sz="1799" b="1" kern="1200">
                          <a:solidFill>
                            <a:schemeClr val="lt1"/>
                          </a:solidFill>
                          <a:latin typeface="Arial"/>
                        </a:defRPr>
                      </a:lvl4pPr>
                      <a:lvl5pPr marL="1828251" algn="l" defTabSz="914126" rtl="0" eaLnBrk="1" latinLnBrk="0" hangingPunct="1">
                        <a:defRPr sz="1799" b="1" kern="1200">
                          <a:solidFill>
                            <a:schemeClr val="lt1"/>
                          </a:solidFill>
                          <a:latin typeface="Arial"/>
                        </a:defRPr>
                      </a:lvl5pPr>
                      <a:lvl6pPr marL="2285314" algn="l" defTabSz="914126" rtl="0" eaLnBrk="1" latinLnBrk="0" hangingPunct="1">
                        <a:defRPr sz="1799" b="1" kern="1200">
                          <a:solidFill>
                            <a:schemeClr val="lt1"/>
                          </a:solidFill>
                          <a:latin typeface="Arial"/>
                        </a:defRPr>
                      </a:lvl6pPr>
                      <a:lvl7pPr marL="2742377" algn="l" defTabSz="914126" rtl="0" eaLnBrk="1" latinLnBrk="0" hangingPunct="1">
                        <a:defRPr sz="1799" b="1" kern="1200">
                          <a:solidFill>
                            <a:schemeClr val="lt1"/>
                          </a:solidFill>
                          <a:latin typeface="Arial"/>
                        </a:defRPr>
                      </a:lvl7pPr>
                      <a:lvl8pPr marL="3199440" algn="l" defTabSz="914126" rtl="0" eaLnBrk="1" latinLnBrk="0" hangingPunct="1">
                        <a:defRPr sz="1799" b="1" kern="1200">
                          <a:solidFill>
                            <a:schemeClr val="lt1"/>
                          </a:solidFill>
                          <a:latin typeface="Arial"/>
                        </a:defRPr>
                      </a:lvl8pPr>
                      <a:lvl9pPr marL="3656503" algn="l" defTabSz="914126" rtl="0" eaLnBrk="1" latinLnBrk="0" hangingPunct="1">
                        <a:defRPr sz="1799" b="1" kern="1200">
                          <a:solidFill>
                            <a:schemeClr val="lt1"/>
                          </a:solidFill>
                          <a:latin typeface="Arial"/>
                        </a:defRPr>
                      </a:lvl9pPr>
                    </a:lstStyle>
                    <a:p>
                      <a:r>
                        <a:rPr lang="en-US" sz="1200" b="1" kern="1200" dirty="0">
                          <a:solidFill>
                            <a:schemeClr val="lt1"/>
                          </a:solidFill>
                          <a:latin typeface="+mn-lt"/>
                          <a:ea typeface="+mn-ea"/>
                          <a:cs typeface="+mn-cs"/>
                        </a:rPr>
                        <a:t>To double </a:t>
                      </a:r>
                      <a:r>
                        <a:rPr lang="en-US" sz="1200" dirty="0"/>
                        <a:t>	</a:t>
                      </a:r>
                    </a:p>
                  </a:txBody>
                  <a:tcPr marL="121888" marR="121888">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008CA8"/>
                    </a:solidFill>
                  </a:tcPr>
                </a:tc>
                <a:tc>
                  <a:txBody>
                    <a:bodyPr/>
                    <a:lstStyle>
                      <a:lvl1pPr marL="0" algn="l" defTabSz="914126" rtl="0" eaLnBrk="1" latinLnBrk="0" hangingPunct="1">
                        <a:defRPr sz="1799" kern="1200">
                          <a:solidFill>
                            <a:schemeClr val="dk1"/>
                          </a:solidFill>
                          <a:latin typeface="Arial"/>
                        </a:defRPr>
                      </a:lvl1pPr>
                      <a:lvl2pPr marL="457063" algn="l" defTabSz="914126" rtl="0" eaLnBrk="1" latinLnBrk="0" hangingPunct="1">
                        <a:defRPr sz="1799" kern="1200">
                          <a:solidFill>
                            <a:schemeClr val="dk1"/>
                          </a:solidFill>
                          <a:latin typeface="Arial"/>
                        </a:defRPr>
                      </a:lvl2pPr>
                      <a:lvl3pPr marL="914126" algn="l" defTabSz="914126" rtl="0" eaLnBrk="1" latinLnBrk="0" hangingPunct="1">
                        <a:defRPr sz="1799" kern="1200">
                          <a:solidFill>
                            <a:schemeClr val="dk1"/>
                          </a:solidFill>
                          <a:latin typeface="Arial"/>
                        </a:defRPr>
                      </a:lvl3pPr>
                      <a:lvl4pPr marL="1371189" algn="l" defTabSz="914126" rtl="0" eaLnBrk="1" latinLnBrk="0" hangingPunct="1">
                        <a:defRPr sz="1799" kern="1200">
                          <a:solidFill>
                            <a:schemeClr val="dk1"/>
                          </a:solidFill>
                          <a:latin typeface="Arial"/>
                        </a:defRPr>
                      </a:lvl4pPr>
                      <a:lvl5pPr marL="1828251" algn="l" defTabSz="914126" rtl="0" eaLnBrk="1" latinLnBrk="0" hangingPunct="1">
                        <a:defRPr sz="1799" kern="1200">
                          <a:solidFill>
                            <a:schemeClr val="dk1"/>
                          </a:solidFill>
                          <a:latin typeface="Arial"/>
                        </a:defRPr>
                      </a:lvl5pPr>
                      <a:lvl6pPr marL="2285314" algn="l" defTabSz="914126" rtl="0" eaLnBrk="1" latinLnBrk="0" hangingPunct="1">
                        <a:defRPr sz="1799" kern="1200">
                          <a:solidFill>
                            <a:schemeClr val="dk1"/>
                          </a:solidFill>
                          <a:latin typeface="Arial"/>
                        </a:defRPr>
                      </a:lvl6pPr>
                      <a:lvl7pPr marL="2742377" algn="l" defTabSz="914126" rtl="0" eaLnBrk="1" latinLnBrk="0" hangingPunct="1">
                        <a:defRPr sz="1799" kern="1200">
                          <a:solidFill>
                            <a:schemeClr val="dk1"/>
                          </a:solidFill>
                          <a:latin typeface="Arial"/>
                        </a:defRPr>
                      </a:lvl7pPr>
                      <a:lvl8pPr marL="3199440" algn="l" defTabSz="914126" rtl="0" eaLnBrk="1" latinLnBrk="0" hangingPunct="1">
                        <a:defRPr sz="1799" kern="1200">
                          <a:solidFill>
                            <a:schemeClr val="dk1"/>
                          </a:solidFill>
                          <a:latin typeface="Arial"/>
                        </a:defRPr>
                      </a:lvl8pPr>
                      <a:lvl9pPr marL="3656503" algn="l" defTabSz="914126" rtl="0" eaLnBrk="1" latinLnBrk="0" hangingPunct="1">
                        <a:defRPr sz="1799" kern="1200">
                          <a:solidFill>
                            <a:schemeClr val="dk1"/>
                          </a:solidFill>
                          <a:latin typeface="Arial"/>
                        </a:defRPr>
                      </a:lvl9p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200" dirty="0"/>
                        <a:t>Convert to double </a:t>
                      </a:r>
                      <a:r>
                        <a:rPr lang="en-US" sz="1200" baseline="0" dirty="0"/>
                        <a:t>type</a:t>
                      </a:r>
                      <a:endParaRPr lang="en-US" sz="1200" dirty="0"/>
                    </a:p>
                  </a:txBody>
                  <a:tcPr marL="121888" marR="121888">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008CA8">
                        <a:tint val="20000"/>
                      </a:srgbClr>
                    </a:solidFill>
                  </a:tcPr>
                </a:tc>
                <a:tc>
                  <a:txBody>
                    <a:bodyPr/>
                    <a:lstStyle>
                      <a:lvl1pPr marL="0" algn="l" defTabSz="914126" rtl="0" eaLnBrk="1" latinLnBrk="0" hangingPunct="1">
                        <a:defRPr sz="1799" kern="1200">
                          <a:solidFill>
                            <a:schemeClr val="dk1"/>
                          </a:solidFill>
                          <a:latin typeface="Arial"/>
                        </a:defRPr>
                      </a:lvl1pPr>
                      <a:lvl2pPr marL="457063" algn="l" defTabSz="914126" rtl="0" eaLnBrk="1" latinLnBrk="0" hangingPunct="1">
                        <a:defRPr sz="1799" kern="1200">
                          <a:solidFill>
                            <a:schemeClr val="dk1"/>
                          </a:solidFill>
                          <a:latin typeface="Arial"/>
                        </a:defRPr>
                      </a:lvl2pPr>
                      <a:lvl3pPr marL="914126" algn="l" defTabSz="914126" rtl="0" eaLnBrk="1" latinLnBrk="0" hangingPunct="1">
                        <a:defRPr sz="1799" kern="1200">
                          <a:solidFill>
                            <a:schemeClr val="dk1"/>
                          </a:solidFill>
                          <a:latin typeface="Arial"/>
                        </a:defRPr>
                      </a:lvl3pPr>
                      <a:lvl4pPr marL="1371189" algn="l" defTabSz="914126" rtl="0" eaLnBrk="1" latinLnBrk="0" hangingPunct="1">
                        <a:defRPr sz="1799" kern="1200">
                          <a:solidFill>
                            <a:schemeClr val="dk1"/>
                          </a:solidFill>
                          <a:latin typeface="Arial"/>
                        </a:defRPr>
                      </a:lvl4pPr>
                      <a:lvl5pPr marL="1828251" algn="l" defTabSz="914126" rtl="0" eaLnBrk="1" latinLnBrk="0" hangingPunct="1">
                        <a:defRPr sz="1799" kern="1200">
                          <a:solidFill>
                            <a:schemeClr val="dk1"/>
                          </a:solidFill>
                          <a:latin typeface="Arial"/>
                        </a:defRPr>
                      </a:lvl5pPr>
                      <a:lvl6pPr marL="2285314" algn="l" defTabSz="914126" rtl="0" eaLnBrk="1" latinLnBrk="0" hangingPunct="1">
                        <a:defRPr sz="1799" kern="1200">
                          <a:solidFill>
                            <a:schemeClr val="dk1"/>
                          </a:solidFill>
                          <a:latin typeface="Arial"/>
                        </a:defRPr>
                      </a:lvl6pPr>
                      <a:lvl7pPr marL="2742377" algn="l" defTabSz="914126" rtl="0" eaLnBrk="1" latinLnBrk="0" hangingPunct="1">
                        <a:defRPr sz="1799" kern="1200">
                          <a:solidFill>
                            <a:schemeClr val="dk1"/>
                          </a:solidFill>
                          <a:latin typeface="Arial"/>
                        </a:defRPr>
                      </a:lvl7pPr>
                      <a:lvl8pPr marL="3199440" algn="l" defTabSz="914126" rtl="0" eaLnBrk="1" latinLnBrk="0" hangingPunct="1">
                        <a:defRPr sz="1799" kern="1200">
                          <a:solidFill>
                            <a:schemeClr val="dk1"/>
                          </a:solidFill>
                          <a:latin typeface="Arial"/>
                        </a:defRPr>
                      </a:lvl8pPr>
                      <a:lvl9pPr marL="3656503" algn="l" defTabSz="914126" rtl="0" eaLnBrk="1" latinLnBrk="0" hangingPunct="1">
                        <a:defRPr sz="1799" kern="1200">
                          <a:solidFill>
                            <a:schemeClr val="dk1"/>
                          </a:solidFill>
                          <a:latin typeface="Arial"/>
                        </a:defRPr>
                      </a:lvl9p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200" dirty="0">
                          <a:highlight>
                            <a:srgbClr val="FFFF00"/>
                          </a:highlight>
                        </a:rPr>
                        <a:t>res = </a:t>
                      </a:r>
                      <a:r>
                        <a:rPr lang="en-US" sz="1200" dirty="0" err="1">
                          <a:highlight>
                            <a:srgbClr val="FFFF00"/>
                          </a:highlight>
                        </a:rPr>
                        <a:t>var.to_double</a:t>
                      </a:r>
                      <a:r>
                        <a:rPr lang="en-US" sz="1200" dirty="0">
                          <a:highlight>
                            <a:srgbClr val="FFFF00"/>
                          </a:highlight>
                        </a:rPr>
                        <a:t>();</a:t>
                      </a:r>
                    </a:p>
                  </a:txBody>
                  <a:tcPr marL="121888" marR="121888">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008CA8">
                        <a:tint val="20000"/>
                      </a:srgbClr>
                    </a:solidFill>
                  </a:tcPr>
                </a:tc>
                <a:extLst>
                  <a:ext uri="{0D108BD9-81ED-4DB2-BD59-A6C34878D82A}">
                    <a16:rowId xmlns:a16="http://schemas.microsoft.com/office/drawing/2014/main" val="10005"/>
                  </a:ext>
                </a:extLst>
              </a:tr>
            </a:tbl>
          </a:graphicData>
        </a:graphic>
      </p:graphicFrame>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AP_INT Bit Manipulation methods</a:t>
            </a:r>
          </a:p>
        </p:txBody>
      </p:sp>
      <p:sp>
        <p:nvSpPr>
          <p:cNvPr id="3" name="内容占位符 2">
            <a:extLst>
              <a:ext uri="{FF2B5EF4-FFF2-40B4-BE49-F238E27FC236}">
                <a16:creationId xmlns:a16="http://schemas.microsoft.com/office/drawing/2014/main" id="{C7CB5CDE-D13D-478B-A978-574A9295B864}"/>
              </a:ext>
            </a:extLst>
          </p:cNvPr>
          <p:cNvSpPr>
            <a:spLocks noGrp="1"/>
          </p:cNvSpPr>
          <p:nvPr>
            <p:ph idx="1"/>
          </p:nvPr>
        </p:nvSpPr>
        <p:spPr/>
        <p:txBody>
          <a:bodyPr/>
          <a:lstStyle/>
          <a:p>
            <a:endParaRPr lang="en-US"/>
          </a:p>
        </p:txBody>
      </p:sp>
      <p:sp>
        <p:nvSpPr>
          <p:cNvPr id="7" name="Slide Number Placeholder 6"/>
          <p:cNvSpPr>
            <a:spLocks noGrp="1"/>
          </p:cNvSpPr>
          <p:nvPr>
            <p:ph type="sldNum" sz="quarter" idx="4"/>
          </p:nvPr>
        </p:nvSpPr>
        <p:spPr/>
        <p:txBody>
          <a:bodyPr/>
          <a:lstStyle/>
          <a:p>
            <a:pPr>
              <a:defRPr/>
            </a:pPr>
            <a:r>
              <a:rPr lang="en-US" dirty="0"/>
              <a:t>Data Types 14- </a:t>
            </a:r>
            <a:fld id="{060BD193-E118-4B16-863C-C8C12C675E3E}" type="slidenum">
              <a:rPr lang="en-US" smtClean="0"/>
              <a:pPr>
                <a:defRPr/>
              </a:pPr>
              <a:t>21</a:t>
            </a:fld>
            <a:endParaRPr lang="en-US" dirty="0"/>
          </a:p>
        </p:txBody>
      </p:sp>
      <p:graphicFrame>
        <p:nvGraphicFramePr>
          <p:cNvPr id="5" name="Content Placeholder 14">
            <a:extLst>
              <a:ext uri="{FF2B5EF4-FFF2-40B4-BE49-F238E27FC236}">
                <a16:creationId xmlns:a16="http://schemas.microsoft.com/office/drawing/2014/main" id="{6A2FEF07-1CCE-47D0-B38A-2479456D618A}"/>
              </a:ext>
            </a:extLst>
          </p:cNvPr>
          <p:cNvGraphicFramePr>
            <a:graphicFrameLocks/>
          </p:cNvGraphicFramePr>
          <p:nvPr>
            <p:extLst>
              <p:ext uri="{D42A27DB-BD31-4B8C-83A1-F6EECF244321}">
                <p14:modId xmlns:p14="http://schemas.microsoft.com/office/powerpoint/2010/main" val="2488158559"/>
              </p:ext>
            </p:extLst>
          </p:nvPr>
        </p:nvGraphicFramePr>
        <p:xfrm>
          <a:off x="579119" y="1005855"/>
          <a:ext cx="10597019" cy="5029200"/>
        </p:xfrm>
        <a:graphic>
          <a:graphicData uri="http://schemas.openxmlformats.org/drawingml/2006/table">
            <a:tbl>
              <a:tblPr firstCol="1" bandRow="1"/>
              <a:tblGrid>
                <a:gridCol w="2162657">
                  <a:extLst>
                    <a:ext uri="{9D8B030D-6E8A-4147-A177-3AD203B41FA5}">
                      <a16:colId xmlns:a16="http://schemas.microsoft.com/office/drawing/2014/main" val="20000"/>
                    </a:ext>
                  </a:extLst>
                </a:gridCol>
                <a:gridCol w="4217181">
                  <a:extLst>
                    <a:ext uri="{9D8B030D-6E8A-4147-A177-3AD203B41FA5}">
                      <a16:colId xmlns:a16="http://schemas.microsoft.com/office/drawing/2014/main" val="20001"/>
                    </a:ext>
                  </a:extLst>
                </a:gridCol>
                <a:gridCol w="4217181">
                  <a:extLst>
                    <a:ext uri="{9D8B030D-6E8A-4147-A177-3AD203B41FA5}">
                      <a16:colId xmlns:a16="http://schemas.microsoft.com/office/drawing/2014/main" val="20002"/>
                    </a:ext>
                  </a:extLst>
                </a:gridCol>
              </a:tblGrid>
              <a:tr h="0">
                <a:tc gridSpan="2">
                  <a:txBody>
                    <a:bodyPr/>
                    <a:lstStyle>
                      <a:lvl1pPr marL="0" algn="l" defTabSz="914126" rtl="0" eaLnBrk="1" latinLnBrk="0" hangingPunct="1">
                        <a:defRPr sz="1799" b="1" kern="1200">
                          <a:solidFill>
                            <a:schemeClr val="lt1"/>
                          </a:solidFill>
                          <a:latin typeface="Arial"/>
                        </a:defRPr>
                      </a:lvl1pPr>
                      <a:lvl2pPr marL="457063" algn="l" defTabSz="914126" rtl="0" eaLnBrk="1" latinLnBrk="0" hangingPunct="1">
                        <a:defRPr sz="1799" b="1" kern="1200">
                          <a:solidFill>
                            <a:schemeClr val="lt1"/>
                          </a:solidFill>
                          <a:latin typeface="Arial"/>
                        </a:defRPr>
                      </a:lvl2pPr>
                      <a:lvl3pPr marL="914126" algn="l" defTabSz="914126" rtl="0" eaLnBrk="1" latinLnBrk="0" hangingPunct="1">
                        <a:defRPr sz="1799" b="1" kern="1200">
                          <a:solidFill>
                            <a:schemeClr val="lt1"/>
                          </a:solidFill>
                          <a:latin typeface="Arial"/>
                        </a:defRPr>
                      </a:lvl3pPr>
                      <a:lvl4pPr marL="1371189" algn="l" defTabSz="914126" rtl="0" eaLnBrk="1" latinLnBrk="0" hangingPunct="1">
                        <a:defRPr sz="1799" b="1" kern="1200">
                          <a:solidFill>
                            <a:schemeClr val="lt1"/>
                          </a:solidFill>
                          <a:latin typeface="Arial"/>
                        </a:defRPr>
                      </a:lvl4pPr>
                      <a:lvl5pPr marL="1828251" algn="l" defTabSz="914126" rtl="0" eaLnBrk="1" latinLnBrk="0" hangingPunct="1">
                        <a:defRPr sz="1799" b="1" kern="1200">
                          <a:solidFill>
                            <a:schemeClr val="lt1"/>
                          </a:solidFill>
                          <a:latin typeface="Arial"/>
                        </a:defRPr>
                      </a:lvl5pPr>
                      <a:lvl6pPr marL="2285314" algn="l" defTabSz="914126" rtl="0" eaLnBrk="1" latinLnBrk="0" hangingPunct="1">
                        <a:defRPr sz="1799" b="1" kern="1200">
                          <a:solidFill>
                            <a:schemeClr val="lt1"/>
                          </a:solidFill>
                          <a:latin typeface="Arial"/>
                        </a:defRPr>
                      </a:lvl6pPr>
                      <a:lvl7pPr marL="2742377" algn="l" defTabSz="914126" rtl="0" eaLnBrk="1" latinLnBrk="0" hangingPunct="1">
                        <a:defRPr sz="1799" b="1" kern="1200">
                          <a:solidFill>
                            <a:schemeClr val="lt1"/>
                          </a:solidFill>
                          <a:latin typeface="Arial"/>
                        </a:defRPr>
                      </a:lvl7pPr>
                      <a:lvl8pPr marL="3199440" algn="l" defTabSz="914126" rtl="0" eaLnBrk="1" latinLnBrk="0" hangingPunct="1">
                        <a:defRPr sz="1799" b="1" kern="1200">
                          <a:solidFill>
                            <a:schemeClr val="lt1"/>
                          </a:solidFill>
                          <a:latin typeface="Arial"/>
                        </a:defRPr>
                      </a:lvl8pPr>
                      <a:lvl9pPr marL="3656503" algn="l" defTabSz="914126" rtl="0" eaLnBrk="1" latinLnBrk="0" hangingPunct="1">
                        <a:defRPr sz="1799" b="1" kern="1200">
                          <a:solidFill>
                            <a:schemeClr val="lt1"/>
                          </a:solidFill>
                          <a:latin typeface="Arial"/>
                        </a:defRPr>
                      </a:lvl9pPr>
                    </a:lstStyle>
                    <a:p>
                      <a:r>
                        <a:rPr lang="en-US" sz="1200" b="1" dirty="0">
                          <a:solidFill>
                            <a:schemeClr val="tx1"/>
                          </a:solidFill>
                        </a:rPr>
                        <a:t>Methods</a:t>
                      </a:r>
                    </a:p>
                  </a:txBody>
                  <a:tcPr marL="121888" marR="121888">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008CA8">
                        <a:lumMod val="40000"/>
                        <a:lumOff val="60000"/>
                      </a:srgbClr>
                    </a:solidFill>
                  </a:tcPr>
                </a:tc>
                <a:tc hMerge="1">
                  <a:txBody>
                    <a:bodyPr/>
                    <a:lstStyle/>
                    <a:p>
                      <a:pPr marL="0" marR="0" indent="0" algn="l" defTabSz="457200" rtl="0" eaLnBrk="1" fontAlgn="auto" latinLnBrk="0" hangingPunct="1">
                        <a:lnSpc>
                          <a:spcPct val="100000"/>
                        </a:lnSpc>
                        <a:spcBef>
                          <a:spcPts val="0"/>
                        </a:spcBef>
                        <a:spcAft>
                          <a:spcPts val="0"/>
                        </a:spcAft>
                        <a:buClrTx/>
                        <a:buSzTx/>
                        <a:buFontTx/>
                        <a:buNone/>
                        <a:tabLst/>
                        <a:defRPr/>
                      </a:pPr>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lvl1pPr marL="0" algn="l" defTabSz="914126" rtl="0" eaLnBrk="1" latinLnBrk="0" hangingPunct="1">
                        <a:defRPr sz="1799" kern="1200">
                          <a:solidFill>
                            <a:schemeClr val="dk1"/>
                          </a:solidFill>
                          <a:latin typeface="Arial"/>
                        </a:defRPr>
                      </a:lvl1pPr>
                      <a:lvl2pPr marL="457063" algn="l" defTabSz="914126" rtl="0" eaLnBrk="1" latinLnBrk="0" hangingPunct="1">
                        <a:defRPr sz="1799" kern="1200">
                          <a:solidFill>
                            <a:schemeClr val="dk1"/>
                          </a:solidFill>
                          <a:latin typeface="Arial"/>
                        </a:defRPr>
                      </a:lvl2pPr>
                      <a:lvl3pPr marL="914126" algn="l" defTabSz="914126" rtl="0" eaLnBrk="1" latinLnBrk="0" hangingPunct="1">
                        <a:defRPr sz="1799" kern="1200">
                          <a:solidFill>
                            <a:schemeClr val="dk1"/>
                          </a:solidFill>
                          <a:latin typeface="Arial"/>
                        </a:defRPr>
                      </a:lvl3pPr>
                      <a:lvl4pPr marL="1371189" algn="l" defTabSz="914126" rtl="0" eaLnBrk="1" latinLnBrk="0" hangingPunct="1">
                        <a:defRPr sz="1799" kern="1200">
                          <a:solidFill>
                            <a:schemeClr val="dk1"/>
                          </a:solidFill>
                          <a:latin typeface="Arial"/>
                        </a:defRPr>
                      </a:lvl4pPr>
                      <a:lvl5pPr marL="1828251" algn="l" defTabSz="914126" rtl="0" eaLnBrk="1" latinLnBrk="0" hangingPunct="1">
                        <a:defRPr sz="1799" kern="1200">
                          <a:solidFill>
                            <a:schemeClr val="dk1"/>
                          </a:solidFill>
                          <a:latin typeface="Arial"/>
                        </a:defRPr>
                      </a:lvl5pPr>
                      <a:lvl6pPr marL="2285314" algn="l" defTabSz="914126" rtl="0" eaLnBrk="1" latinLnBrk="0" hangingPunct="1">
                        <a:defRPr sz="1799" kern="1200">
                          <a:solidFill>
                            <a:schemeClr val="dk1"/>
                          </a:solidFill>
                          <a:latin typeface="Arial"/>
                        </a:defRPr>
                      </a:lvl6pPr>
                      <a:lvl7pPr marL="2742377" algn="l" defTabSz="914126" rtl="0" eaLnBrk="1" latinLnBrk="0" hangingPunct="1">
                        <a:defRPr sz="1799" kern="1200">
                          <a:solidFill>
                            <a:schemeClr val="dk1"/>
                          </a:solidFill>
                          <a:latin typeface="Arial"/>
                        </a:defRPr>
                      </a:lvl7pPr>
                      <a:lvl8pPr marL="3199440" algn="l" defTabSz="914126" rtl="0" eaLnBrk="1" latinLnBrk="0" hangingPunct="1">
                        <a:defRPr sz="1799" kern="1200">
                          <a:solidFill>
                            <a:schemeClr val="dk1"/>
                          </a:solidFill>
                          <a:latin typeface="Arial"/>
                        </a:defRPr>
                      </a:lvl8pPr>
                      <a:lvl9pPr marL="3656503" algn="l" defTabSz="914126" rtl="0" eaLnBrk="1" latinLnBrk="0" hangingPunct="1">
                        <a:defRPr sz="1799" kern="1200">
                          <a:solidFill>
                            <a:schemeClr val="dk1"/>
                          </a:solidFill>
                          <a:latin typeface="Arial"/>
                        </a:defRPr>
                      </a:lvl9pPr>
                    </a:lstStyle>
                    <a:p>
                      <a:r>
                        <a:rPr lang="en-US" sz="1200" b="1" dirty="0">
                          <a:solidFill>
                            <a:schemeClr val="tx1"/>
                          </a:solidFill>
                        </a:rPr>
                        <a:t>Example</a:t>
                      </a:r>
                    </a:p>
                  </a:txBody>
                  <a:tcPr marL="121888" marR="121888">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008CA8">
                        <a:lumMod val="40000"/>
                        <a:lumOff val="60000"/>
                      </a:srgbClr>
                    </a:solidFill>
                  </a:tcPr>
                </a:tc>
                <a:extLst>
                  <a:ext uri="{0D108BD9-81ED-4DB2-BD59-A6C34878D82A}">
                    <a16:rowId xmlns:a16="http://schemas.microsoft.com/office/drawing/2014/main" val="10000"/>
                  </a:ext>
                </a:extLst>
              </a:tr>
              <a:tr h="0">
                <a:tc>
                  <a:txBody>
                    <a:bodyPr/>
                    <a:lstStyle>
                      <a:lvl1pPr marL="0" algn="l" defTabSz="914126" rtl="0" eaLnBrk="1" latinLnBrk="0" hangingPunct="1">
                        <a:defRPr sz="1799" b="1" kern="1200">
                          <a:solidFill>
                            <a:schemeClr val="lt1"/>
                          </a:solidFill>
                          <a:latin typeface="Arial"/>
                        </a:defRPr>
                      </a:lvl1pPr>
                      <a:lvl2pPr marL="457063" algn="l" defTabSz="914126" rtl="0" eaLnBrk="1" latinLnBrk="0" hangingPunct="1">
                        <a:defRPr sz="1799" b="1" kern="1200">
                          <a:solidFill>
                            <a:schemeClr val="lt1"/>
                          </a:solidFill>
                          <a:latin typeface="Arial"/>
                        </a:defRPr>
                      </a:lvl2pPr>
                      <a:lvl3pPr marL="914126" algn="l" defTabSz="914126" rtl="0" eaLnBrk="1" latinLnBrk="0" hangingPunct="1">
                        <a:defRPr sz="1799" b="1" kern="1200">
                          <a:solidFill>
                            <a:schemeClr val="lt1"/>
                          </a:solidFill>
                          <a:latin typeface="Arial"/>
                        </a:defRPr>
                      </a:lvl3pPr>
                      <a:lvl4pPr marL="1371189" algn="l" defTabSz="914126" rtl="0" eaLnBrk="1" latinLnBrk="0" hangingPunct="1">
                        <a:defRPr sz="1799" b="1" kern="1200">
                          <a:solidFill>
                            <a:schemeClr val="lt1"/>
                          </a:solidFill>
                          <a:latin typeface="Arial"/>
                        </a:defRPr>
                      </a:lvl4pPr>
                      <a:lvl5pPr marL="1828251" algn="l" defTabSz="914126" rtl="0" eaLnBrk="1" latinLnBrk="0" hangingPunct="1">
                        <a:defRPr sz="1799" b="1" kern="1200">
                          <a:solidFill>
                            <a:schemeClr val="lt1"/>
                          </a:solidFill>
                          <a:latin typeface="Arial"/>
                        </a:defRPr>
                      </a:lvl5pPr>
                      <a:lvl6pPr marL="2285314" algn="l" defTabSz="914126" rtl="0" eaLnBrk="1" latinLnBrk="0" hangingPunct="1">
                        <a:defRPr sz="1799" b="1" kern="1200">
                          <a:solidFill>
                            <a:schemeClr val="lt1"/>
                          </a:solidFill>
                          <a:latin typeface="Arial"/>
                        </a:defRPr>
                      </a:lvl6pPr>
                      <a:lvl7pPr marL="2742377" algn="l" defTabSz="914126" rtl="0" eaLnBrk="1" latinLnBrk="0" hangingPunct="1">
                        <a:defRPr sz="1799" b="1" kern="1200">
                          <a:solidFill>
                            <a:schemeClr val="lt1"/>
                          </a:solidFill>
                          <a:latin typeface="Arial"/>
                        </a:defRPr>
                      </a:lvl7pPr>
                      <a:lvl8pPr marL="3199440" algn="l" defTabSz="914126" rtl="0" eaLnBrk="1" latinLnBrk="0" hangingPunct="1">
                        <a:defRPr sz="1799" b="1" kern="1200">
                          <a:solidFill>
                            <a:schemeClr val="lt1"/>
                          </a:solidFill>
                          <a:latin typeface="Arial"/>
                        </a:defRPr>
                      </a:lvl8pPr>
                      <a:lvl9pPr marL="3656503" algn="l" defTabSz="914126" rtl="0" eaLnBrk="1" latinLnBrk="0" hangingPunct="1">
                        <a:defRPr sz="1799" b="1" kern="1200">
                          <a:solidFill>
                            <a:schemeClr val="lt1"/>
                          </a:solidFill>
                          <a:latin typeface="Arial"/>
                        </a:defRPr>
                      </a:lvl9pPr>
                    </a:lstStyle>
                    <a:p>
                      <a:r>
                        <a:rPr lang="en-US" sz="1200" b="1" kern="1200" dirty="0">
                          <a:solidFill>
                            <a:schemeClr val="lt1"/>
                          </a:solidFill>
                          <a:latin typeface="+mn-lt"/>
                          <a:ea typeface="+mn-ea"/>
                          <a:cs typeface="+mn-cs"/>
                        </a:rPr>
                        <a:t>Length </a:t>
                      </a:r>
                      <a:r>
                        <a:rPr lang="en-US" sz="1200" dirty="0"/>
                        <a:t>	</a:t>
                      </a:r>
                    </a:p>
                  </a:txBody>
                  <a:tcPr marL="121888" marR="121888">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008CA8"/>
                    </a:solidFill>
                  </a:tcPr>
                </a:tc>
                <a:tc>
                  <a:txBody>
                    <a:bodyPr/>
                    <a:lstStyle>
                      <a:lvl1pPr marL="0" algn="l" defTabSz="914126" rtl="0" eaLnBrk="1" latinLnBrk="0" hangingPunct="1">
                        <a:defRPr sz="1799" kern="1200">
                          <a:solidFill>
                            <a:schemeClr val="dk1"/>
                          </a:solidFill>
                          <a:latin typeface="Arial"/>
                        </a:defRPr>
                      </a:lvl1pPr>
                      <a:lvl2pPr marL="457063" algn="l" defTabSz="914126" rtl="0" eaLnBrk="1" latinLnBrk="0" hangingPunct="1">
                        <a:defRPr sz="1799" kern="1200">
                          <a:solidFill>
                            <a:schemeClr val="dk1"/>
                          </a:solidFill>
                          <a:latin typeface="Arial"/>
                        </a:defRPr>
                      </a:lvl2pPr>
                      <a:lvl3pPr marL="914126" algn="l" defTabSz="914126" rtl="0" eaLnBrk="1" latinLnBrk="0" hangingPunct="1">
                        <a:defRPr sz="1799" kern="1200">
                          <a:solidFill>
                            <a:schemeClr val="dk1"/>
                          </a:solidFill>
                          <a:latin typeface="Arial"/>
                        </a:defRPr>
                      </a:lvl3pPr>
                      <a:lvl4pPr marL="1371189" algn="l" defTabSz="914126" rtl="0" eaLnBrk="1" latinLnBrk="0" hangingPunct="1">
                        <a:defRPr sz="1799" kern="1200">
                          <a:solidFill>
                            <a:schemeClr val="dk1"/>
                          </a:solidFill>
                          <a:latin typeface="Arial"/>
                        </a:defRPr>
                      </a:lvl4pPr>
                      <a:lvl5pPr marL="1828251" algn="l" defTabSz="914126" rtl="0" eaLnBrk="1" latinLnBrk="0" hangingPunct="1">
                        <a:defRPr sz="1799" kern="1200">
                          <a:solidFill>
                            <a:schemeClr val="dk1"/>
                          </a:solidFill>
                          <a:latin typeface="Arial"/>
                        </a:defRPr>
                      </a:lvl5pPr>
                      <a:lvl6pPr marL="2285314" algn="l" defTabSz="914126" rtl="0" eaLnBrk="1" latinLnBrk="0" hangingPunct="1">
                        <a:defRPr sz="1799" kern="1200">
                          <a:solidFill>
                            <a:schemeClr val="dk1"/>
                          </a:solidFill>
                          <a:latin typeface="Arial"/>
                        </a:defRPr>
                      </a:lvl6pPr>
                      <a:lvl7pPr marL="2742377" algn="l" defTabSz="914126" rtl="0" eaLnBrk="1" latinLnBrk="0" hangingPunct="1">
                        <a:defRPr sz="1799" kern="1200">
                          <a:solidFill>
                            <a:schemeClr val="dk1"/>
                          </a:solidFill>
                          <a:latin typeface="Arial"/>
                        </a:defRPr>
                      </a:lvl7pPr>
                      <a:lvl8pPr marL="3199440" algn="l" defTabSz="914126" rtl="0" eaLnBrk="1" latinLnBrk="0" hangingPunct="1">
                        <a:defRPr sz="1799" kern="1200">
                          <a:solidFill>
                            <a:schemeClr val="dk1"/>
                          </a:solidFill>
                          <a:latin typeface="Arial"/>
                        </a:defRPr>
                      </a:lvl8pPr>
                      <a:lvl9pPr marL="3656503" algn="l" defTabSz="914126" rtl="0" eaLnBrk="1" latinLnBrk="0" hangingPunct="1">
                        <a:defRPr sz="1799" kern="1200">
                          <a:solidFill>
                            <a:schemeClr val="dk1"/>
                          </a:solidFill>
                          <a:latin typeface="Arial"/>
                        </a:defRPr>
                      </a:lvl9p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200" dirty="0"/>
                        <a:t>Returns the length of the variable.</a:t>
                      </a:r>
                    </a:p>
                  </a:txBody>
                  <a:tcPr marL="121888" marR="121888">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008CA8">
                        <a:tint val="20000"/>
                      </a:srgbClr>
                    </a:solidFill>
                  </a:tcPr>
                </a:tc>
                <a:tc>
                  <a:txBody>
                    <a:bodyPr/>
                    <a:lstStyle>
                      <a:lvl1pPr marL="0" algn="l" defTabSz="914126" rtl="0" eaLnBrk="1" latinLnBrk="0" hangingPunct="1">
                        <a:defRPr sz="1799" kern="1200">
                          <a:solidFill>
                            <a:schemeClr val="dk1"/>
                          </a:solidFill>
                          <a:latin typeface="Arial"/>
                        </a:defRPr>
                      </a:lvl1pPr>
                      <a:lvl2pPr marL="457063" algn="l" defTabSz="914126" rtl="0" eaLnBrk="1" latinLnBrk="0" hangingPunct="1">
                        <a:defRPr sz="1799" kern="1200">
                          <a:solidFill>
                            <a:schemeClr val="dk1"/>
                          </a:solidFill>
                          <a:latin typeface="Arial"/>
                        </a:defRPr>
                      </a:lvl2pPr>
                      <a:lvl3pPr marL="914126" algn="l" defTabSz="914126" rtl="0" eaLnBrk="1" latinLnBrk="0" hangingPunct="1">
                        <a:defRPr sz="1799" kern="1200">
                          <a:solidFill>
                            <a:schemeClr val="dk1"/>
                          </a:solidFill>
                          <a:latin typeface="Arial"/>
                        </a:defRPr>
                      </a:lvl3pPr>
                      <a:lvl4pPr marL="1371189" algn="l" defTabSz="914126" rtl="0" eaLnBrk="1" latinLnBrk="0" hangingPunct="1">
                        <a:defRPr sz="1799" kern="1200">
                          <a:solidFill>
                            <a:schemeClr val="dk1"/>
                          </a:solidFill>
                          <a:latin typeface="Arial"/>
                        </a:defRPr>
                      </a:lvl4pPr>
                      <a:lvl5pPr marL="1828251" algn="l" defTabSz="914126" rtl="0" eaLnBrk="1" latinLnBrk="0" hangingPunct="1">
                        <a:defRPr sz="1799" kern="1200">
                          <a:solidFill>
                            <a:schemeClr val="dk1"/>
                          </a:solidFill>
                          <a:latin typeface="Arial"/>
                        </a:defRPr>
                      </a:lvl5pPr>
                      <a:lvl6pPr marL="2285314" algn="l" defTabSz="914126" rtl="0" eaLnBrk="1" latinLnBrk="0" hangingPunct="1">
                        <a:defRPr sz="1799" kern="1200">
                          <a:solidFill>
                            <a:schemeClr val="dk1"/>
                          </a:solidFill>
                          <a:latin typeface="Arial"/>
                        </a:defRPr>
                      </a:lvl6pPr>
                      <a:lvl7pPr marL="2742377" algn="l" defTabSz="914126" rtl="0" eaLnBrk="1" latinLnBrk="0" hangingPunct="1">
                        <a:defRPr sz="1799" kern="1200">
                          <a:solidFill>
                            <a:schemeClr val="dk1"/>
                          </a:solidFill>
                          <a:latin typeface="Arial"/>
                        </a:defRPr>
                      </a:lvl7pPr>
                      <a:lvl8pPr marL="3199440" algn="l" defTabSz="914126" rtl="0" eaLnBrk="1" latinLnBrk="0" hangingPunct="1">
                        <a:defRPr sz="1799" kern="1200">
                          <a:solidFill>
                            <a:schemeClr val="dk1"/>
                          </a:solidFill>
                          <a:latin typeface="Arial"/>
                        </a:defRPr>
                      </a:lvl8pPr>
                      <a:lvl9pPr marL="3656503" algn="l" defTabSz="914126" rtl="0" eaLnBrk="1" latinLnBrk="0" hangingPunct="1">
                        <a:defRPr sz="1799" kern="1200">
                          <a:solidFill>
                            <a:schemeClr val="dk1"/>
                          </a:solidFill>
                          <a:latin typeface="Arial"/>
                        </a:defRPr>
                      </a:lvl9p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200" dirty="0"/>
                        <a:t>res=</a:t>
                      </a:r>
                      <a:r>
                        <a:rPr lang="en-US" sz="1200" dirty="0" err="1"/>
                        <a:t>var.length</a:t>
                      </a:r>
                      <a:r>
                        <a:rPr lang="en-US" sz="1200" dirty="0"/>
                        <a:t>;</a:t>
                      </a:r>
                    </a:p>
                  </a:txBody>
                  <a:tcPr marL="121888" marR="121888">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008CA8">
                        <a:tint val="20000"/>
                      </a:srgbClr>
                    </a:solidFill>
                  </a:tcPr>
                </a:tc>
                <a:extLst>
                  <a:ext uri="{0D108BD9-81ED-4DB2-BD59-A6C34878D82A}">
                    <a16:rowId xmlns:a16="http://schemas.microsoft.com/office/drawing/2014/main" val="10001"/>
                  </a:ext>
                </a:extLst>
              </a:tr>
              <a:tr h="117711">
                <a:tc>
                  <a:txBody>
                    <a:bodyPr/>
                    <a:lstStyle>
                      <a:lvl1pPr marL="0" algn="l" defTabSz="914126" rtl="0" eaLnBrk="1" latinLnBrk="0" hangingPunct="1">
                        <a:defRPr sz="1799" b="1" kern="1200">
                          <a:solidFill>
                            <a:schemeClr val="lt1"/>
                          </a:solidFill>
                          <a:latin typeface="Arial"/>
                        </a:defRPr>
                      </a:lvl1pPr>
                      <a:lvl2pPr marL="457063" algn="l" defTabSz="914126" rtl="0" eaLnBrk="1" latinLnBrk="0" hangingPunct="1">
                        <a:defRPr sz="1799" b="1" kern="1200">
                          <a:solidFill>
                            <a:schemeClr val="lt1"/>
                          </a:solidFill>
                          <a:latin typeface="Arial"/>
                        </a:defRPr>
                      </a:lvl2pPr>
                      <a:lvl3pPr marL="914126" algn="l" defTabSz="914126" rtl="0" eaLnBrk="1" latinLnBrk="0" hangingPunct="1">
                        <a:defRPr sz="1799" b="1" kern="1200">
                          <a:solidFill>
                            <a:schemeClr val="lt1"/>
                          </a:solidFill>
                          <a:latin typeface="Arial"/>
                        </a:defRPr>
                      </a:lvl3pPr>
                      <a:lvl4pPr marL="1371189" algn="l" defTabSz="914126" rtl="0" eaLnBrk="1" latinLnBrk="0" hangingPunct="1">
                        <a:defRPr sz="1799" b="1" kern="1200">
                          <a:solidFill>
                            <a:schemeClr val="lt1"/>
                          </a:solidFill>
                          <a:latin typeface="Arial"/>
                        </a:defRPr>
                      </a:lvl4pPr>
                      <a:lvl5pPr marL="1828251" algn="l" defTabSz="914126" rtl="0" eaLnBrk="1" latinLnBrk="0" hangingPunct="1">
                        <a:defRPr sz="1799" b="1" kern="1200">
                          <a:solidFill>
                            <a:schemeClr val="lt1"/>
                          </a:solidFill>
                          <a:latin typeface="Arial"/>
                        </a:defRPr>
                      </a:lvl5pPr>
                      <a:lvl6pPr marL="2285314" algn="l" defTabSz="914126" rtl="0" eaLnBrk="1" latinLnBrk="0" hangingPunct="1">
                        <a:defRPr sz="1799" b="1" kern="1200">
                          <a:solidFill>
                            <a:schemeClr val="lt1"/>
                          </a:solidFill>
                          <a:latin typeface="Arial"/>
                        </a:defRPr>
                      </a:lvl6pPr>
                      <a:lvl7pPr marL="2742377" algn="l" defTabSz="914126" rtl="0" eaLnBrk="1" latinLnBrk="0" hangingPunct="1">
                        <a:defRPr sz="1799" b="1" kern="1200">
                          <a:solidFill>
                            <a:schemeClr val="lt1"/>
                          </a:solidFill>
                          <a:latin typeface="Arial"/>
                        </a:defRPr>
                      </a:lvl7pPr>
                      <a:lvl8pPr marL="3199440" algn="l" defTabSz="914126" rtl="0" eaLnBrk="1" latinLnBrk="0" hangingPunct="1">
                        <a:defRPr sz="1799" b="1" kern="1200">
                          <a:solidFill>
                            <a:schemeClr val="lt1"/>
                          </a:solidFill>
                          <a:latin typeface="Arial"/>
                        </a:defRPr>
                      </a:lvl8pPr>
                      <a:lvl9pPr marL="3656503" algn="l" defTabSz="914126" rtl="0" eaLnBrk="1" latinLnBrk="0" hangingPunct="1">
                        <a:defRPr sz="1799" b="1" kern="1200">
                          <a:solidFill>
                            <a:schemeClr val="lt1"/>
                          </a:solidFill>
                          <a:latin typeface="Arial"/>
                        </a:defRPr>
                      </a:lvl9pPr>
                    </a:lstStyle>
                    <a:p>
                      <a:r>
                        <a:rPr lang="en-US" sz="1200" b="1" kern="1200" dirty="0">
                          <a:solidFill>
                            <a:schemeClr val="lt1"/>
                          </a:solidFill>
                          <a:latin typeface="+mn-lt"/>
                          <a:ea typeface="+mn-ea"/>
                          <a:cs typeface="+mn-cs"/>
                        </a:rPr>
                        <a:t>Concatenation</a:t>
                      </a:r>
                      <a:endParaRPr lang="en-US" sz="1200" dirty="0"/>
                    </a:p>
                  </a:txBody>
                  <a:tcPr marL="121888" marR="121888">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008CA8"/>
                    </a:solidFill>
                  </a:tcPr>
                </a:tc>
                <a:tc>
                  <a:txBody>
                    <a:bodyPr/>
                    <a:lstStyle>
                      <a:lvl1pPr marL="0" algn="l" defTabSz="914126" rtl="0" eaLnBrk="1" latinLnBrk="0" hangingPunct="1">
                        <a:defRPr sz="1799" kern="1200">
                          <a:solidFill>
                            <a:schemeClr val="dk1"/>
                          </a:solidFill>
                          <a:latin typeface="Arial"/>
                        </a:defRPr>
                      </a:lvl1pPr>
                      <a:lvl2pPr marL="457063" algn="l" defTabSz="914126" rtl="0" eaLnBrk="1" latinLnBrk="0" hangingPunct="1">
                        <a:defRPr sz="1799" kern="1200">
                          <a:solidFill>
                            <a:schemeClr val="dk1"/>
                          </a:solidFill>
                          <a:latin typeface="Arial"/>
                        </a:defRPr>
                      </a:lvl2pPr>
                      <a:lvl3pPr marL="914126" algn="l" defTabSz="914126" rtl="0" eaLnBrk="1" latinLnBrk="0" hangingPunct="1">
                        <a:defRPr sz="1799" kern="1200">
                          <a:solidFill>
                            <a:schemeClr val="dk1"/>
                          </a:solidFill>
                          <a:latin typeface="Arial"/>
                        </a:defRPr>
                      </a:lvl3pPr>
                      <a:lvl4pPr marL="1371189" algn="l" defTabSz="914126" rtl="0" eaLnBrk="1" latinLnBrk="0" hangingPunct="1">
                        <a:defRPr sz="1799" kern="1200">
                          <a:solidFill>
                            <a:schemeClr val="dk1"/>
                          </a:solidFill>
                          <a:latin typeface="Arial"/>
                        </a:defRPr>
                      </a:lvl4pPr>
                      <a:lvl5pPr marL="1828251" algn="l" defTabSz="914126" rtl="0" eaLnBrk="1" latinLnBrk="0" hangingPunct="1">
                        <a:defRPr sz="1799" kern="1200">
                          <a:solidFill>
                            <a:schemeClr val="dk1"/>
                          </a:solidFill>
                          <a:latin typeface="Arial"/>
                        </a:defRPr>
                      </a:lvl5pPr>
                      <a:lvl6pPr marL="2285314" algn="l" defTabSz="914126" rtl="0" eaLnBrk="1" latinLnBrk="0" hangingPunct="1">
                        <a:defRPr sz="1799" kern="1200">
                          <a:solidFill>
                            <a:schemeClr val="dk1"/>
                          </a:solidFill>
                          <a:latin typeface="Arial"/>
                        </a:defRPr>
                      </a:lvl6pPr>
                      <a:lvl7pPr marL="2742377" algn="l" defTabSz="914126" rtl="0" eaLnBrk="1" latinLnBrk="0" hangingPunct="1">
                        <a:defRPr sz="1799" kern="1200">
                          <a:solidFill>
                            <a:schemeClr val="dk1"/>
                          </a:solidFill>
                          <a:latin typeface="Arial"/>
                        </a:defRPr>
                      </a:lvl7pPr>
                      <a:lvl8pPr marL="3199440" algn="l" defTabSz="914126" rtl="0" eaLnBrk="1" latinLnBrk="0" hangingPunct="1">
                        <a:defRPr sz="1799" kern="1200">
                          <a:solidFill>
                            <a:schemeClr val="dk1"/>
                          </a:solidFill>
                          <a:latin typeface="Arial"/>
                        </a:defRPr>
                      </a:lvl8pPr>
                      <a:lvl9pPr marL="3656503" algn="l" defTabSz="914126" rtl="0" eaLnBrk="1" latinLnBrk="0" hangingPunct="1">
                        <a:defRPr sz="1799" kern="1200">
                          <a:solidFill>
                            <a:schemeClr val="dk1"/>
                          </a:solidFill>
                          <a:latin typeface="Arial"/>
                        </a:defRPr>
                      </a:lvl9pPr>
                    </a:lstStyle>
                    <a:p>
                      <a:r>
                        <a:rPr lang="en-US" sz="1200" dirty="0"/>
                        <a:t>Concatenation low</a:t>
                      </a:r>
                      <a:r>
                        <a:rPr lang="en-US" sz="1200" baseline="0" dirty="0"/>
                        <a:t> to high</a:t>
                      </a:r>
                      <a:endParaRPr lang="en-US" sz="1200" dirty="0"/>
                    </a:p>
                  </a:txBody>
                  <a:tcPr marL="121888" marR="121888">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008CA8">
                        <a:tint val="40000"/>
                      </a:srgbClr>
                    </a:solidFill>
                  </a:tcPr>
                </a:tc>
                <a:tc>
                  <a:txBody>
                    <a:bodyPr/>
                    <a:lstStyle>
                      <a:lvl1pPr marL="0" algn="l" defTabSz="914126" rtl="0" eaLnBrk="1" latinLnBrk="0" hangingPunct="1">
                        <a:defRPr sz="1799" kern="1200">
                          <a:solidFill>
                            <a:schemeClr val="dk1"/>
                          </a:solidFill>
                          <a:latin typeface="Arial"/>
                        </a:defRPr>
                      </a:lvl1pPr>
                      <a:lvl2pPr marL="457063" algn="l" defTabSz="914126" rtl="0" eaLnBrk="1" latinLnBrk="0" hangingPunct="1">
                        <a:defRPr sz="1799" kern="1200">
                          <a:solidFill>
                            <a:schemeClr val="dk1"/>
                          </a:solidFill>
                          <a:latin typeface="Arial"/>
                        </a:defRPr>
                      </a:lvl2pPr>
                      <a:lvl3pPr marL="914126" algn="l" defTabSz="914126" rtl="0" eaLnBrk="1" latinLnBrk="0" hangingPunct="1">
                        <a:defRPr sz="1799" kern="1200">
                          <a:solidFill>
                            <a:schemeClr val="dk1"/>
                          </a:solidFill>
                          <a:latin typeface="Arial"/>
                        </a:defRPr>
                      </a:lvl3pPr>
                      <a:lvl4pPr marL="1371189" algn="l" defTabSz="914126" rtl="0" eaLnBrk="1" latinLnBrk="0" hangingPunct="1">
                        <a:defRPr sz="1799" kern="1200">
                          <a:solidFill>
                            <a:schemeClr val="dk1"/>
                          </a:solidFill>
                          <a:latin typeface="Arial"/>
                        </a:defRPr>
                      </a:lvl4pPr>
                      <a:lvl5pPr marL="1828251" algn="l" defTabSz="914126" rtl="0" eaLnBrk="1" latinLnBrk="0" hangingPunct="1">
                        <a:defRPr sz="1799" kern="1200">
                          <a:solidFill>
                            <a:schemeClr val="dk1"/>
                          </a:solidFill>
                          <a:latin typeface="Arial"/>
                        </a:defRPr>
                      </a:lvl5pPr>
                      <a:lvl6pPr marL="2285314" algn="l" defTabSz="914126" rtl="0" eaLnBrk="1" latinLnBrk="0" hangingPunct="1">
                        <a:defRPr sz="1799" kern="1200">
                          <a:solidFill>
                            <a:schemeClr val="dk1"/>
                          </a:solidFill>
                          <a:latin typeface="Arial"/>
                        </a:defRPr>
                      </a:lvl6pPr>
                      <a:lvl7pPr marL="2742377" algn="l" defTabSz="914126" rtl="0" eaLnBrk="1" latinLnBrk="0" hangingPunct="1">
                        <a:defRPr sz="1799" kern="1200">
                          <a:solidFill>
                            <a:schemeClr val="dk1"/>
                          </a:solidFill>
                          <a:latin typeface="Arial"/>
                        </a:defRPr>
                      </a:lvl7pPr>
                      <a:lvl8pPr marL="3199440" algn="l" defTabSz="914126" rtl="0" eaLnBrk="1" latinLnBrk="0" hangingPunct="1">
                        <a:defRPr sz="1799" kern="1200">
                          <a:solidFill>
                            <a:schemeClr val="dk1"/>
                          </a:solidFill>
                          <a:latin typeface="Arial"/>
                        </a:defRPr>
                      </a:lvl8pPr>
                      <a:lvl9pPr marL="3656503" algn="l" defTabSz="914126" rtl="0" eaLnBrk="1" latinLnBrk="0" hangingPunct="1">
                        <a:defRPr sz="1799" kern="1200">
                          <a:solidFill>
                            <a:schemeClr val="dk1"/>
                          </a:solidFill>
                          <a:latin typeface="Arial"/>
                        </a:defRPr>
                      </a:lvl9pPr>
                    </a:lstStyle>
                    <a:p>
                      <a:r>
                        <a:rPr lang="en-US" sz="1200" dirty="0"/>
                        <a:t>       res=</a:t>
                      </a:r>
                      <a:r>
                        <a:rPr lang="en-US" sz="1200" dirty="0" err="1"/>
                        <a:t>var_hi.concat</a:t>
                      </a:r>
                      <a:r>
                        <a:rPr lang="en-US" sz="1200" dirty="0"/>
                        <a:t>(</a:t>
                      </a:r>
                      <a:r>
                        <a:rPr lang="en-US" sz="1200" dirty="0" err="1"/>
                        <a:t>var_lo</a:t>
                      </a:r>
                      <a:r>
                        <a:rPr lang="en-US" sz="1200" dirty="0"/>
                        <a:t>);</a:t>
                      </a:r>
                    </a:p>
                    <a:p>
                      <a:r>
                        <a:rPr lang="en-US" sz="1200" dirty="0"/>
                        <a:t> Or  res= (</a:t>
                      </a:r>
                      <a:r>
                        <a:rPr lang="en-US" sz="1200" dirty="0" err="1"/>
                        <a:t>var</a:t>
                      </a:r>
                      <a:r>
                        <a:rPr lang="en-US" sz="1200" baseline="0" dirty="0" err="1"/>
                        <a:t>_hi</a:t>
                      </a:r>
                      <a:r>
                        <a:rPr lang="en-US" sz="1200" dirty="0" err="1"/>
                        <a:t>,var_</a:t>
                      </a:r>
                      <a:r>
                        <a:rPr lang="en-US" sz="1200" baseline="0" dirty="0" err="1"/>
                        <a:t>lo</a:t>
                      </a:r>
                      <a:r>
                        <a:rPr lang="en-US" sz="1200" dirty="0"/>
                        <a:t>)</a:t>
                      </a:r>
                    </a:p>
                  </a:txBody>
                  <a:tcPr marL="121888" marR="121888">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008CA8">
                        <a:tint val="40000"/>
                      </a:srgbClr>
                    </a:solidFill>
                  </a:tcPr>
                </a:tc>
                <a:extLst>
                  <a:ext uri="{0D108BD9-81ED-4DB2-BD59-A6C34878D82A}">
                    <a16:rowId xmlns:a16="http://schemas.microsoft.com/office/drawing/2014/main" val="10002"/>
                  </a:ext>
                </a:extLst>
              </a:tr>
              <a:tr h="117711">
                <a:tc>
                  <a:txBody>
                    <a:bodyPr/>
                    <a:lstStyle>
                      <a:lvl1pPr marL="0" algn="l" defTabSz="914126" rtl="0" eaLnBrk="1" latinLnBrk="0" hangingPunct="1">
                        <a:defRPr sz="1799" b="1" kern="1200">
                          <a:solidFill>
                            <a:schemeClr val="lt1"/>
                          </a:solidFill>
                          <a:latin typeface="Arial"/>
                        </a:defRPr>
                      </a:lvl1pPr>
                      <a:lvl2pPr marL="457063" algn="l" defTabSz="914126" rtl="0" eaLnBrk="1" latinLnBrk="0" hangingPunct="1">
                        <a:defRPr sz="1799" b="1" kern="1200">
                          <a:solidFill>
                            <a:schemeClr val="lt1"/>
                          </a:solidFill>
                          <a:latin typeface="Arial"/>
                        </a:defRPr>
                      </a:lvl2pPr>
                      <a:lvl3pPr marL="914126" algn="l" defTabSz="914126" rtl="0" eaLnBrk="1" latinLnBrk="0" hangingPunct="1">
                        <a:defRPr sz="1799" b="1" kern="1200">
                          <a:solidFill>
                            <a:schemeClr val="lt1"/>
                          </a:solidFill>
                          <a:latin typeface="Arial"/>
                        </a:defRPr>
                      </a:lvl3pPr>
                      <a:lvl4pPr marL="1371189" algn="l" defTabSz="914126" rtl="0" eaLnBrk="1" latinLnBrk="0" hangingPunct="1">
                        <a:defRPr sz="1799" b="1" kern="1200">
                          <a:solidFill>
                            <a:schemeClr val="lt1"/>
                          </a:solidFill>
                          <a:latin typeface="Arial"/>
                        </a:defRPr>
                      </a:lvl4pPr>
                      <a:lvl5pPr marL="1828251" algn="l" defTabSz="914126" rtl="0" eaLnBrk="1" latinLnBrk="0" hangingPunct="1">
                        <a:defRPr sz="1799" b="1" kern="1200">
                          <a:solidFill>
                            <a:schemeClr val="lt1"/>
                          </a:solidFill>
                          <a:latin typeface="Arial"/>
                        </a:defRPr>
                      </a:lvl5pPr>
                      <a:lvl6pPr marL="2285314" algn="l" defTabSz="914126" rtl="0" eaLnBrk="1" latinLnBrk="0" hangingPunct="1">
                        <a:defRPr sz="1799" b="1" kern="1200">
                          <a:solidFill>
                            <a:schemeClr val="lt1"/>
                          </a:solidFill>
                          <a:latin typeface="Arial"/>
                        </a:defRPr>
                      </a:lvl6pPr>
                      <a:lvl7pPr marL="2742377" algn="l" defTabSz="914126" rtl="0" eaLnBrk="1" latinLnBrk="0" hangingPunct="1">
                        <a:defRPr sz="1799" b="1" kern="1200">
                          <a:solidFill>
                            <a:schemeClr val="lt1"/>
                          </a:solidFill>
                          <a:latin typeface="Arial"/>
                        </a:defRPr>
                      </a:lvl7pPr>
                      <a:lvl8pPr marL="3199440" algn="l" defTabSz="914126" rtl="0" eaLnBrk="1" latinLnBrk="0" hangingPunct="1">
                        <a:defRPr sz="1799" b="1" kern="1200">
                          <a:solidFill>
                            <a:schemeClr val="lt1"/>
                          </a:solidFill>
                          <a:latin typeface="Arial"/>
                        </a:defRPr>
                      </a:lvl8pPr>
                      <a:lvl9pPr marL="3656503" algn="l" defTabSz="914126" rtl="0" eaLnBrk="1" latinLnBrk="0" hangingPunct="1">
                        <a:defRPr sz="1799" b="1" kern="1200">
                          <a:solidFill>
                            <a:schemeClr val="lt1"/>
                          </a:solidFill>
                          <a:latin typeface="Arial"/>
                        </a:defRPr>
                      </a:lvl9pPr>
                    </a:lstStyle>
                    <a:p>
                      <a:r>
                        <a:rPr lang="en-US" sz="1200" dirty="0"/>
                        <a:t>Range or Bit-select</a:t>
                      </a:r>
                    </a:p>
                  </a:txBody>
                  <a:tcPr marL="121888" marR="121888">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008CA8"/>
                    </a:solidFill>
                  </a:tcPr>
                </a:tc>
                <a:tc>
                  <a:txBody>
                    <a:bodyPr/>
                    <a:lstStyle>
                      <a:lvl1pPr marL="0" algn="l" defTabSz="914126" rtl="0" eaLnBrk="1" latinLnBrk="0" hangingPunct="1">
                        <a:defRPr sz="1799" kern="1200">
                          <a:solidFill>
                            <a:schemeClr val="dk1"/>
                          </a:solidFill>
                          <a:latin typeface="Arial"/>
                        </a:defRPr>
                      </a:lvl1pPr>
                      <a:lvl2pPr marL="457063" algn="l" defTabSz="914126" rtl="0" eaLnBrk="1" latinLnBrk="0" hangingPunct="1">
                        <a:defRPr sz="1799" kern="1200">
                          <a:solidFill>
                            <a:schemeClr val="dk1"/>
                          </a:solidFill>
                          <a:latin typeface="Arial"/>
                        </a:defRPr>
                      </a:lvl2pPr>
                      <a:lvl3pPr marL="914126" algn="l" defTabSz="914126" rtl="0" eaLnBrk="1" latinLnBrk="0" hangingPunct="1">
                        <a:defRPr sz="1799" kern="1200">
                          <a:solidFill>
                            <a:schemeClr val="dk1"/>
                          </a:solidFill>
                          <a:latin typeface="Arial"/>
                        </a:defRPr>
                      </a:lvl3pPr>
                      <a:lvl4pPr marL="1371189" algn="l" defTabSz="914126" rtl="0" eaLnBrk="1" latinLnBrk="0" hangingPunct="1">
                        <a:defRPr sz="1799" kern="1200">
                          <a:solidFill>
                            <a:schemeClr val="dk1"/>
                          </a:solidFill>
                          <a:latin typeface="Arial"/>
                        </a:defRPr>
                      </a:lvl4pPr>
                      <a:lvl5pPr marL="1828251" algn="l" defTabSz="914126" rtl="0" eaLnBrk="1" latinLnBrk="0" hangingPunct="1">
                        <a:defRPr sz="1799" kern="1200">
                          <a:solidFill>
                            <a:schemeClr val="dk1"/>
                          </a:solidFill>
                          <a:latin typeface="Arial"/>
                        </a:defRPr>
                      </a:lvl5pPr>
                      <a:lvl6pPr marL="2285314" algn="l" defTabSz="914126" rtl="0" eaLnBrk="1" latinLnBrk="0" hangingPunct="1">
                        <a:defRPr sz="1799" kern="1200">
                          <a:solidFill>
                            <a:schemeClr val="dk1"/>
                          </a:solidFill>
                          <a:latin typeface="Arial"/>
                        </a:defRPr>
                      </a:lvl6pPr>
                      <a:lvl7pPr marL="2742377" algn="l" defTabSz="914126" rtl="0" eaLnBrk="1" latinLnBrk="0" hangingPunct="1">
                        <a:defRPr sz="1799" kern="1200">
                          <a:solidFill>
                            <a:schemeClr val="dk1"/>
                          </a:solidFill>
                          <a:latin typeface="Arial"/>
                        </a:defRPr>
                      </a:lvl7pPr>
                      <a:lvl8pPr marL="3199440" algn="l" defTabSz="914126" rtl="0" eaLnBrk="1" latinLnBrk="0" hangingPunct="1">
                        <a:defRPr sz="1799" kern="1200">
                          <a:solidFill>
                            <a:schemeClr val="dk1"/>
                          </a:solidFill>
                          <a:latin typeface="Arial"/>
                        </a:defRPr>
                      </a:lvl8pPr>
                      <a:lvl9pPr marL="3656503" algn="l" defTabSz="914126" rtl="0" eaLnBrk="1" latinLnBrk="0" hangingPunct="1">
                        <a:defRPr sz="1799" kern="1200">
                          <a:solidFill>
                            <a:schemeClr val="dk1"/>
                          </a:solidFill>
                          <a:latin typeface="Arial"/>
                        </a:defRPr>
                      </a:lvl9p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200" dirty="0"/>
                        <a:t>Return a bit-range from high</a:t>
                      </a:r>
                      <a:r>
                        <a:rPr lang="en-US" sz="1200" baseline="0" dirty="0"/>
                        <a:t> to low or a specific bit.</a:t>
                      </a:r>
                      <a:endParaRPr lang="en-US" sz="1200" dirty="0"/>
                    </a:p>
                  </a:txBody>
                  <a:tcPr marL="121888" marR="121888">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008CA8">
                        <a:tint val="20000"/>
                      </a:srgbClr>
                    </a:solidFill>
                  </a:tcPr>
                </a:tc>
                <a:tc>
                  <a:txBody>
                    <a:bodyPr/>
                    <a:lstStyle>
                      <a:lvl1pPr marL="0" algn="l" defTabSz="914126" rtl="0" eaLnBrk="1" latinLnBrk="0" hangingPunct="1">
                        <a:defRPr sz="1799" kern="1200">
                          <a:solidFill>
                            <a:schemeClr val="dk1"/>
                          </a:solidFill>
                          <a:latin typeface="Arial"/>
                        </a:defRPr>
                      </a:lvl1pPr>
                      <a:lvl2pPr marL="457063" algn="l" defTabSz="914126" rtl="0" eaLnBrk="1" latinLnBrk="0" hangingPunct="1">
                        <a:defRPr sz="1799" kern="1200">
                          <a:solidFill>
                            <a:schemeClr val="dk1"/>
                          </a:solidFill>
                          <a:latin typeface="Arial"/>
                        </a:defRPr>
                      </a:lvl2pPr>
                      <a:lvl3pPr marL="914126" algn="l" defTabSz="914126" rtl="0" eaLnBrk="1" latinLnBrk="0" hangingPunct="1">
                        <a:defRPr sz="1799" kern="1200">
                          <a:solidFill>
                            <a:schemeClr val="dk1"/>
                          </a:solidFill>
                          <a:latin typeface="Arial"/>
                        </a:defRPr>
                      </a:lvl3pPr>
                      <a:lvl4pPr marL="1371189" algn="l" defTabSz="914126" rtl="0" eaLnBrk="1" latinLnBrk="0" hangingPunct="1">
                        <a:defRPr sz="1799" kern="1200">
                          <a:solidFill>
                            <a:schemeClr val="dk1"/>
                          </a:solidFill>
                          <a:latin typeface="Arial"/>
                        </a:defRPr>
                      </a:lvl4pPr>
                      <a:lvl5pPr marL="1828251" algn="l" defTabSz="914126" rtl="0" eaLnBrk="1" latinLnBrk="0" hangingPunct="1">
                        <a:defRPr sz="1799" kern="1200">
                          <a:solidFill>
                            <a:schemeClr val="dk1"/>
                          </a:solidFill>
                          <a:latin typeface="Arial"/>
                        </a:defRPr>
                      </a:lvl5pPr>
                      <a:lvl6pPr marL="2285314" algn="l" defTabSz="914126" rtl="0" eaLnBrk="1" latinLnBrk="0" hangingPunct="1">
                        <a:defRPr sz="1799" kern="1200">
                          <a:solidFill>
                            <a:schemeClr val="dk1"/>
                          </a:solidFill>
                          <a:latin typeface="Arial"/>
                        </a:defRPr>
                      </a:lvl6pPr>
                      <a:lvl7pPr marL="2742377" algn="l" defTabSz="914126" rtl="0" eaLnBrk="1" latinLnBrk="0" hangingPunct="1">
                        <a:defRPr sz="1799" kern="1200">
                          <a:solidFill>
                            <a:schemeClr val="dk1"/>
                          </a:solidFill>
                          <a:latin typeface="Arial"/>
                        </a:defRPr>
                      </a:lvl7pPr>
                      <a:lvl8pPr marL="3199440" algn="l" defTabSz="914126" rtl="0" eaLnBrk="1" latinLnBrk="0" hangingPunct="1">
                        <a:defRPr sz="1799" kern="1200">
                          <a:solidFill>
                            <a:schemeClr val="dk1"/>
                          </a:solidFill>
                          <a:latin typeface="Arial"/>
                        </a:defRPr>
                      </a:lvl8pPr>
                      <a:lvl9pPr marL="3656503" algn="l" defTabSz="914126" rtl="0" eaLnBrk="1" latinLnBrk="0" hangingPunct="1">
                        <a:defRPr sz="1799" kern="1200">
                          <a:solidFill>
                            <a:schemeClr val="dk1"/>
                          </a:solidFill>
                          <a:latin typeface="Arial"/>
                        </a:defRPr>
                      </a:lvl9p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200" dirty="0"/>
                        <a:t>      res=</a:t>
                      </a:r>
                      <a:r>
                        <a:rPr lang="en-US" sz="1200" dirty="0" err="1"/>
                        <a:t>var.range</a:t>
                      </a:r>
                      <a:r>
                        <a:rPr lang="en-US" sz="1200" dirty="0"/>
                        <a:t>(high </a:t>
                      </a:r>
                      <a:r>
                        <a:rPr lang="en-US" sz="1200" dirty="0" err="1"/>
                        <a:t>bit,low</a:t>
                      </a:r>
                      <a:r>
                        <a:rPr lang="en-US" sz="1200" dirty="0"/>
                        <a:t> bit); </a:t>
                      </a:r>
                    </a:p>
                    <a:p>
                      <a:pPr marL="0" marR="0" indent="0" algn="l" defTabSz="457200" rtl="0" eaLnBrk="1" fontAlgn="auto" latinLnBrk="0" hangingPunct="1">
                        <a:lnSpc>
                          <a:spcPct val="100000"/>
                        </a:lnSpc>
                        <a:spcBef>
                          <a:spcPts val="0"/>
                        </a:spcBef>
                        <a:spcAft>
                          <a:spcPts val="0"/>
                        </a:spcAft>
                        <a:buClrTx/>
                        <a:buSzTx/>
                        <a:buFontTx/>
                        <a:buNone/>
                        <a:tabLst/>
                        <a:defRPr/>
                      </a:pPr>
                      <a:r>
                        <a:rPr lang="en-US" sz="1200" dirty="0"/>
                        <a:t>Or </a:t>
                      </a:r>
                      <a:r>
                        <a:rPr lang="en-US" sz="1200" baseline="0" dirty="0"/>
                        <a:t> res=</a:t>
                      </a:r>
                      <a:r>
                        <a:rPr lang="en-US" sz="1200" baseline="0" dirty="0" err="1"/>
                        <a:t>var</a:t>
                      </a:r>
                      <a:r>
                        <a:rPr lang="en-US" sz="1200" baseline="0" dirty="0"/>
                        <a:t>[bit-number</a:t>
                      </a:r>
                      <a:r>
                        <a:rPr lang="en-US" sz="1200" dirty="0"/>
                        <a:t>]</a:t>
                      </a:r>
                    </a:p>
                  </a:txBody>
                  <a:tcPr marL="121888" marR="121888">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008CA8">
                        <a:tint val="20000"/>
                      </a:srgbClr>
                    </a:solidFill>
                  </a:tcPr>
                </a:tc>
                <a:extLst>
                  <a:ext uri="{0D108BD9-81ED-4DB2-BD59-A6C34878D82A}">
                    <a16:rowId xmlns:a16="http://schemas.microsoft.com/office/drawing/2014/main" val="10003"/>
                  </a:ext>
                </a:extLst>
              </a:tr>
              <a:tr h="117711">
                <a:tc>
                  <a:txBody>
                    <a:bodyPr/>
                    <a:lstStyle>
                      <a:lvl1pPr marL="0" algn="l" defTabSz="914126" rtl="0" eaLnBrk="1" latinLnBrk="0" hangingPunct="1">
                        <a:defRPr sz="1799" b="1" kern="1200">
                          <a:solidFill>
                            <a:schemeClr val="lt1"/>
                          </a:solidFill>
                          <a:latin typeface="Arial"/>
                        </a:defRPr>
                      </a:lvl1pPr>
                      <a:lvl2pPr marL="457063" algn="l" defTabSz="914126" rtl="0" eaLnBrk="1" latinLnBrk="0" hangingPunct="1">
                        <a:defRPr sz="1799" b="1" kern="1200">
                          <a:solidFill>
                            <a:schemeClr val="lt1"/>
                          </a:solidFill>
                          <a:latin typeface="Arial"/>
                        </a:defRPr>
                      </a:lvl2pPr>
                      <a:lvl3pPr marL="914126" algn="l" defTabSz="914126" rtl="0" eaLnBrk="1" latinLnBrk="0" hangingPunct="1">
                        <a:defRPr sz="1799" b="1" kern="1200">
                          <a:solidFill>
                            <a:schemeClr val="lt1"/>
                          </a:solidFill>
                          <a:latin typeface="Arial"/>
                        </a:defRPr>
                      </a:lvl3pPr>
                      <a:lvl4pPr marL="1371189" algn="l" defTabSz="914126" rtl="0" eaLnBrk="1" latinLnBrk="0" hangingPunct="1">
                        <a:defRPr sz="1799" b="1" kern="1200">
                          <a:solidFill>
                            <a:schemeClr val="lt1"/>
                          </a:solidFill>
                          <a:latin typeface="Arial"/>
                        </a:defRPr>
                      </a:lvl4pPr>
                      <a:lvl5pPr marL="1828251" algn="l" defTabSz="914126" rtl="0" eaLnBrk="1" latinLnBrk="0" hangingPunct="1">
                        <a:defRPr sz="1799" b="1" kern="1200">
                          <a:solidFill>
                            <a:schemeClr val="lt1"/>
                          </a:solidFill>
                          <a:latin typeface="Arial"/>
                        </a:defRPr>
                      </a:lvl5pPr>
                      <a:lvl6pPr marL="2285314" algn="l" defTabSz="914126" rtl="0" eaLnBrk="1" latinLnBrk="0" hangingPunct="1">
                        <a:defRPr sz="1799" b="1" kern="1200">
                          <a:solidFill>
                            <a:schemeClr val="lt1"/>
                          </a:solidFill>
                          <a:latin typeface="Arial"/>
                        </a:defRPr>
                      </a:lvl6pPr>
                      <a:lvl7pPr marL="2742377" algn="l" defTabSz="914126" rtl="0" eaLnBrk="1" latinLnBrk="0" hangingPunct="1">
                        <a:defRPr sz="1799" b="1" kern="1200">
                          <a:solidFill>
                            <a:schemeClr val="lt1"/>
                          </a:solidFill>
                          <a:latin typeface="Arial"/>
                        </a:defRPr>
                      </a:lvl7pPr>
                      <a:lvl8pPr marL="3199440" algn="l" defTabSz="914126" rtl="0" eaLnBrk="1" latinLnBrk="0" hangingPunct="1">
                        <a:defRPr sz="1799" b="1" kern="1200">
                          <a:solidFill>
                            <a:schemeClr val="lt1"/>
                          </a:solidFill>
                          <a:latin typeface="Arial"/>
                        </a:defRPr>
                      </a:lvl8pPr>
                      <a:lvl9pPr marL="3656503" algn="l" defTabSz="914126" rtl="0" eaLnBrk="1" latinLnBrk="0" hangingPunct="1">
                        <a:defRPr sz="1799" b="1" kern="1200">
                          <a:solidFill>
                            <a:schemeClr val="lt1"/>
                          </a:solidFill>
                          <a:latin typeface="Arial"/>
                        </a:defRPr>
                      </a:lvl9pPr>
                    </a:lstStyle>
                    <a:p>
                      <a:r>
                        <a:rPr lang="en-US" sz="1200" baseline="0" dirty="0"/>
                        <a:t>(n)</a:t>
                      </a:r>
                      <a:r>
                        <a:rPr lang="en-US" sz="1200" baseline="0" dirty="0" err="1"/>
                        <a:t>and_reduce</a:t>
                      </a:r>
                      <a:endParaRPr lang="en-US" sz="1200" dirty="0"/>
                    </a:p>
                  </a:txBody>
                  <a:tcPr marL="121888" marR="121888">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008CA8"/>
                    </a:solidFill>
                  </a:tcPr>
                </a:tc>
                <a:tc>
                  <a:txBody>
                    <a:bodyPr/>
                    <a:lstStyle>
                      <a:lvl1pPr marL="0" algn="l" defTabSz="914126" rtl="0" eaLnBrk="1" latinLnBrk="0" hangingPunct="1">
                        <a:defRPr sz="1799" kern="1200">
                          <a:solidFill>
                            <a:schemeClr val="dk1"/>
                          </a:solidFill>
                          <a:latin typeface="Arial"/>
                        </a:defRPr>
                      </a:lvl1pPr>
                      <a:lvl2pPr marL="457063" algn="l" defTabSz="914126" rtl="0" eaLnBrk="1" latinLnBrk="0" hangingPunct="1">
                        <a:defRPr sz="1799" kern="1200">
                          <a:solidFill>
                            <a:schemeClr val="dk1"/>
                          </a:solidFill>
                          <a:latin typeface="Arial"/>
                        </a:defRPr>
                      </a:lvl2pPr>
                      <a:lvl3pPr marL="914126" algn="l" defTabSz="914126" rtl="0" eaLnBrk="1" latinLnBrk="0" hangingPunct="1">
                        <a:defRPr sz="1799" kern="1200">
                          <a:solidFill>
                            <a:schemeClr val="dk1"/>
                          </a:solidFill>
                          <a:latin typeface="Arial"/>
                        </a:defRPr>
                      </a:lvl3pPr>
                      <a:lvl4pPr marL="1371189" algn="l" defTabSz="914126" rtl="0" eaLnBrk="1" latinLnBrk="0" hangingPunct="1">
                        <a:defRPr sz="1799" kern="1200">
                          <a:solidFill>
                            <a:schemeClr val="dk1"/>
                          </a:solidFill>
                          <a:latin typeface="Arial"/>
                        </a:defRPr>
                      </a:lvl4pPr>
                      <a:lvl5pPr marL="1828251" algn="l" defTabSz="914126" rtl="0" eaLnBrk="1" latinLnBrk="0" hangingPunct="1">
                        <a:defRPr sz="1799" kern="1200">
                          <a:solidFill>
                            <a:schemeClr val="dk1"/>
                          </a:solidFill>
                          <a:latin typeface="Arial"/>
                        </a:defRPr>
                      </a:lvl5pPr>
                      <a:lvl6pPr marL="2285314" algn="l" defTabSz="914126" rtl="0" eaLnBrk="1" latinLnBrk="0" hangingPunct="1">
                        <a:defRPr sz="1799" kern="1200">
                          <a:solidFill>
                            <a:schemeClr val="dk1"/>
                          </a:solidFill>
                          <a:latin typeface="Arial"/>
                        </a:defRPr>
                      </a:lvl6pPr>
                      <a:lvl7pPr marL="2742377" algn="l" defTabSz="914126" rtl="0" eaLnBrk="1" latinLnBrk="0" hangingPunct="1">
                        <a:defRPr sz="1799" kern="1200">
                          <a:solidFill>
                            <a:schemeClr val="dk1"/>
                          </a:solidFill>
                          <a:latin typeface="Arial"/>
                        </a:defRPr>
                      </a:lvl7pPr>
                      <a:lvl8pPr marL="3199440" algn="l" defTabSz="914126" rtl="0" eaLnBrk="1" latinLnBrk="0" hangingPunct="1">
                        <a:defRPr sz="1799" kern="1200">
                          <a:solidFill>
                            <a:schemeClr val="dk1"/>
                          </a:solidFill>
                          <a:latin typeface="Arial"/>
                        </a:defRPr>
                      </a:lvl8pPr>
                      <a:lvl9pPr marL="3656503" algn="l" defTabSz="914126" rtl="0" eaLnBrk="1" latinLnBrk="0" hangingPunct="1">
                        <a:defRPr sz="1799" kern="1200">
                          <a:solidFill>
                            <a:schemeClr val="dk1"/>
                          </a:solidFill>
                          <a:latin typeface="Arial"/>
                        </a:defRPr>
                      </a:lvl9pPr>
                    </a:lstStyle>
                    <a:p>
                      <a:r>
                        <a:rPr lang="en-US" sz="1200" baseline="0" dirty="0"/>
                        <a:t>(N)And reduce all bits.</a:t>
                      </a:r>
                      <a:endParaRPr lang="en-US" sz="1200" dirty="0"/>
                    </a:p>
                  </a:txBody>
                  <a:tcPr marL="121888" marR="121888">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008CA8">
                        <a:tint val="40000"/>
                      </a:srgbClr>
                    </a:solidFill>
                  </a:tcPr>
                </a:tc>
                <a:tc>
                  <a:txBody>
                    <a:bodyPr/>
                    <a:lstStyle>
                      <a:lvl1pPr marL="0" algn="l" defTabSz="914126" rtl="0" eaLnBrk="1" latinLnBrk="0" hangingPunct="1">
                        <a:defRPr sz="1799" kern="1200">
                          <a:solidFill>
                            <a:schemeClr val="dk1"/>
                          </a:solidFill>
                          <a:latin typeface="Arial"/>
                        </a:defRPr>
                      </a:lvl1pPr>
                      <a:lvl2pPr marL="457063" algn="l" defTabSz="914126" rtl="0" eaLnBrk="1" latinLnBrk="0" hangingPunct="1">
                        <a:defRPr sz="1799" kern="1200">
                          <a:solidFill>
                            <a:schemeClr val="dk1"/>
                          </a:solidFill>
                          <a:latin typeface="Arial"/>
                        </a:defRPr>
                      </a:lvl2pPr>
                      <a:lvl3pPr marL="914126" algn="l" defTabSz="914126" rtl="0" eaLnBrk="1" latinLnBrk="0" hangingPunct="1">
                        <a:defRPr sz="1799" kern="1200">
                          <a:solidFill>
                            <a:schemeClr val="dk1"/>
                          </a:solidFill>
                          <a:latin typeface="Arial"/>
                        </a:defRPr>
                      </a:lvl3pPr>
                      <a:lvl4pPr marL="1371189" algn="l" defTabSz="914126" rtl="0" eaLnBrk="1" latinLnBrk="0" hangingPunct="1">
                        <a:defRPr sz="1799" kern="1200">
                          <a:solidFill>
                            <a:schemeClr val="dk1"/>
                          </a:solidFill>
                          <a:latin typeface="Arial"/>
                        </a:defRPr>
                      </a:lvl4pPr>
                      <a:lvl5pPr marL="1828251" algn="l" defTabSz="914126" rtl="0" eaLnBrk="1" latinLnBrk="0" hangingPunct="1">
                        <a:defRPr sz="1799" kern="1200">
                          <a:solidFill>
                            <a:schemeClr val="dk1"/>
                          </a:solidFill>
                          <a:latin typeface="Arial"/>
                        </a:defRPr>
                      </a:lvl5pPr>
                      <a:lvl6pPr marL="2285314" algn="l" defTabSz="914126" rtl="0" eaLnBrk="1" latinLnBrk="0" hangingPunct="1">
                        <a:defRPr sz="1799" kern="1200">
                          <a:solidFill>
                            <a:schemeClr val="dk1"/>
                          </a:solidFill>
                          <a:latin typeface="Arial"/>
                        </a:defRPr>
                      </a:lvl6pPr>
                      <a:lvl7pPr marL="2742377" algn="l" defTabSz="914126" rtl="0" eaLnBrk="1" latinLnBrk="0" hangingPunct="1">
                        <a:defRPr sz="1799" kern="1200">
                          <a:solidFill>
                            <a:schemeClr val="dk1"/>
                          </a:solidFill>
                          <a:latin typeface="Arial"/>
                        </a:defRPr>
                      </a:lvl7pPr>
                      <a:lvl8pPr marL="3199440" algn="l" defTabSz="914126" rtl="0" eaLnBrk="1" latinLnBrk="0" hangingPunct="1">
                        <a:defRPr sz="1799" kern="1200">
                          <a:solidFill>
                            <a:schemeClr val="dk1"/>
                          </a:solidFill>
                          <a:latin typeface="Arial"/>
                        </a:defRPr>
                      </a:lvl8pPr>
                      <a:lvl9pPr marL="3656503" algn="l" defTabSz="914126" rtl="0" eaLnBrk="1" latinLnBrk="0" hangingPunct="1">
                        <a:defRPr sz="1799" kern="1200">
                          <a:solidFill>
                            <a:schemeClr val="dk1"/>
                          </a:solidFill>
                          <a:latin typeface="Arial"/>
                        </a:defRPr>
                      </a:lvl9pPr>
                    </a:lstStyle>
                    <a:p>
                      <a:r>
                        <a:rPr lang="en-US" sz="1200" kern="1200" dirty="0" err="1">
                          <a:solidFill>
                            <a:schemeClr val="dk1"/>
                          </a:solidFill>
                          <a:latin typeface="+mn-lt"/>
                          <a:ea typeface="+mn-ea"/>
                          <a:cs typeface="+mn-cs"/>
                        </a:rPr>
                        <a:t>bool</a:t>
                      </a:r>
                      <a:r>
                        <a:rPr lang="en-US" sz="1200" kern="1200" dirty="0">
                          <a:solidFill>
                            <a:schemeClr val="dk1"/>
                          </a:solidFill>
                          <a:latin typeface="+mn-lt"/>
                          <a:ea typeface="+mn-ea"/>
                          <a:cs typeface="+mn-cs"/>
                        </a:rPr>
                        <a:t> t = </a:t>
                      </a:r>
                      <a:r>
                        <a:rPr lang="en-US" sz="1200" kern="1200" dirty="0" err="1">
                          <a:solidFill>
                            <a:schemeClr val="dk1"/>
                          </a:solidFill>
                          <a:latin typeface="+mn-lt"/>
                          <a:ea typeface="+mn-ea"/>
                          <a:cs typeface="+mn-cs"/>
                        </a:rPr>
                        <a:t>var.and_reduce</a:t>
                      </a:r>
                      <a:r>
                        <a:rPr lang="en-US" sz="1200" kern="1200" dirty="0">
                          <a:solidFill>
                            <a:schemeClr val="dk1"/>
                          </a:solidFill>
                          <a:latin typeface="+mn-lt"/>
                          <a:ea typeface="+mn-ea"/>
                          <a:cs typeface="+mn-cs"/>
                        </a:rPr>
                        <a:t>(); </a:t>
                      </a:r>
                      <a:endParaRPr lang="en-US" sz="1200" dirty="0"/>
                    </a:p>
                  </a:txBody>
                  <a:tcPr marL="121888" marR="121888">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008CA8">
                        <a:tint val="40000"/>
                      </a:srgbClr>
                    </a:solidFill>
                  </a:tcPr>
                </a:tc>
                <a:extLst>
                  <a:ext uri="{0D108BD9-81ED-4DB2-BD59-A6C34878D82A}">
                    <a16:rowId xmlns:a16="http://schemas.microsoft.com/office/drawing/2014/main" val="10004"/>
                  </a:ext>
                </a:extLst>
              </a:tr>
              <a:tr h="0">
                <a:tc>
                  <a:txBody>
                    <a:bodyPr/>
                    <a:lstStyle>
                      <a:lvl1pPr marL="0" algn="l" defTabSz="914126" rtl="0" eaLnBrk="1" latinLnBrk="0" hangingPunct="1">
                        <a:defRPr sz="1799" b="1" kern="1200">
                          <a:solidFill>
                            <a:schemeClr val="lt1"/>
                          </a:solidFill>
                          <a:latin typeface="Arial"/>
                        </a:defRPr>
                      </a:lvl1pPr>
                      <a:lvl2pPr marL="457063" algn="l" defTabSz="914126" rtl="0" eaLnBrk="1" latinLnBrk="0" hangingPunct="1">
                        <a:defRPr sz="1799" b="1" kern="1200">
                          <a:solidFill>
                            <a:schemeClr val="lt1"/>
                          </a:solidFill>
                          <a:latin typeface="Arial"/>
                        </a:defRPr>
                      </a:lvl2pPr>
                      <a:lvl3pPr marL="914126" algn="l" defTabSz="914126" rtl="0" eaLnBrk="1" latinLnBrk="0" hangingPunct="1">
                        <a:defRPr sz="1799" b="1" kern="1200">
                          <a:solidFill>
                            <a:schemeClr val="lt1"/>
                          </a:solidFill>
                          <a:latin typeface="Arial"/>
                        </a:defRPr>
                      </a:lvl3pPr>
                      <a:lvl4pPr marL="1371189" algn="l" defTabSz="914126" rtl="0" eaLnBrk="1" latinLnBrk="0" hangingPunct="1">
                        <a:defRPr sz="1799" b="1" kern="1200">
                          <a:solidFill>
                            <a:schemeClr val="lt1"/>
                          </a:solidFill>
                          <a:latin typeface="Arial"/>
                        </a:defRPr>
                      </a:lvl4pPr>
                      <a:lvl5pPr marL="1828251" algn="l" defTabSz="914126" rtl="0" eaLnBrk="1" latinLnBrk="0" hangingPunct="1">
                        <a:defRPr sz="1799" b="1" kern="1200">
                          <a:solidFill>
                            <a:schemeClr val="lt1"/>
                          </a:solidFill>
                          <a:latin typeface="Arial"/>
                        </a:defRPr>
                      </a:lvl5pPr>
                      <a:lvl6pPr marL="2285314" algn="l" defTabSz="914126" rtl="0" eaLnBrk="1" latinLnBrk="0" hangingPunct="1">
                        <a:defRPr sz="1799" b="1" kern="1200">
                          <a:solidFill>
                            <a:schemeClr val="lt1"/>
                          </a:solidFill>
                          <a:latin typeface="Arial"/>
                        </a:defRPr>
                      </a:lvl6pPr>
                      <a:lvl7pPr marL="2742377" algn="l" defTabSz="914126" rtl="0" eaLnBrk="1" latinLnBrk="0" hangingPunct="1">
                        <a:defRPr sz="1799" b="1" kern="1200">
                          <a:solidFill>
                            <a:schemeClr val="lt1"/>
                          </a:solidFill>
                          <a:latin typeface="Arial"/>
                        </a:defRPr>
                      </a:lvl7pPr>
                      <a:lvl8pPr marL="3199440" algn="l" defTabSz="914126" rtl="0" eaLnBrk="1" latinLnBrk="0" hangingPunct="1">
                        <a:defRPr sz="1799" b="1" kern="1200">
                          <a:solidFill>
                            <a:schemeClr val="lt1"/>
                          </a:solidFill>
                          <a:latin typeface="Arial"/>
                        </a:defRPr>
                      </a:lvl8pPr>
                      <a:lvl9pPr marL="3656503" algn="l" defTabSz="914126" rtl="0" eaLnBrk="1" latinLnBrk="0" hangingPunct="1">
                        <a:defRPr sz="1799" b="1" kern="1200">
                          <a:solidFill>
                            <a:schemeClr val="lt1"/>
                          </a:solidFill>
                          <a:latin typeface="Arial"/>
                        </a:defRPr>
                      </a:lvl9pPr>
                    </a:lstStyle>
                    <a:p>
                      <a:r>
                        <a:rPr lang="en-US" sz="1200" baseline="0" dirty="0"/>
                        <a:t>(n)</a:t>
                      </a:r>
                      <a:r>
                        <a:rPr lang="en-US" sz="1200" baseline="0" dirty="0" err="1"/>
                        <a:t>or_reduce</a:t>
                      </a:r>
                      <a:endParaRPr lang="en-US" sz="1200" dirty="0"/>
                    </a:p>
                  </a:txBody>
                  <a:tcPr marL="121888" marR="121888">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008CA8"/>
                    </a:solidFill>
                  </a:tcPr>
                </a:tc>
                <a:tc>
                  <a:txBody>
                    <a:bodyPr/>
                    <a:lstStyle>
                      <a:lvl1pPr marL="0" algn="l" defTabSz="914126" rtl="0" eaLnBrk="1" latinLnBrk="0" hangingPunct="1">
                        <a:defRPr sz="1799" kern="1200">
                          <a:solidFill>
                            <a:schemeClr val="dk1"/>
                          </a:solidFill>
                          <a:latin typeface="Arial"/>
                        </a:defRPr>
                      </a:lvl1pPr>
                      <a:lvl2pPr marL="457063" algn="l" defTabSz="914126" rtl="0" eaLnBrk="1" latinLnBrk="0" hangingPunct="1">
                        <a:defRPr sz="1799" kern="1200">
                          <a:solidFill>
                            <a:schemeClr val="dk1"/>
                          </a:solidFill>
                          <a:latin typeface="Arial"/>
                        </a:defRPr>
                      </a:lvl2pPr>
                      <a:lvl3pPr marL="914126" algn="l" defTabSz="914126" rtl="0" eaLnBrk="1" latinLnBrk="0" hangingPunct="1">
                        <a:defRPr sz="1799" kern="1200">
                          <a:solidFill>
                            <a:schemeClr val="dk1"/>
                          </a:solidFill>
                          <a:latin typeface="Arial"/>
                        </a:defRPr>
                      </a:lvl3pPr>
                      <a:lvl4pPr marL="1371189" algn="l" defTabSz="914126" rtl="0" eaLnBrk="1" latinLnBrk="0" hangingPunct="1">
                        <a:defRPr sz="1799" kern="1200">
                          <a:solidFill>
                            <a:schemeClr val="dk1"/>
                          </a:solidFill>
                          <a:latin typeface="Arial"/>
                        </a:defRPr>
                      </a:lvl4pPr>
                      <a:lvl5pPr marL="1828251" algn="l" defTabSz="914126" rtl="0" eaLnBrk="1" latinLnBrk="0" hangingPunct="1">
                        <a:defRPr sz="1799" kern="1200">
                          <a:solidFill>
                            <a:schemeClr val="dk1"/>
                          </a:solidFill>
                          <a:latin typeface="Arial"/>
                        </a:defRPr>
                      </a:lvl5pPr>
                      <a:lvl6pPr marL="2285314" algn="l" defTabSz="914126" rtl="0" eaLnBrk="1" latinLnBrk="0" hangingPunct="1">
                        <a:defRPr sz="1799" kern="1200">
                          <a:solidFill>
                            <a:schemeClr val="dk1"/>
                          </a:solidFill>
                          <a:latin typeface="Arial"/>
                        </a:defRPr>
                      </a:lvl6pPr>
                      <a:lvl7pPr marL="2742377" algn="l" defTabSz="914126" rtl="0" eaLnBrk="1" latinLnBrk="0" hangingPunct="1">
                        <a:defRPr sz="1799" kern="1200">
                          <a:solidFill>
                            <a:schemeClr val="dk1"/>
                          </a:solidFill>
                          <a:latin typeface="Arial"/>
                        </a:defRPr>
                      </a:lvl7pPr>
                      <a:lvl8pPr marL="3199440" algn="l" defTabSz="914126" rtl="0" eaLnBrk="1" latinLnBrk="0" hangingPunct="1">
                        <a:defRPr sz="1799" kern="1200">
                          <a:solidFill>
                            <a:schemeClr val="dk1"/>
                          </a:solidFill>
                          <a:latin typeface="Arial"/>
                        </a:defRPr>
                      </a:lvl8pPr>
                      <a:lvl9pPr marL="3656503" algn="l" defTabSz="914126" rtl="0" eaLnBrk="1" latinLnBrk="0" hangingPunct="1">
                        <a:defRPr sz="1799" kern="1200">
                          <a:solidFill>
                            <a:schemeClr val="dk1"/>
                          </a:solidFill>
                          <a:latin typeface="Arial"/>
                        </a:defRPr>
                      </a:lvl9p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200" b="0" kern="1200" dirty="0">
                          <a:solidFill>
                            <a:schemeClr val="dk1"/>
                          </a:solidFill>
                          <a:latin typeface="+mn-lt"/>
                          <a:ea typeface="+mn-ea"/>
                          <a:cs typeface="+mn-cs"/>
                        </a:rPr>
                        <a:t>(N)Or reduce all bits</a:t>
                      </a:r>
                    </a:p>
                  </a:txBody>
                  <a:tcPr marL="121888" marR="121888">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008CA8">
                        <a:tint val="20000"/>
                      </a:srgbClr>
                    </a:solidFill>
                  </a:tcPr>
                </a:tc>
                <a:tc>
                  <a:txBody>
                    <a:bodyPr/>
                    <a:lstStyle>
                      <a:lvl1pPr marL="0" algn="l" defTabSz="914126" rtl="0" eaLnBrk="1" latinLnBrk="0" hangingPunct="1">
                        <a:defRPr sz="1799" kern="1200">
                          <a:solidFill>
                            <a:schemeClr val="dk1"/>
                          </a:solidFill>
                          <a:latin typeface="Arial"/>
                        </a:defRPr>
                      </a:lvl1pPr>
                      <a:lvl2pPr marL="457063" algn="l" defTabSz="914126" rtl="0" eaLnBrk="1" latinLnBrk="0" hangingPunct="1">
                        <a:defRPr sz="1799" kern="1200">
                          <a:solidFill>
                            <a:schemeClr val="dk1"/>
                          </a:solidFill>
                          <a:latin typeface="Arial"/>
                        </a:defRPr>
                      </a:lvl2pPr>
                      <a:lvl3pPr marL="914126" algn="l" defTabSz="914126" rtl="0" eaLnBrk="1" latinLnBrk="0" hangingPunct="1">
                        <a:defRPr sz="1799" kern="1200">
                          <a:solidFill>
                            <a:schemeClr val="dk1"/>
                          </a:solidFill>
                          <a:latin typeface="Arial"/>
                        </a:defRPr>
                      </a:lvl3pPr>
                      <a:lvl4pPr marL="1371189" algn="l" defTabSz="914126" rtl="0" eaLnBrk="1" latinLnBrk="0" hangingPunct="1">
                        <a:defRPr sz="1799" kern="1200">
                          <a:solidFill>
                            <a:schemeClr val="dk1"/>
                          </a:solidFill>
                          <a:latin typeface="Arial"/>
                        </a:defRPr>
                      </a:lvl4pPr>
                      <a:lvl5pPr marL="1828251" algn="l" defTabSz="914126" rtl="0" eaLnBrk="1" latinLnBrk="0" hangingPunct="1">
                        <a:defRPr sz="1799" kern="1200">
                          <a:solidFill>
                            <a:schemeClr val="dk1"/>
                          </a:solidFill>
                          <a:latin typeface="Arial"/>
                        </a:defRPr>
                      </a:lvl5pPr>
                      <a:lvl6pPr marL="2285314" algn="l" defTabSz="914126" rtl="0" eaLnBrk="1" latinLnBrk="0" hangingPunct="1">
                        <a:defRPr sz="1799" kern="1200">
                          <a:solidFill>
                            <a:schemeClr val="dk1"/>
                          </a:solidFill>
                          <a:latin typeface="Arial"/>
                        </a:defRPr>
                      </a:lvl6pPr>
                      <a:lvl7pPr marL="2742377" algn="l" defTabSz="914126" rtl="0" eaLnBrk="1" latinLnBrk="0" hangingPunct="1">
                        <a:defRPr sz="1799" kern="1200">
                          <a:solidFill>
                            <a:schemeClr val="dk1"/>
                          </a:solidFill>
                          <a:latin typeface="Arial"/>
                        </a:defRPr>
                      </a:lvl7pPr>
                      <a:lvl8pPr marL="3199440" algn="l" defTabSz="914126" rtl="0" eaLnBrk="1" latinLnBrk="0" hangingPunct="1">
                        <a:defRPr sz="1799" kern="1200">
                          <a:solidFill>
                            <a:schemeClr val="dk1"/>
                          </a:solidFill>
                          <a:latin typeface="Arial"/>
                        </a:defRPr>
                      </a:lvl8pPr>
                      <a:lvl9pPr marL="3656503" algn="l" defTabSz="914126" rtl="0" eaLnBrk="1" latinLnBrk="0" hangingPunct="1">
                        <a:defRPr sz="1799" kern="1200">
                          <a:solidFill>
                            <a:schemeClr val="dk1"/>
                          </a:solidFill>
                          <a:latin typeface="Arial"/>
                        </a:defRPr>
                      </a:lvl9p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200" kern="1200" dirty="0" err="1">
                          <a:solidFill>
                            <a:schemeClr val="dk1"/>
                          </a:solidFill>
                          <a:latin typeface="+mn-lt"/>
                          <a:ea typeface="+mn-ea"/>
                          <a:cs typeface="+mn-cs"/>
                        </a:rPr>
                        <a:t>bool</a:t>
                      </a:r>
                      <a:r>
                        <a:rPr lang="en-US" sz="1200" kern="1200" dirty="0">
                          <a:solidFill>
                            <a:schemeClr val="dk1"/>
                          </a:solidFill>
                          <a:latin typeface="+mn-lt"/>
                          <a:ea typeface="+mn-ea"/>
                          <a:cs typeface="+mn-cs"/>
                        </a:rPr>
                        <a:t> t = </a:t>
                      </a:r>
                      <a:r>
                        <a:rPr lang="en-US" sz="1200" kern="1200" dirty="0" err="1">
                          <a:solidFill>
                            <a:schemeClr val="dk1"/>
                          </a:solidFill>
                          <a:latin typeface="+mn-lt"/>
                          <a:ea typeface="+mn-ea"/>
                          <a:cs typeface="+mn-cs"/>
                        </a:rPr>
                        <a:t>var.or_reduce</a:t>
                      </a:r>
                      <a:r>
                        <a:rPr lang="en-US" sz="1200" kern="1200" dirty="0">
                          <a:solidFill>
                            <a:schemeClr val="dk1"/>
                          </a:solidFill>
                          <a:latin typeface="+mn-lt"/>
                          <a:ea typeface="+mn-ea"/>
                          <a:cs typeface="+mn-cs"/>
                        </a:rPr>
                        <a:t>(); </a:t>
                      </a:r>
                      <a:endParaRPr lang="en-US" sz="1200" dirty="0"/>
                    </a:p>
                  </a:txBody>
                  <a:tcPr marL="121888" marR="121888">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008CA8">
                        <a:tint val="20000"/>
                      </a:srgbClr>
                    </a:solidFill>
                  </a:tcPr>
                </a:tc>
                <a:extLst>
                  <a:ext uri="{0D108BD9-81ED-4DB2-BD59-A6C34878D82A}">
                    <a16:rowId xmlns:a16="http://schemas.microsoft.com/office/drawing/2014/main" val="10005"/>
                  </a:ext>
                </a:extLst>
              </a:tr>
              <a:tr h="0">
                <a:tc>
                  <a:txBody>
                    <a:bodyPr/>
                    <a:lstStyle>
                      <a:lvl1pPr marL="0" algn="l" defTabSz="914126" rtl="0" eaLnBrk="1" latinLnBrk="0" hangingPunct="1">
                        <a:defRPr sz="1799" b="1" kern="1200">
                          <a:solidFill>
                            <a:schemeClr val="lt1"/>
                          </a:solidFill>
                          <a:latin typeface="Arial"/>
                        </a:defRPr>
                      </a:lvl1pPr>
                      <a:lvl2pPr marL="457063" algn="l" defTabSz="914126" rtl="0" eaLnBrk="1" latinLnBrk="0" hangingPunct="1">
                        <a:defRPr sz="1799" b="1" kern="1200">
                          <a:solidFill>
                            <a:schemeClr val="lt1"/>
                          </a:solidFill>
                          <a:latin typeface="Arial"/>
                        </a:defRPr>
                      </a:lvl2pPr>
                      <a:lvl3pPr marL="914126" algn="l" defTabSz="914126" rtl="0" eaLnBrk="1" latinLnBrk="0" hangingPunct="1">
                        <a:defRPr sz="1799" b="1" kern="1200">
                          <a:solidFill>
                            <a:schemeClr val="lt1"/>
                          </a:solidFill>
                          <a:latin typeface="Arial"/>
                        </a:defRPr>
                      </a:lvl3pPr>
                      <a:lvl4pPr marL="1371189" algn="l" defTabSz="914126" rtl="0" eaLnBrk="1" latinLnBrk="0" hangingPunct="1">
                        <a:defRPr sz="1799" b="1" kern="1200">
                          <a:solidFill>
                            <a:schemeClr val="lt1"/>
                          </a:solidFill>
                          <a:latin typeface="Arial"/>
                        </a:defRPr>
                      </a:lvl4pPr>
                      <a:lvl5pPr marL="1828251" algn="l" defTabSz="914126" rtl="0" eaLnBrk="1" latinLnBrk="0" hangingPunct="1">
                        <a:defRPr sz="1799" b="1" kern="1200">
                          <a:solidFill>
                            <a:schemeClr val="lt1"/>
                          </a:solidFill>
                          <a:latin typeface="Arial"/>
                        </a:defRPr>
                      </a:lvl5pPr>
                      <a:lvl6pPr marL="2285314" algn="l" defTabSz="914126" rtl="0" eaLnBrk="1" latinLnBrk="0" hangingPunct="1">
                        <a:defRPr sz="1799" b="1" kern="1200">
                          <a:solidFill>
                            <a:schemeClr val="lt1"/>
                          </a:solidFill>
                          <a:latin typeface="Arial"/>
                        </a:defRPr>
                      </a:lvl6pPr>
                      <a:lvl7pPr marL="2742377" algn="l" defTabSz="914126" rtl="0" eaLnBrk="1" latinLnBrk="0" hangingPunct="1">
                        <a:defRPr sz="1799" b="1" kern="1200">
                          <a:solidFill>
                            <a:schemeClr val="lt1"/>
                          </a:solidFill>
                          <a:latin typeface="Arial"/>
                        </a:defRPr>
                      </a:lvl7pPr>
                      <a:lvl8pPr marL="3199440" algn="l" defTabSz="914126" rtl="0" eaLnBrk="1" latinLnBrk="0" hangingPunct="1">
                        <a:defRPr sz="1799" b="1" kern="1200">
                          <a:solidFill>
                            <a:schemeClr val="lt1"/>
                          </a:solidFill>
                          <a:latin typeface="Arial"/>
                        </a:defRPr>
                      </a:lvl8pPr>
                      <a:lvl9pPr marL="3656503" algn="l" defTabSz="914126" rtl="0" eaLnBrk="1" latinLnBrk="0" hangingPunct="1">
                        <a:defRPr sz="1799" b="1" kern="1200">
                          <a:solidFill>
                            <a:schemeClr val="lt1"/>
                          </a:solidFill>
                          <a:latin typeface="Arial"/>
                        </a:defRPr>
                      </a:lvl9pPr>
                    </a:lstStyle>
                    <a:p>
                      <a:r>
                        <a:rPr lang="en-US" sz="1200" dirty="0"/>
                        <a:t>X(n)</a:t>
                      </a:r>
                      <a:r>
                        <a:rPr lang="en-US" sz="1200" dirty="0" err="1"/>
                        <a:t>or_reduce</a:t>
                      </a:r>
                      <a:endParaRPr lang="en-US" sz="1200" dirty="0"/>
                    </a:p>
                  </a:txBody>
                  <a:tcPr marL="121888" marR="121888">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008CA8"/>
                    </a:solidFill>
                  </a:tcPr>
                </a:tc>
                <a:tc>
                  <a:txBody>
                    <a:bodyPr/>
                    <a:lstStyle>
                      <a:lvl1pPr marL="0" algn="l" defTabSz="914126" rtl="0" eaLnBrk="1" latinLnBrk="0" hangingPunct="1">
                        <a:defRPr sz="1799" kern="1200">
                          <a:solidFill>
                            <a:schemeClr val="dk1"/>
                          </a:solidFill>
                          <a:latin typeface="Arial"/>
                        </a:defRPr>
                      </a:lvl1pPr>
                      <a:lvl2pPr marL="457063" algn="l" defTabSz="914126" rtl="0" eaLnBrk="1" latinLnBrk="0" hangingPunct="1">
                        <a:defRPr sz="1799" kern="1200">
                          <a:solidFill>
                            <a:schemeClr val="dk1"/>
                          </a:solidFill>
                          <a:latin typeface="Arial"/>
                        </a:defRPr>
                      </a:lvl2pPr>
                      <a:lvl3pPr marL="914126" algn="l" defTabSz="914126" rtl="0" eaLnBrk="1" latinLnBrk="0" hangingPunct="1">
                        <a:defRPr sz="1799" kern="1200">
                          <a:solidFill>
                            <a:schemeClr val="dk1"/>
                          </a:solidFill>
                          <a:latin typeface="Arial"/>
                        </a:defRPr>
                      </a:lvl3pPr>
                      <a:lvl4pPr marL="1371189" algn="l" defTabSz="914126" rtl="0" eaLnBrk="1" latinLnBrk="0" hangingPunct="1">
                        <a:defRPr sz="1799" kern="1200">
                          <a:solidFill>
                            <a:schemeClr val="dk1"/>
                          </a:solidFill>
                          <a:latin typeface="Arial"/>
                        </a:defRPr>
                      </a:lvl4pPr>
                      <a:lvl5pPr marL="1828251" algn="l" defTabSz="914126" rtl="0" eaLnBrk="1" latinLnBrk="0" hangingPunct="1">
                        <a:defRPr sz="1799" kern="1200">
                          <a:solidFill>
                            <a:schemeClr val="dk1"/>
                          </a:solidFill>
                          <a:latin typeface="Arial"/>
                        </a:defRPr>
                      </a:lvl5pPr>
                      <a:lvl6pPr marL="2285314" algn="l" defTabSz="914126" rtl="0" eaLnBrk="1" latinLnBrk="0" hangingPunct="1">
                        <a:defRPr sz="1799" kern="1200">
                          <a:solidFill>
                            <a:schemeClr val="dk1"/>
                          </a:solidFill>
                          <a:latin typeface="Arial"/>
                        </a:defRPr>
                      </a:lvl6pPr>
                      <a:lvl7pPr marL="2742377" algn="l" defTabSz="914126" rtl="0" eaLnBrk="1" latinLnBrk="0" hangingPunct="1">
                        <a:defRPr sz="1799" kern="1200">
                          <a:solidFill>
                            <a:schemeClr val="dk1"/>
                          </a:solidFill>
                          <a:latin typeface="Arial"/>
                        </a:defRPr>
                      </a:lvl7pPr>
                      <a:lvl8pPr marL="3199440" algn="l" defTabSz="914126" rtl="0" eaLnBrk="1" latinLnBrk="0" hangingPunct="1">
                        <a:defRPr sz="1799" kern="1200">
                          <a:solidFill>
                            <a:schemeClr val="dk1"/>
                          </a:solidFill>
                          <a:latin typeface="Arial"/>
                        </a:defRPr>
                      </a:lvl8pPr>
                      <a:lvl9pPr marL="3656503" algn="l" defTabSz="914126" rtl="0" eaLnBrk="1" latinLnBrk="0" hangingPunct="1">
                        <a:defRPr sz="1799" kern="1200">
                          <a:solidFill>
                            <a:schemeClr val="dk1"/>
                          </a:solidFill>
                          <a:latin typeface="Arial"/>
                        </a:defRPr>
                      </a:lvl9p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200" kern="1200" dirty="0">
                          <a:solidFill>
                            <a:schemeClr val="dk1"/>
                          </a:solidFill>
                          <a:latin typeface="+mn-lt"/>
                          <a:ea typeface="+mn-ea"/>
                          <a:cs typeface="+mn-cs"/>
                        </a:rPr>
                        <a:t>X(N)or reduce all bits</a:t>
                      </a:r>
                    </a:p>
                  </a:txBody>
                  <a:tcPr marL="121888" marR="121888">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008CA8">
                        <a:tint val="40000"/>
                      </a:srgbClr>
                    </a:solidFill>
                  </a:tcPr>
                </a:tc>
                <a:tc>
                  <a:txBody>
                    <a:bodyPr/>
                    <a:lstStyle>
                      <a:lvl1pPr marL="0" algn="l" defTabSz="914126" rtl="0" eaLnBrk="1" latinLnBrk="0" hangingPunct="1">
                        <a:defRPr sz="1799" kern="1200">
                          <a:solidFill>
                            <a:schemeClr val="dk1"/>
                          </a:solidFill>
                          <a:latin typeface="Arial"/>
                        </a:defRPr>
                      </a:lvl1pPr>
                      <a:lvl2pPr marL="457063" algn="l" defTabSz="914126" rtl="0" eaLnBrk="1" latinLnBrk="0" hangingPunct="1">
                        <a:defRPr sz="1799" kern="1200">
                          <a:solidFill>
                            <a:schemeClr val="dk1"/>
                          </a:solidFill>
                          <a:latin typeface="Arial"/>
                        </a:defRPr>
                      </a:lvl2pPr>
                      <a:lvl3pPr marL="914126" algn="l" defTabSz="914126" rtl="0" eaLnBrk="1" latinLnBrk="0" hangingPunct="1">
                        <a:defRPr sz="1799" kern="1200">
                          <a:solidFill>
                            <a:schemeClr val="dk1"/>
                          </a:solidFill>
                          <a:latin typeface="Arial"/>
                        </a:defRPr>
                      </a:lvl3pPr>
                      <a:lvl4pPr marL="1371189" algn="l" defTabSz="914126" rtl="0" eaLnBrk="1" latinLnBrk="0" hangingPunct="1">
                        <a:defRPr sz="1799" kern="1200">
                          <a:solidFill>
                            <a:schemeClr val="dk1"/>
                          </a:solidFill>
                          <a:latin typeface="Arial"/>
                        </a:defRPr>
                      </a:lvl4pPr>
                      <a:lvl5pPr marL="1828251" algn="l" defTabSz="914126" rtl="0" eaLnBrk="1" latinLnBrk="0" hangingPunct="1">
                        <a:defRPr sz="1799" kern="1200">
                          <a:solidFill>
                            <a:schemeClr val="dk1"/>
                          </a:solidFill>
                          <a:latin typeface="Arial"/>
                        </a:defRPr>
                      </a:lvl5pPr>
                      <a:lvl6pPr marL="2285314" algn="l" defTabSz="914126" rtl="0" eaLnBrk="1" latinLnBrk="0" hangingPunct="1">
                        <a:defRPr sz="1799" kern="1200">
                          <a:solidFill>
                            <a:schemeClr val="dk1"/>
                          </a:solidFill>
                          <a:latin typeface="Arial"/>
                        </a:defRPr>
                      </a:lvl6pPr>
                      <a:lvl7pPr marL="2742377" algn="l" defTabSz="914126" rtl="0" eaLnBrk="1" latinLnBrk="0" hangingPunct="1">
                        <a:defRPr sz="1799" kern="1200">
                          <a:solidFill>
                            <a:schemeClr val="dk1"/>
                          </a:solidFill>
                          <a:latin typeface="Arial"/>
                        </a:defRPr>
                      </a:lvl7pPr>
                      <a:lvl8pPr marL="3199440" algn="l" defTabSz="914126" rtl="0" eaLnBrk="1" latinLnBrk="0" hangingPunct="1">
                        <a:defRPr sz="1799" kern="1200">
                          <a:solidFill>
                            <a:schemeClr val="dk1"/>
                          </a:solidFill>
                          <a:latin typeface="Arial"/>
                        </a:defRPr>
                      </a:lvl8pPr>
                      <a:lvl9pPr marL="3656503" algn="l" defTabSz="914126" rtl="0" eaLnBrk="1" latinLnBrk="0" hangingPunct="1">
                        <a:defRPr sz="1799" kern="1200">
                          <a:solidFill>
                            <a:schemeClr val="dk1"/>
                          </a:solidFill>
                          <a:latin typeface="Arial"/>
                        </a:defRPr>
                      </a:lvl9p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200" kern="1200" dirty="0" err="1">
                          <a:solidFill>
                            <a:schemeClr val="dk1"/>
                          </a:solidFill>
                          <a:latin typeface="+mn-lt"/>
                          <a:ea typeface="+mn-ea"/>
                          <a:cs typeface="+mn-cs"/>
                        </a:rPr>
                        <a:t>bool</a:t>
                      </a:r>
                      <a:r>
                        <a:rPr lang="en-US" sz="1200" kern="1200" dirty="0">
                          <a:solidFill>
                            <a:schemeClr val="dk1"/>
                          </a:solidFill>
                          <a:latin typeface="+mn-lt"/>
                          <a:ea typeface="+mn-ea"/>
                          <a:cs typeface="+mn-cs"/>
                        </a:rPr>
                        <a:t> t = </a:t>
                      </a:r>
                      <a:r>
                        <a:rPr lang="en-US" sz="1200" kern="1200" dirty="0" err="1">
                          <a:solidFill>
                            <a:schemeClr val="dk1"/>
                          </a:solidFill>
                          <a:latin typeface="+mn-lt"/>
                          <a:ea typeface="+mn-ea"/>
                          <a:cs typeface="+mn-cs"/>
                        </a:rPr>
                        <a:t>var.xor_reduce</a:t>
                      </a:r>
                      <a:r>
                        <a:rPr lang="en-US" sz="1200" kern="1200" dirty="0">
                          <a:solidFill>
                            <a:schemeClr val="dk1"/>
                          </a:solidFill>
                          <a:latin typeface="+mn-lt"/>
                          <a:ea typeface="+mn-ea"/>
                          <a:cs typeface="+mn-cs"/>
                        </a:rPr>
                        <a:t>(); </a:t>
                      </a:r>
                      <a:endParaRPr lang="en-US" sz="1200" dirty="0"/>
                    </a:p>
                  </a:txBody>
                  <a:tcPr marL="121888" marR="121888">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008CA8">
                        <a:tint val="40000"/>
                      </a:srgbClr>
                    </a:solidFill>
                  </a:tcPr>
                </a:tc>
                <a:extLst>
                  <a:ext uri="{0D108BD9-81ED-4DB2-BD59-A6C34878D82A}">
                    <a16:rowId xmlns:a16="http://schemas.microsoft.com/office/drawing/2014/main" val="10006"/>
                  </a:ext>
                </a:extLst>
              </a:tr>
              <a:tr h="0">
                <a:tc>
                  <a:txBody>
                    <a:bodyPr/>
                    <a:lstStyle>
                      <a:lvl1pPr marL="0" algn="l" defTabSz="914126" rtl="0" eaLnBrk="1" latinLnBrk="0" hangingPunct="1">
                        <a:defRPr sz="1799" b="1" kern="1200">
                          <a:solidFill>
                            <a:schemeClr val="lt1"/>
                          </a:solidFill>
                          <a:latin typeface="Arial"/>
                        </a:defRPr>
                      </a:lvl1pPr>
                      <a:lvl2pPr marL="457063" algn="l" defTabSz="914126" rtl="0" eaLnBrk="1" latinLnBrk="0" hangingPunct="1">
                        <a:defRPr sz="1799" b="1" kern="1200">
                          <a:solidFill>
                            <a:schemeClr val="lt1"/>
                          </a:solidFill>
                          <a:latin typeface="Arial"/>
                        </a:defRPr>
                      </a:lvl2pPr>
                      <a:lvl3pPr marL="914126" algn="l" defTabSz="914126" rtl="0" eaLnBrk="1" latinLnBrk="0" hangingPunct="1">
                        <a:defRPr sz="1799" b="1" kern="1200">
                          <a:solidFill>
                            <a:schemeClr val="lt1"/>
                          </a:solidFill>
                          <a:latin typeface="Arial"/>
                        </a:defRPr>
                      </a:lvl3pPr>
                      <a:lvl4pPr marL="1371189" algn="l" defTabSz="914126" rtl="0" eaLnBrk="1" latinLnBrk="0" hangingPunct="1">
                        <a:defRPr sz="1799" b="1" kern="1200">
                          <a:solidFill>
                            <a:schemeClr val="lt1"/>
                          </a:solidFill>
                          <a:latin typeface="Arial"/>
                        </a:defRPr>
                      </a:lvl4pPr>
                      <a:lvl5pPr marL="1828251" algn="l" defTabSz="914126" rtl="0" eaLnBrk="1" latinLnBrk="0" hangingPunct="1">
                        <a:defRPr sz="1799" b="1" kern="1200">
                          <a:solidFill>
                            <a:schemeClr val="lt1"/>
                          </a:solidFill>
                          <a:latin typeface="Arial"/>
                        </a:defRPr>
                      </a:lvl5pPr>
                      <a:lvl6pPr marL="2285314" algn="l" defTabSz="914126" rtl="0" eaLnBrk="1" latinLnBrk="0" hangingPunct="1">
                        <a:defRPr sz="1799" b="1" kern="1200">
                          <a:solidFill>
                            <a:schemeClr val="lt1"/>
                          </a:solidFill>
                          <a:latin typeface="Arial"/>
                        </a:defRPr>
                      </a:lvl6pPr>
                      <a:lvl7pPr marL="2742377" algn="l" defTabSz="914126" rtl="0" eaLnBrk="1" latinLnBrk="0" hangingPunct="1">
                        <a:defRPr sz="1799" b="1" kern="1200">
                          <a:solidFill>
                            <a:schemeClr val="lt1"/>
                          </a:solidFill>
                          <a:latin typeface="Arial"/>
                        </a:defRPr>
                      </a:lvl7pPr>
                      <a:lvl8pPr marL="3199440" algn="l" defTabSz="914126" rtl="0" eaLnBrk="1" latinLnBrk="0" hangingPunct="1">
                        <a:defRPr sz="1799" b="1" kern="1200">
                          <a:solidFill>
                            <a:schemeClr val="lt1"/>
                          </a:solidFill>
                          <a:latin typeface="Arial"/>
                        </a:defRPr>
                      </a:lvl8pPr>
                      <a:lvl9pPr marL="3656503" algn="l" defTabSz="914126" rtl="0" eaLnBrk="1" latinLnBrk="0" hangingPunct="1">
                        <a:defRPr sz="1799" b="1" kern="1200">
                          <a:solidFill>
                            <a:schemeClr val="lt1"/>
                          </a:solidFill>
                          <a:latin typeface="Arial"/>
                        </a:defRPr>
                      </a:lvl9pPr>
                    </a:lstStyle>
                    <a:p>
                      <a:r>
                        <a:rPr lang="en-US" sz="1200" dirty="0"/>
                        <a:t>Reverse</a:t>
                      </a:r>
                    </a:p>
                  </a:txBody>
                  <a:tcPr marL="121888" marR="121888">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008CA8"/>
                    </a:solidFill>
                  </a:tcPr>
                </a:tc>
                <a:tc>
                  <a:txBody>
                    <a:bodyPr/>
                    <a:lstStyle>
                      <a:lvl1pPr marL="0" algn="l" defTabSz="914126" rtl="0" eaLnBrk="1" latinLnBrk="0" hangingPunct="1">
                        <a:defRPr sz="1799" kern="1200">
                          <a:solidFill>
                            <a:schemeClr val="dk1"/>
                          </a:solidFill>
                          <a:latin typeface="Arial"/>
                        </a:defRPr>
                      </a:lvl1pPr>
                      <a:lvl2pPr marL="457063" algn="l" defTabSz="914126" rtl="0" eaLnBrk="1" latinLnBrk="0" hangingPunct="1">
                        <a:defRPr sz="1799" kern="1200">
                          <a:solidFill>
                            <a:schemeClr val="dk1"/>
                          </a:solidFill>
                          <a:latin typeface="Arial"/>
                        </a:defRPr>
                      </a:lvl2pPr>
                      <a:lvl3pPr marL="914126" algn="l" defTabSz="914126" rtl="0" eaLnBrk="1" latinLnBrk="0" hangingPunct="1">
                        <a:defRPr sz="1799" kern="1200">
                          <a:solidFill>
                            <a:schemeClr val="dk1"/>
                          </a:solidFill>
                          <a:latin typeface="Arial"/>
                        </a:defRPr>
                      </a:lvl3pPr>
                      <a:lvl4pPr marL="1371189" algn="l" defTabSz="914126" rtl="0" eaLnBrk="1" latinLnBrk="0" hangingPunct="1">
                        <a:defRPr sz="1799" kern="1200">
                          <a:solidFill>
                            <a:schemeClr val="dk1"/>
                          </a:solidFill>
                          <a:latin typeface="Arial"/>
                        </a:defRPr>
                      </a:lvl4pPr>
                      <a:lvl5pPr marL="1828251" algn="l" defTabSz="914126" rtl="0" eaLnBrk="1" latinLnBrk="0" hangingPunct="1">
                        <a:defRPr sz="1799" kern="1200">
                          <a:solidFill>
                            <a:schemeClr val="dk1"/>
                          </a:solidFill>
                          <a:latin typeface="Arial"/>
                        </a:defRPr>
                      </a:lvl5pPr>
                      <a:lvl6pPr marL="2285314" algn="l" defTabSz="914126" rtl="0" eaLnBrk="1" latinLnBrk="0" hangingPunct="1">
                        <a:defRPr sz="1799" kern="1200">
                          <a:solidFill>
                            <a:schemeClr val="dk1"/>
                          </a:solidFill>
                          <a:latin typeface="Arial"/>
                        </a:defRPr>
                      </a:lvl6pPr>
                      <a:lvl7pPr marL="2742377" algn="l" defTabSz="914126" rtl="0" eaLnBrk="1" latinLnBrk="0" hangingPunct="1">
                        <a:defRPr sz="1799" kern="1200">
                          <a:solidFill>
                            <a:schemeClr val="dk1"/>
                          </a:solidFill>
                          <a:latin typeface="Arial"/>
                        </a:defRPr>
                      </a:lvl7pPr>
                      <a:lvl8pPr marL="3199440" algn="l" defTabSz="914126" rtl="0" eaLnBrk="1" latinLnBrk="0" hangingPunct="1">
                        <a:defRPr sz="1799" kern="1200">
                          <a:solidFill>
                            <a:schemeClr val="dk1"/>
                          </a:solidFill>
                          <a:latin typeface="Arial"/>
                        </a:defRPr>
                      </a:lvl8pPr>
                      <a:lvl9pPr marL="3656503" algn="l" defTabSz="914126" rtl="0" eaLnBrk="1" latinLnBrk="0" hangingPunct="1">
                        <a:defRPr sz="1799" kern="1200">
                          <a:solidFill>
                            <a:schemeClr val="dk1"/>
                          </a:solidFill>
                          <a:latin typeface="Arial"/>
                        </a:defRPr>
                      </a:lvl9p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200" kern="1200" dirty="0">
                          <a:solidFill>
                            <a:schemeClr val="dk1"/>
                          </a:solidFill>
                          <a:latin typeface="+mn-lt"/>
                          <a:ea typeface="+mn-ea"/>
                          <a:cs typeface="+mn-cs"/>
                        </a:rPr>
                        <a:t>Reserve the</a:t>
                      </a:r>
                      <a:r>
                        <a:rPr lang="en-US" sz="1200" kern="1200" baseline="0" dirty="0">
                          <a:solidFill>
                            <a:schemeClr val="dk1"/>
                          </a:solidFill>
                          <a:latin typeface="+mn-lt"/>
                          <a:ea typeface="+mn-ea"/>
                          <a:cs typeface="+mn-cs"/>
                        </a:rPr>
                        <a:t> bits in the variable</a:t>
                      </a:r>
                      <a:endParaRPr lang="en-US" sz="1200" kern="1200" dirty="0">
                        <a:solidFill>
                          <a:schemeClr val="dk1"/>
                        </a:solidFill>
                        <a:latin typeface="+mn-lt"/>
                        <a:ea typeface="+mn-ea"/>
                        <a:cs typeface="+mn-cs"/>
                      </a:endParaRPr>
                    </a:p>
                  </a:txBody>
                  <a:tcPr marL="121888" marR="121888">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008CA8">
                        <a:tint val="20000"/>
                      </a:srgbClr>
                    </a:solidFill>
                  </a:tcPr>
                </a:tc>
                <a:tc>
                  <a:txBody>
                    <a:bodyPr/>
                    <a:lstStyle>
                      <a:lvl1pPr marL="0" algn="l" defTabSz="914126" rtl="0" eaLnBrk="1" latinLnBrk="0" hangingPunct="1">
                        <a:defRPr sz="1799" kern="1200">
                          <a:solidFill>
                            <a:schemeClr val="dk1"/>
                          </a:solidFill>
                          <a:latin typeface="Arial"/>
                        </a:defRPr>
                      </a:lvl1pPr>
                      <a:lvl2pPr marL="457063" algn="l" defTabSz="914126" rtl="0" eaLnBrk="1" latinLnBrk="0" hangingPunct="1">
                        <a:defRPr sz="1799" kern="1200">
                          <a:solidFill>
                            <a:schemeClr val="dk1"/>
                          </a:solidFill>
                          <a:latin typeface="Arial"/>
                        </a:defRPr>
                      </a:lvl2pPr>
                      <a:lvl3pPr marL="914126" algn="l" defTabSz="914126" rtl="0" eaLnBrk="1" latinLnBrk="0" hangingPunct="1">
                        <a:defRPr sz="1799" kern="1200">
                          <a:solidFill>
                            <a:schemeClr val="dk1"/>
                          </a:solidFill>
                          <a:latin typeface="Arial"/>
                        </a:defRPr>
                      </a:lvl3pPr>
                      <a:lvl4pPr marL="1371189" algn="l" defTabSz="914126" rtl="0" eaLnBrk="1" latinLnBrk="0" hangingPunct="1">
                        <a:defRPr sz="1799" kern="1200">
                          <a:solidFill>
                            <a:schemeClr val="dk1"/>
                          </a:solidFill>
                          <a:latin typeface="Arial"/>
                        </a:defRPr>
                      </a:lvl4pPr>
                      <a:lvl5pPr marL="1828251" algn="l" defTabSz="914126" rtl="0" eaLnBrk="1" latinLnBrk="0" hangingPunct="1">
                        <a:defRPr sz="1799" kern="1200">
                          <a:solidFill>
                            <a:schemeClr val="dk1"/>
                          </a:solidFill>
                          <a:latin typeface="Arial"/>
                        </a:defRPr>
                      </a:lvl5pPr>
                      <a:lvl6pPr marL="2285314" algn="l" defTabSz="914126" rtl="0" eaLnBrk="1" latinLnBrk="0" hangingPunct="1">
                        <a:defRPr sz="1799" kern="1200">
                          <a:solidFill>
                            <a:schemeClr val="dk1"/>
                          </a:solidFill>
                          <a:latin typeface="Arial"/>
                        </a:defRPr>
                      </a:lvl6pPr>
                      <a:lvl7pPr marL="2742377" algn="l" defTabSz="914126" rtl="0" eaLnBrk="1" latinLnBrk="0" hangingPunct="1">
                        <a:defRPr sz="1799" kern="1200">
                          <a:solidFill>
                            <a:schemeClr val="dk1"/>
                          </a:solidFill>
                          <a:latin typeface="Arial"/>
                        </a:defRPr>
                      </a:lvl7pPr>
                      <a:lvl8pPr marL="3199440" algn="l" defTabSz="914126" rtl="0" eaLnBrk="1" latinLnBrk="0" hangingPunct="1">
                        <a:defRPr sz="1799" kern="1200">
                          <a:solidFill>
                            <a:schemeClr val="dk1"/>
                          </a:solidFill>
                          <a:latin typeface="Arial"/>
                        </a:defRPr>
                      </a:lvl8pPr>
                      <a:lvl9pPr marL="3656503" algn="l" defTabSz="914126" rtl="0" eaLnBrk="1" latinLnBrk="0" hangingPunct="1">
                        <a:defRPr sz="1799" kern="1200">
                          <a:solidFill>
                            <a:schemeClr val="dk1"/>
                          </a:solidFill>
                          <a:latin typeface="Arial"/>
                        </a:defRPr>
                      </a:lvl9p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200" kern="1200" dirty="0" err="1">
                          <a:solidFill>
                            <a:schemeClr val="dk1"/>
                          </a:solidFill>
                          <a:latin typeface="+mn-lt"/>
                          <a:ea typeface="+mn-ea"/>
                          <a:cs typeface="+mn-cs"/>
                        </a:rPr>
                        <a:t>var.reverse</a:t>
                      </a:r>
                      <a:r>
                        <a:rPr lang="en-US" sz="1200" kern="1200" dirty="0">
                          <a:solidFill>
                            <a:schemeClr val="dk1"/>
                          </a:solidFill>
                          <a:latin typeface="+mn-lt"/>
                          <a:ea typeface="+mn-ea"/>
                          <a:cs typeface="+mn-cs"/>
                        </a:rPr>
                        <a:t>();</a:t>
                      </a:r>
                      <a:endParaRPr lang="en-US" sz="1000" kern="1200" dirty="0">
                        <a:solidFill>
                          <a:schemeClr val="dk1"/>
                        </a:solidFill>
                        <a:latin typeface="+mn-lt"/>
                        <a:ea typeface="+mn-ea"/>
                        <a:cs typeface="+mn-cs"/>
                      </a:endParaRPr>
                    </a:p>
                  </a:txBody>
                  <a:tcPr marL="121888" marR="121888">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008CA8">
                        <a:tint val="20000"/>
                      </a:srgbClr>
                    </a:solidFill>
                  </a:tcPr>
                </a:tc>
                <a:extLst>
                  <a:ext uri="{0D108BD9-81ED-4DB2-BD59-A6C34878D82A}">
                    <a16:rowId xmlns:a16="http://schemas.microsoft.com/office/drawing/2014/main" val="10007"/>
                  </a:ext>
                </a:extLst>
              </a:tr>
              <a:tr h="0">
                <a:tc>
                  <a:txBody>
                    <a:bodyPr/>
                    <a:lstStyle>
                      <a:lvl1pPr marL="0" algn="l" defTabSz="914126" rtl="0" eaLnBrk="1" latinLnBrk="0" hangingPunct="1">
                        <a:defRPr sz="1799" b="1" kern="1200">
                          <a:solidFill>
                            <a:schemeClr val="lt1"/>
                          </a:solidFill>
                          <a:latin typeface="Arial"/>
                        </a:defRPr>
                      </a:lvl1pPr>
                      <a:lvl2pPr marL="457063" algn="l" defTabSz="914126" rtl="0" eaLnBrk="1" latinLnBrk="0" hangingPunct="1">
                        <a:defRPr sz="1799" b="1" kern="1200">
                          <a:solidFill>
                            <a:schemeClr val="lt1"/>
                          </a:solidFill>
                          <a:latin typeface="Arial"/>
                        </a:defRPr>
                      </a:lvl2pPr>
                      <a:lvl3pPr marL="914126" algn="l" defTabSz="914126" rtl="0" eaLnBrk="1" latinLnBrk="0" hangingPunct="1">
                        <a:defRPr sz="1799" b="1" kern="1200">
                          <a:solidFill>
                            <a:schemeClr val="lt1"/>
                          </a:solidFill>
                          <a:latin typeface="Arial"/>
                        </a:defRPr>
                      </a:lvl3pPr>
                      <a:lvl4pPr marL="1371189" algn="l" defTabSz="914126" rtl="0" eaLnBrk="1" latinLnBrk="0" hangingPunct="1">
                        <a:defRPr sz="1799" b="1" kern="1200">
                          <a:solidFill>
                            <a:schemeClr val="lt1"/>
                          </a:solidFill>
                          <a:latin typeface="Arial"/>
                        </a:defRPr>
                      </a:lvl4pPr>
                      <a:lvl5pPr marL="1828251" algn="l" defTabSz="914126" rtl="0" eaLnBrk="1" latinLnBrk="0" hangingPunct="1">
                        <a:defRPr sz="1799" b="1" kern="1200">
                          <a:solidFill>
                            <a:schemeClr val="lt1"/>
                          </a:solidFill>
                          <a:latin typeface="Arial"/>
                        </a:defRPr>
                      </a:lvl5pPr>
                      <a:lvl6pPr marL="2285314" algn="l" defTabSz="914126" rtl="0" eaLnBrk="1" latinLnBrk="0" hangingPunct="1">
                        <a:defRPr sz="1799" b="1" kern="1200">
                          <a:solidFill>
                            <a:schemeClr val="lt1"/>
                          </a:solidFill>
                          <a:latin typeface="Arial"/>
                        </a:defRPr>
                      </a:lvl6pPr>
                      <a:lvl7pPr marL="2742377" algn="l" defTabSz="914126" rtl="0" eaLnBrk="1" latinLnBrk="0" hangingPunct="1">
                        <a:defRPr sz="1799" b="1" kern="1200">
                          <a:solidFill>
                            <a:schemeClr val="lt1"/>
                          </a:solidFill>
                          <a:latin typeface="Arial"/>
                        </a:defRPr>
                      </a:lvl7pPr>
                      <a:lvl8pPr marL="3199440" algn="l" defTabSz="914126" rtl="0" eaLnBrk="1" latinLnBrk="0" hangingPunct="1">
                        <a:defRPr sz="1799" b="1" kern="1200">
                          <a:solidFill>
                            <a:schemeClr val="lt1"/>
                          </a:solidFill>
                          <a:latin typeface="Arial"/>
                        </a:defRPr>
                      </a:lvl8pPr>
                      <a:lvl9pPr marL="3656503" algn="l" defTabSz="914126" rtl="0" eaLnBrk="1" latinLnBrk="0" hangingPunct="1">
                        <a:defRPr sz="1799" b="1" kern="1200">
                          <a:solidFill>
                            <a:schemeClr val="lt1"/>
                          </a:solidFill>
                          <a:latin typeface="Arial"/>
                        </a:defRPr>
                      </a:lvl9pPr>
                    </a:lstStyle>
                    <a:p>
                      <a:r>
                        <a:rPr lang="en-US" sz="1200" dirty="0"/>
                        <a:t>Test bit</a:t>
                      </a:r>
                    </a:p>
                  </a:txBody>
                  <a:tcPr marL="121888" marR="121888">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008CA8"/>
                    </a:solidFill>
                  </a:tcPr>
                </a:tc>
                <a:tc>
                  <a:txBody>
                    <a:bodyPr/>
                    <a:lstStyle>
                      <a:lvl1pPr marL="0" algn="l" defTabSz="914126" rtl="0" eaLnBrk="1" latinLnBrk="0" hangingPunct="1">
                        <a:defRPr sz="1799" kern="1200">
                          <a:solidFill>
                            <a:schemeClr val="dk1"/>
                          </a:solidFill>
                          <a:latin typeface="Arial"/>
                        </a:defRPr>
                      </a:lvl1pPr>
                      <a:lvl2pPr marL="457063" algn="l" defTabSz="914126" rtl="0" eaLnBrk="1" latinLnBrk="0" hangingPunct="1">
                        <a:defRPr sz="1799" kern="1200">
                          <a:solidFill>
                            <a:schemeClr val="dk1"/>
                          </a:solidFill>
                          <a:latin typeface="Arial"/>
                        </a:defRPr>
                      </a:lvl2pPr>
                      <a:lvl3pPr marL="914126" algn="l" defTabSz="914126" rtl="0" eaLnBrk="1" latinLnBrk="0" hangingPunct="1">
                        <a:defRPr sz="1799" kern="1200">
                          <a:solidFill>
                            <a:schemeClr val="dk1"/>
                          </a:solidFill>
                          <a:latin typeface="Arial"/>
                        </a:defRPr>
                      </a:lvl3pPr>
                      <a:lvl4pPr marL="1371189" algn="l" defTabSz="914126" rtl="0" eaLnBrk="1" latinLnBrk="0" hangingPunct="1">
                        <a:defRPr sz="1799" kern="1200">
                          <a:solidFill>
                            <a:schemeClr val="dk1"/>
                          </a:solidFill>
                          <a:latin typeface="Arial"/>
                        </a:defRPr>
                      </a:lvl4pPr>
                      <a:lvl5pPr marL="1828251" algn="l" defTabSz="914126" rtl="0" eaLnBrk="1" latinLnBrk="0" hangingPunct="1">
                        <a:defRPr sz="1799" kern="1200">
                          <a:solidFill>
                            <a:schemeClr val="dk1"/>
                          </a:solidFill>
                          <a:latin typeface="Arial"/>
                        </a:defRPr>
                      </a:lvl5pPr>
                      <a:lvl6pPr marL="2285314" algn="l" defTabSz="914126" rtl="0" eaLnBrk="1" latinLnBrk="0" hangingPunct="1">
                        <a:defRPr sz="1799" kern="1200">
                          <a:solidFill>
                            <a:schemeClr val="dk1"/>
                          </a:solidFill>
                          <a:latin typeface="Arial"/>
                        </a:defRPr>
                      </a:lvl6pPr>
                      <a:lvl7pPr marL="2742377" algn="l" defTabSz="914126" rtl="0" eaLnBrk="1" latinLnBrk="0" hangingPunct="1">
                        <a:defRPr sz="1799" kern="1200">
                          <a:solidFill>
                            <a:schemeClr val="dk1"/>
                          </a:solidFill>
                          <a:latin typeface="Arial"/>
                        </a:defRPr>
                      </a:lvl7pPr>
                      <a:lvl8pPr marL="3199440" algn="l" defTabSz="914126" rtl="0" eaLnBrk="1" latinLnBrk="0" hangingPunct="1">
                        <a:defRPr sz="1799" kern="1200">
                          <a:solidFill>
                            <a:schemeClr val="dk1"/>
                          </a:solidFill>
                          <a:latin typeface="Arial"/>
                        </a:defRPr>
                      </a:lvl8pPr>
                      <a:lvl9pPr marL="3656503" algn="l" defTabSz="914126" rtl="0" eaLnBrk="1" latinLnBrk="0" hangingPunct="1">
                        <a:defRPr sz="1799" kern="1200">
                          <a:solidFill>
                            <a:schemeClr val="dk1"/>
                          </a:solidFill>
                          <a:latin typeface="Arial"/>
                        </a:defRPr>
                      </a:lvl9p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200" kern="1200" dirty="0">
                          <a:solidFill>
                            <a:schemeClr val="dk1"/>
                          </a:solidFill>
                          <a:latin typeface="+mn-lt"/>
                          <a:ea typeface="+mn-ea"/>
                          <a:cs typeface="+mn-cs"/>
                        </a:rPr>
                        <a:t>Tests if a bit is true</a:t>
                      </a:r>
                    </a:p>
                  </a:txBody>
                  <a:tcPr marL="121888" marR="121888">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008CA8">
                        <a:tint val="40000"/>
                      </a:srgbClr>
                    </a:solidFill>
                  </a:tcPr>
                </a:tc>
                <a:tc>
                  <a:txBody>
                    <a:bodyPr/>
                    <a:lstStyle>
                      <a:lvl1pPr marL="0" algn="l" defTabSz="914126" rtl="0" eaLnBrk="1" latinLnBrk="0" hangingPunct="1">
                        <a:defRPr sz="1799" kern="1200">
                          <a:solidFill>
                            <a:schemeClr val="dk1"/>
                          </a:solidFill>
                          <a:latin typeface="Arial"/>
                        </a:defRPr>
                      </a:lvl1pPr>
                      <a:lvl2pPr marL="457063" algn="l" defTabSz="914126" rtl="0" eaLnBrk="1" latinLnBrk="0" hangingPunct="1">
                        <a:defRPr sz="1799" kern="1200">
                          <a:solidFill>
                            <a:schemeClr val="dk1"/>
                          </a:solidFill>
                          <a:latin typeface="Arial"/>
                        </a:defRPr>
                      </a:lvl2pPr>
                      <a:lvl3pPr marL="914126" algn="l" defTabSz="914126" rtl="0" eaLnBrk="1" latinLnBrk="0" hangingPunct="1">
                        <a:defRPr sz="1799" kern="1200">
                          <a:solidFill>
                            <a:schemeClr val="dk1"/>
                          </a:solidFill>
                          <a:latin typeface="Arial"/>
                        </a:defRPr>
                      </a:lvl3pPr>
                      <a:lvl4pPr marL="1371189" algn="l" defTabSz="914126" rtl="0" eaLnBrk="1" latinLnBrk="0" hangingPunct="1">
                        <a:defRPr sz="1799" kern="1200">
                          <a:solidFill>
                            <a:schemeClr val="dk1"/>
                          </a:solidFill>
                          <a:latin typeface="Arial"/>
                        </a:defRPr>
                      </a:lvl4pPr>
                      <a:lvl5pPr marL="1828251" algn="l" defTabSz="914126" rtl="0" eaLnBrk="1" latinLnBrk="0" hangingPunct="1">
                        <a:defRPr sz="1799" kern="1200">
                          <a:solidFill>
                            <a:schemeClr val="dk1"/>
                          </a:solidFill>
                          <a:latin typeface="Arial"/>
                        </a:defRPr>
                      </a:lvl5pPr>
                      <a:lvl6pPr marL="2285314" algn="l" defTabSz="914126" rtl="0" eaLnBrk="1" latinLnBrk="0" hangingPunct="1">
                        <a:defRPr sz="1799" kern="1200">
                          <a:solidFill>
                            <a:schemeClr val="dk1"/>
                          </a:solidFill>
                          <a:latin typeface="Arial"/>
                        </a:defRPr>
                      </a:lvl6pPr>
                      <a:lvl7pPr marL="2742377" algn="l" defTabSz="914126" rtl="0" eaLnBrk="1" latinLnBrk="0" hangingPunct="1">
                        <a:defRPr sz="1799" kern="1200">
                          <a:solidFill>
                            <a:schemeClr val="dk1"/>
                          </a:solidFill>
                          <a:latin typeface="Arial"/>
                        </a:defRPr>
                      </a:lvl7pPr>
                      <a:lvl8pPr marL="3199440" algn="l" defTabSz="914126" rtl="0" eaLnBrk="1" latinLnBrk="0" hangingPunct="1">
                        <a:defRPr sz="1799" kern="1200">
                          <a:solidFill>
                            <a:schemeClr val="dk1"/>
                          </a:solidFill>
                          <a:latin typeface="Arial"/>
                        </a:defRPr>
                      </a:lvl8pPr>
                      <a:lvl9pPr marL="3656503" algn="l" defTabSz="914126" rtl="0" eaLnBrk="1" latinLnBrk="0" hangingPunct="1">
                        <a:defRPr sz="1799" kern="1200">
                          <a:solidFill>
                            <a:schemeClr val="dk1"/>
                          </a:solidFill>
                          <a:latin typeface="Arial"/>
                        </a:defRPr>
                      </a:lvl9p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200" kern="1200" dirty="0" err="1">
                          <a:solidFill>
                            <a:schemeClr val="dk1"/>
                          </a:solidFill>
                          <a:latin typeface="+mn-lt"/>
                          <a:ea typeface="+mn-ea"/>
                          <a:cs typeface="+mn-cs"/>
                        </a:rPr>
                        <a:t>bool</a:t>
                      </a:r>
                      <a:r>
                        <a:rPr lang="en-US" sz="1200" kern="1200" baseline="0" dirty="0">
                          <a:solidFill>
                            <a:schemeClr val="dk1"/>
                          </a:solidFill>
                          <a:latin typeface="+mn-lt"/>
                          <a:ea typeface="+mn-ea"/>
                          <a:cs typeface="+mn-cs"/>
                        </a:rPr>
                        <a:t> t = </a:t>
                      </a:r>
                      <a:r>
                        <a:rPr lang="en-US" sz="1200" kern="1200" baseline="0" dirty="0" err="1">
                          <a:solidFill>
                            <a:schemeClr val="dk1"/>
                          </a:solidFill>
                          <a:latin typeface="+mn-lt"/>
                          <a:ea typeface="+mn-ea"/>
                          <a:cs typeface="+mn-cs"/>
                        </a:rPr>
                        <a:t>var.test</a:t>
                      </a:r>
                      <a:r>
                        <a:rPr lang="en-US" sz="1200" kern="1200" baseline="0" dirty="0">
                          <a:solidFill>
                            <a:schemeClr val="dk1"/>
                          </a:solidFill>
                          <a:latin typeface="+mn-lt"/>
                          <a:ea typeface="+mn-ea"/>
                          <a:cs typeface="+mn-cs"/>
                        </a:rPr>
                        <a:t>(bit-number)</a:t>
                      </a:r>
                      <a:endParaRPr lang="en-US" sz="1200" kern="1200" dirty="0">
                        <a:solidFill>
                          <a:schemeClr val="dk1"/>
                        </a:solidFill>
                        <a:latin typeface="+mn-lt"/>
                        <a:ea typeface="+mn-ea"/>
                        <a:cs typeface="+mn-cs"/>
                      </a:endParaRPr>
                    </a:p>
                  </a:txBody>
                  <a:tcPr marL="121888" marR="121888">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008CA8">
                        <a:tint val="40000"/>
                      </a:srgbClr>
                    </a:solidFill>
                  </a:tcPr>
                </a:tc>
                <a:extLst>
                  <a:ext uri="{0D108BD9-81ED-4DB2-BD59-A6C34878D82A}">
                    <a16:rowId xmlns:a16="http://schemas.microsoft.com/office/drawing/2014/main" val="10008"/>
                  </a:ext>
                </a:extLst>
              </a:tr>
              <a:tr h="0">
                <a:tc>
                  <a:txBody>
                    <a:bodyPr/>
                    <a:lstStyle>
                      <a:lvl1pPr marL="0" algn="l" defTabSz="914126" rtl="0" eaLnBrk="1" latinLnBrk="0" hangingPunct="1">
                        <a:defRPr sz="1799" b="1" kern="1200">
                          <a:solidFill>
                            <a:schemeClr val="lt1"/>
                          </a:solidFill>
                          <a:latin typeface="Arial"/>
                        </a:defRPr>
                      </a:lvl1pPr>
                      <a:lvl2pPr marL="457063" algn="l" defTabSz="914126" rtl="0" eaLnBrk="1" latinLnBrk="0" hangingPunct="1">
                        <a:defRPr sz="1799" b="1" kern="1200">
                          <a:solidFill>
                            <a:schemeClr val="lt1"/>
                          </a:solidFill>
                          <a:latin typeface="Arial"/>
                        </a:defRPr>
                      </a:lvl2pPr>
                      <a:lvl3pPr marL="914126" algn="l" defTabSz="914126" rtl="0" eaLnBrk="1" latinLnBrk="0" hangingPunct="1">
                        <a:defRPr sz="1799" b="1" kern="1200">
                          <a:solidFill>
                            <a:schemeClr val="lt1"/>
                          </a:solidFill>
                          <a:latin typeface="Arial"/>
                        </a:defRPr>
                      </a:lvl3pPr>
                      <a:lvl4pPr marL="1371189" algn="l" defTabSz="914126" rtl="0" eaLnBrk="1" latinLnBrk="0" hangingPunct="1">
                        <a:defRPr sz="1799" b="1" kern="1200">
                          <a:solidFill>
                            <a:schemeClr val="lt1"/>
                          </a:solidFill>
                          <a:latin typeface="Arial"/>
                        </a:defRPr>
                      </a:lvl4pPr>
                      <a:lvl5pPr marL="1828251" algn="l" defTabSz="914126" rtl="0" eaLnBrk="1" latinLnBrk="0" hangingPunct="1">
                        <a:defRPr sz="1799" b="1" kern="1200">
                          <a:solidFill>
                            <a:schemeClr val="lt1"/>
                          </a:solidFill>
                          <a:latin typeface="Arial"/>
                        </a:defRPr>
                      </a:lvl5pPr>
                      <a:lvl6pPr marL="2285314" algn="l" defTabSz="914126" rtl="0" eaLnBrk="1" latinLnBrk="0" hangingPunct="1">
                        <a:defRPr sz="1799" b="1" kern="1200">
                          <a:solidFill>
                            <a:schemeClr val="lt1"/>
                          </a:solidFill>
                          <a:latin typeface="Arial"/>
                        </a:defRPr>
                      </a:lvl6pPr>
                      <a:lvl7pPr marL="2742377" algn="l" defTabSz="914126" rtl="0" eaLnBrk="1" latinLnBrk="0" hangingPunct="1">
                        <a:defRPr sz="1799" b="1" kern="1200">
                          <a:solidFill>
                            <a:schemeClr val="lt1"/>
                          </a:solidFill>
                          <a:latin typeface="Arial"/>
                        </a:defRPr>
                      </a:lvl7pPr>
                      <a:lvl8pPr marL="3199440" algn="l" defTabSz="914126" rtl="0" eaLnBrk="1" latinLnBrk="0" hangingPunct="1">
                        <a:defRPr sz="1799" b="1" kern="1200">
                          <a:solidFill>
                            <a:schemeClr val="lt1"/>
                          </a:solidFill>
                          <a:latin typeface="Arial"/>
                        </a:defRPr>
                      </a:lvl8pPr>
                      <a:lvl9pPr marL="3656503" algn="l" defTabSz="914126" rtl="0" eaLnBrk="1" latinLnBrk="0" hangingPunct="1">
                        <a:defRPr sz="1799" b="1" kern="1200">
                          <a:solidFill>
                            <a:schemeClr val="lt1"/>
                          </a:solidFill>
                          <a:latin typeface="Arial"/>
                        </a:defRPr>
                      </a:lvl9pPr>
                    </a:lstStyle>
                    <a:p>
                      <a:r>
                        <a:rPr lang="en-US" sz="1200" dirty="0"/>
                        <a:t>Set bit value</a:t>
                      </a:r>
                    </a:p>
                  </a:txBody>
                  <a:tcPr marL="121888" marR="121888">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008CA8"/>
                    </a:solidFill>
                  </a:tcPr>
                </a:tc>
                <a:tc>
                  <a:txBody>
                    <a:bodyPr/>
                    <a:lstStyle>
                      <a:lvl1pPr marL="0" algn="l" defTabSz="914126" rtl="0" eaLnBrk="1" latinLnBrk="0" hangingPunct="1">
                        <a:defRPr sz="1799" kern="1200">
                          <a:solidFill>
                            <a:schemeClr val="dk1"/>
                          </a:solidFill>
                          <a:latin typeface="Arial"/>
                        </a:defRPr>
                      </a:lvl1pPr>
                      <a:lvl2pPr marL="457063" algn="l" defTabSz="914126" rtl="0" eaLnBrk="1" latinLnBrk="0" hangingPunct="1">
                        <a:defRPr sz="1799" kern="1200">
                          <a:solidFill>
                            <a:schemeClr val="dk1"/>
                          </a:solidFill>
                          <a:latin typeface="Arial"/>
                        </a:defRPr>
                      </a:lvl2pPr>
                      <a:lvl3pPr marL="914126" algn="l" defTabSz="914126" rtl="0" eaLnBrk="1" latinLnBrk="0" hangingPunct="1">
                        <a:defRPr sz="1799" kern="1200">
                          <a:solidFill>
                            <a:schemeClr val="dk1"/>
                          </a:solidFill>
                          <a:latin typeface="Arial"/>
                        </a:defRPr>
                      </a:lvl3pPr>
                      <a:lvl4pPr marL="1371189" algn="l" defTabSz="914126" rtl="0" eaLnBrk="1" latinLnBrk="0" hangingPunct="1">
                        <a:defRPr sz="1799" kern="1200">
                          <a:solidFill>
                            <a:schemeClr val="dk1"/>
                          </a:solidFill>
                          <a:latin typeface="Arial"/>
                        </a:defRPr>
                      </a:lvl4pPr>
                      <a:lvl5pPr marL="1828251" algn="l" defTabSz="914126" rtl="0" eaLnBrk="1" latinLnBrk="0" hangingPunct="1">
                        <a:defRPr sz="1799" kern="1200">
                          <a:solidFill>
                            <a:schemeClr val="dk1"/>
                          </a:solidFill>
                          <a:latin typeface="Arial"/>
                        </a:defRPr>
                      </a:lvl5pPr>
                      <a:lvl6pPr marL="2285314" algn="l" defTabSz="914126" rtl="0" eaLnBrk="1" latinLnBrk="0" hangingPunct="1">
                        <a:defRPr sz="1799" kern="1200">
                          <a:solidFill>
                            <a:schemeClr val="dk1"/>
                          </a:solidFill>
                          <a:latin typeface="Arial"/>
                        </a:defRPr>
                      </a:lvl6pPr>
                      <a:lvl7pPr marL="2742377" algn="l" defTabSz="914126" rtl="0" eaLnBrk="1" latinLnBrk="0" hangingPunct="1">
                        <a:defRPr sz="1799" kern="1200">
                          <a:solidFill>
                            <a:schemeClr val="dk1"/>
                          </a:solidFill>
                          <a:latin typeface="Arial"/>
                        </a:defRPr>
                      </a:lvl7pPr>
                      <a:lvl8pPr marL="3199440" algn="l" defTabSz="914126" rtl="0" eaLnBrk="1" latinLnBrk="0" hangingPunct="1">
                        <a:defRPr sz="1799" kern="1200">
                          <a:solidFill>
                            <a:schemeClr val="dk1"/>
                          </a:solidFill>
                          <a:latin typeface="Arial"/>
                        </a:defRPr>
                      </a:lvl8pPr>
                      <a:lvl9pPr marL="3656503" algn="l" defTabSz="914126" rtl="0" eaLnBrk="1" latinLnBrk="0" hangingPunct="1">
                        <a:defRPr sz="1799" kern="1200">
                          <a:solidFill>
                            <a:schemeClr val="dk1"/>
                          </a:solidFill>
                          <a:latin typeface="Arial"/>
                        </a:defRPr>
                      </a:lvl9p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200" kern="1200" dirty="0">
                          <a:solidFill>
                            <a:schemeClr val="dk1"/>
                          </a:solidFill>
                          <a:latin typeface="+mn-lt"/>
                          <a:ea typeface="+mn-ea"/>
                          <a:cs typeface="+mn-cs"/>
                        </a:rPr>
                        <a:t>Sets the value of a specific bit</a:t>
                      </a:r>
                    </a:p>
                  </a:txBody>
                  <a:tcPr marL="121888" marR="121888">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008CA8">
                        <a:tint val="20000"/>
                      </a:srgbClr>
                    </a:solidFill>
                  </a:tcPr>
                </a:tc>
                <a:tc>
                  <a:txBody>
                    <a:bodyPr/>
                    <a:lstStyle>
                      <a:lvl1pPr marL="0" algn="l" defTabSz="914126" rtl="0" eaLnBrk="1" latinLnBrk="0" hangingPunct="1">
                        <a:defRPr sz="1799" kern="1200">
                          <a:solidFill>
                            <a:schemeClr val="dk1"/>
                          </a:solidFill>
                          <a:latin typeface="Arial"/>
                        </a:defRPr>
                      </a:lvl1pPr>
                      <a:lvl2pPr marL="457063" algn="l" defTabSz="914126" rtl="0" eaLnBrk="1" latinLnBrk="0" hangingPunct="1">
                        <a:defRPr sz="1799" kern="1200">
                          <a:solidFill>
                            <a:schemeClr val="dk1"/>
                          </a:solidFill>
                          <a:latin typeface="Arial"/>
                        </a:defRPr>
                      </a:lvl2pPr>
                      <a:lvl3pPr marL="914126" algn="l" defTabSz="914126" rtl="0" eaLnBrk="1" latinLnBrk="0" hangingPunct="1">
                        <a:defRPr sz="1799" kern="1200">
                          <a:solidFill>
                            <a:schemeClr val="dk1"/>
                          </a:solidFill>
                          <a:latin typeface="Arial"/>
                        </a:defRPr>
                      </a:lvl3pPr>
                      <a:lvl4pPr marL="1371189" algn="l" defTabSz="914126" rtl="0" eaLnBrk="1" latinLnBrk="0" hangingPunct="1">
                        <a:defRPr sz="1799" kern="1200">
                          <a:solidFill>
                            <a:schemeClr val="dk1"/>
                          </a:solidFill>
                          <a:latin typeface="Arial"/>
                        </a:defRPr>
                      </a:lvl4pPr>
                      <a:lvl5pPr marL="1828251" algn="l" defTabSz="914126" rtl="0" eaLnBrk="1" latinLnBrk="0" hangingPunct="1">
                        <a:defRPr sz="1799" kern="1200">
                          <a:solidFill>
                            <a:schemeClr val="dk1"/>
                          </a:solidFill>
                          <a:latin typeface="Arial"/>
                        </a:defRPr>
                      </a:lvl5pPr>
                      <a:lvl6pPr marL="2285314" algn="l" defTabSz="914126" rtl="0" eaLnBrk="1" latinLnBrk="0" hangingPunct="1">
                        <a:defRPr sz="1799" kern="1200">
                          <a:solidFill>
                            <a:schemeClr val="dk1"/>
                          </a:solidFill>
                          <a:latin typeface="Arial"/>
                        </a:defRPr>
                      </a:lvl6pPr>
                      <a:lvl7pPr marL="2742377" algn="l" defTabSz="914126" rtl="0" eaLnBrk="1" latinLnBrk="0" hangingPunct="1">
                        <a:defRPr sz="1799" kern="1200">
                          <a:solidFill>
                            <a:schemeClr val="dk1"/>
                          </a:solidFill>
                          <a:latin typeface="Arial"/>
                        </a:defRPr>
                      </a:lvl7pPr>
                      <a:lvl8pPr marL="3199440" algn="l" defTabSz="914126" rtl="0" eaLnBrk="1" latinLnBrk="0" hangingPunct="1">
                        <a:defRPr sz="1799" kern="1200">
                          <a:solidFill>
                            <a:schemeClr val="dk1"/>
                          </a:solidFill>
                          <a:latin typeface="Arial"/>
                        </a:defRPr>
                      </a:lvl8pPr>
                      <a:lvl9pPr marL="3656503" algn="l" defTabSz="914126" rtl="0" eaLnBrk="1" latinLnBrk="0" hangingPunct="1">
                        <a:defRPr sz="1799" kern="1200">
                          <a:solidFill>
                            <a:schemeClr val="dk1"/>
                          </a:solidFill>
                          <a:latin typeface="Arial"/>
                        </a:defRPr>
                      </a:lvl9p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200" kern="1200" dirty="0" err="1">
                          <a:solidFill>
                            <a:schemeClr val="dk1"/>
                          </a:solidFill>
                          <a:latin typeface="+mn-lt"/>
                          <a:ea typeface="+mn-ea"/>
                          <a:cs typeface="+mn-cs"/>
                        </a:rPr>
                        <a:t>var.set_bit</a:t>
                      </a:r>
                      <a:r>
                        <a:rPr lang="en-US" sz="1200" kern="1200" dirty="0">
                          <a:solidFill>
                            <a:schemeClr val="dk1"/>
                          </a:solidFill>
                          <a:latin typeface="+mn-lt"/>
                          <a:ea typeface="+mn-ea"/>
                          <a:cs typeface="+mn-cs"/>
                        </a:rPr>
                        <a:t>(bit-number, value)</a:t>
                      </a:r>
                    </a:p>
                  </a:txBody>
                  <a:tcPr marL="121888" marR="121888">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008CA8">
                        <a:tint val="20000"/>
                      </a:srgbClr>
                    </a:solidFill>
                  </a:tcPr>
                </a:tc>
                <a:extLst>
                  <a:ext uri="{0D108BD9-81ED-4DB2-BD59-A6C34878D82A}">
                    <a16:rowId xmlns:a16="http://schemas.microsoft.com/office/drawing/2014/main" val="10009"/>
                  </a:ext>
                </a:extLst>
              </a:tr>
              <a:tr h="0">
                <a:tc>
                  <a:txBody>
                    <a:bodyPr/>
                    <a:lstStyle>
                      <a:lvl1pPr marL="0" algn="l" defTabSz="914126" rtl="0" eaLnBrk="1" latinLnBrk="0" hangingPunct="1">
                        <a:defRPr sz="1799" b="1" kern="1200">
                          <a:solidFill>
                            <a:schemeClr val="lt1"/>
                          </a:solidFill>
                          <a:latin typeface="Arial"/>
                        </a:defRPr>
                      </a:lvl1pPr>
                      <a:lvl2pPr marL="457063" algn="l" defTabSz="914126" rtl="0" eaLnBrk="1" latinLnBrk="0" hangingPunct="1">
                        <a:defRPr sz="1799" b="1" kern="1200">
                          <a:solidFill>
                            <a:schemeClr val="lt1"/>
                          </a:solidFill>
                          <a:latin typeface="Arial"/>
                        </a:defRPr>
                      </a:lvl2pPr>
                      <a:lvl3pPr marL="914126" algn="l" defTabSz="914126" rtl="0" eaLnBrk="1" latinLnBrk="0" hangingPunct="1">
                        <a:defRPr sz="1799" b="1" kern="1200">
                          <a:solidFill>
                            <a:schemeClr val="lt1"/>
                          </a:solidFill>
                          <a:latin typeface="Arial"/>
                        </a:defRPr>
                      </a:lvl3pPr>
                      <a:lvl4pPr marL="1371189" algn="l" defTabSz="914126" rtl="0" eaLnBrk="1" latinLnBrk="0" hangingPunct="1">
                        <a:defRPr sz="1799" b="1" kern="1200">
                          <a:solidFill>
                            <a:schemeClr val="lt1"/>
                          </a:solidFill>
                          <a:latin typeface="Arial"/>
                        </a:defRPr>
                      </a:lvl4pPr>
                      <a:lvl5pPr marL="1828251" algn="l" defTabSz="914126" rtl="0" eaLnBrk="1" latinLnBrk="0" hangingPunct="1">
                        <a:defRPr sz="1799" b="1" kern="1200">
                          <a:solidFill>
                            <a:schemeClr val="lt1"/>
                          </a:solidFill>
                          <a:latin typeface="Arial"/>
                        </a:defRPr>
                      </a:lvl5pPr>
                      <a:lvl6pPr marL="2285314" algn="l" defTabSz="914126" rtl="0" eaLnBrk="1" latinLnBrk="0" hangingPunct="1">
                        <a:defRPr sz="1799" b="1" kern="1200">
                          <a:solidFill>
                            <a:schemeClr val="lt1"/>
                          </a:solidFill>
                          <a:latin typeface="Arial"/>
                        </a:defRPr>
                      </a:lvl6pPr>
                      <a:lvl7pPr marL="2742377" algn="l" defTabSz="914126" rtl="0" eaLnBrk="1" latinLnBrk="0" hangingPunct="1">
                        <a:defRPr sz="1799" b="1" kern="1200">
                          <a:solidFill>
                            <a:schemeClr val="lt1"/>
                          </a:solidFill>
                          <a:latin typeface="Arial"/>
                        </a:defRPr>
                      </a:lvl7pPr>
                      <a:lvl8pPr marL="3199440" algn="l" defTabSz="914126" rtl="0" eaLnBrk="1" latinLnBrk="0" hangingPunct="1">
                        <a:defRPr sz="1799" b="1" kern="1200">
                          <a:solidFill>
                            <a:schemeClr val="lt1"/>
                          </a:solidFill>
                          <a:latin typeface="Arial"/>
                        </a:defRPr>
                      </a:lvl8pPr>
                      <a:lvl9pPr marL="3656503" algn="l" defTabSz="914126" rtl="0" eaLnBrk="1" latinLnBrk="0" hangingPunct="1">
                        <a:defRPr sz="1799" b="1" kern="1200">
                          <a:solidFill>
                            <a:schemeClr val="lt1"/>
                          </a:solidFill>
                          <a:latin typeface="Arial"/>
                        </a:defRPr>
                      </a:lvl9pPr>
                    </a:lstStyle>
                    <a:p>
                      <a:r>
                        <a:rPr lang="en-US" sz="1200" dirty="0"/>
                        <a:t>Set bit</a:t>
                      </a:r>
                    </a:p>
                  </a:txBody>
                  <a:tcPr marL="121888" marR="121888">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008CA8"/>
                    </a:solidFill>
                  </a:tcPr>
                </a:tc>
                <a:tc>
                  <a:txBody>
                    <a:bodyPr/>
                    <a:lstStyle>
                      <a:lvl1pPr marL="0" algn="l" defTabSz="914126" rtl="0" eaLnBrk="1" latinLnBrk="0" hangingPunct="1">
                        <a:defRPr sz="1799" kern="1200">
                          <a:solidFill>
                            <a:schemeClr val="dk1"/>
                          </a:solidFill>
                          <a:latin typeface="Arial"/>
                        </a:defRPr>
                      </a:lvl1pPr>
                      <a:lvl2pPr marL="457063" algn="l" defTabSz="914126" rtl="0" eaLnBrk="1" latinLnBrk="0" hangingPunct="1">
                        <a:defRPr sz="1799" kern="1200">
                          <a:solidFill>
                            <a:schemeClr val="dk1"/>
                          </a:solidFill>
                          <a:latin typeface="Arial"/>
                        </a:defRPr>
                      </a:lvl2pPr>
                      <a:lvl3pPr marL="914126" algn="l" defTabSz="914126" rtl="0" eaLnBrk="1" latinLnBrk="0" hangingPunct="1">
                        <a:defRPr sz="1799" kern="1200">
                          <a:solidFill>
                            <a:schemeClr val="dk1"/>
                          </a:solidFill>
                          <a:latin typeface="Arial"/>
                        </a:defRPr>
                      </a:lvl3pPr>
                      <a:lvl4pPr marL="1371189" algn="l" defTabSz="914126" rtl="0" eaLnBrk="1" latinLnBrk="0" hangingPunct="1">
                        <a:defRPr sz="1799" kern="1200">
                          <a:solidFill>
                            <a:schemeClr val="dk1"/>
                          </a:solidFill>
                          <a:latin typeface="Arial"/>
                        </a:defRPr>
                      </a:lvl4pPr>
                      <a:lvl5pPr marL="1828251" algn="l" defTabSz="914126" rtl="0" eaLnBrk="1" latinLnBrk="0" hangingPunct="1">
                        <a:defRPr sz="1799" kern="1200">
                          <a:solidFill>
                            <a:schemeClr val="dk1"/>
                          </a:solidFill>
                          <a:latin typeface="Arial"/>
                        </a:defRPr>
                      </a:lvl5pPr>
                      <a:lvl6pPr marL="2285314" algn="l" defTabSz="914126" rtl="0" eaLnBrk="1" latinLnBrk="0" hangingPunct="1">
                        <a:defRPr sz="1799" kern="1200">
                          <a:solidFill>
                            <a:schemeClr val="dk1"/>
                          </a:solidFill>
                          <a:latin typeface="Arial"/>
                        </a:defRPr>
                      </a:lvl6pPr>
                      <a:lvl7pPr marL="2742377" algn="l" defTabSz="914126" rtl="0" eaLnBrk="1" latinLnBrk="0" hangingPunct="1">
                        <a:defRPr sz="1799" kern="1200">
                          <a:solidFill>
                            <a:schemeClr val="dk1"/>
                          </a:solidFill>
                          <a:latin typeface="Arial"/>
                        </a:defRPr>
                      </a:lvl7pPr>
                      <a:lvl8pPr marL="3199440" algn="l" defTabSz="914126" rtl="0" eaLnBrk="1" latinLnBrk="0" hangingPunct="1">
                        <a:defRPr sz="1799" kern="1200">
                          <a:solidFill>
                            <a:schemeClr val="dk1"/>
                          </a:solidFill>
                          <a:latin typeface="Arial"/>
                        </a:defRPr>
                      </a:lvl8pPr>
                      <a:lvl9pPr marL="3656503" algn="l" defTabSz="914126" rtl="0" eaLnBrk="1" latinLnBrk="0" hangingPunct="1">
                        <a:defRPr sz="1799" kern="1200">
                          <a:solidFill>
                            <a:schemeClr val="dk1"/>
                          </a:solidFill>
                          <a:latin typeface="Arial"/>
                        </a:defRPr>
                      </a:lvl9p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200" kern="1200" dirty="0">
                          <a:solidFill>
                            <a:schemeClr val="dk1"/>
                          </a:solidFill>
                          <a:latin typeface="+mn-lt"/>
                          <a:ea typeface="+mn-ea"/>
                          <a:cs typeface="+mn-cs"/>
                        </a:rPr>
                        <a:t>Set a specific</a:t>
                      </a:r>
                      <a:r>
                        <a:rPr lang="en-US" sz="1200" kern="1200" baseline="0" dirty="0">
                          <a:solidFill>
                            <a:schemeClr val="dk1"/>
                          </a:solidFill>
                          <a:latin typeface="+mn-lt"/>
                          <a:ea typeface="+mn-ea"/>
                          <a:cs typeface="+mn-cs"/>
                        </a:rPr>
                        <a:t> bit to one</a:t>
                      </a:r>
                      <a:endParaRPr lang="en-US" sz="1200" kern="1200" dirty="0">
                        <a:solidFill>
                          <a:schemeClr val="dk1"/>
                        </a:solidFill>
                        <a:latin typeface="+mn-lt"/>
                        <a:ea typeface="+mn-ea"/>
                        <a:cs typeface="+mn-cs"/>
                      </a:endParaRPr>
                    </a:p>
                  </a:txBody>
                  <a:tcPr marL="121888" marR="121888">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008CA8">
                        <a:tint val="40000"/>
                      </a:srgbClr>
                    </a:solidFill>
                  </a:tcPr>
                </a:tc>
                <a:tc>
                  <a:txBody>
                    <a:bodyPr/>
                    <a:lstStyle>
                      <a:lvl1pPr marL="0" algn="l" defTabSz="914126" rtl="0" eaLnBrk="1" latinLnBrk="0" hangingPunct="1">
                        <a:defRPr sz="1799" kern="1200">
                          <a:solidFill>
                            <a:schemeClr val="dk1"/>
                          </a:solidFill>
                          <a:latin typeface="Arial"/>
                        </a:defRPr>
                      </a:lvl1pPr>
                      <a:lvl2pPr marL="457063" algn="l" defTabSz="914126" rtl="0" eaLnBrk="1" latinLnBrk="0" hangingPunct="1">
                        <a:defRPr sz="1799" kern="1200">
                          <a:solidFill>
                            <a:schemeClr val="dk1"/>
                          </a:solidFill>
                          <a:latin typeface="Arial"/>
                        </a:defRPr>
                      </a:lvl2pPr>
                      <a:lvl3pPr marL="914126" algn="l" defTabSz="914126" rtl="0" eaLnBrk="1" latinLnBrk="0" hangingPunct="1">
                        <a:defRPr sz="1799" kern="1200">
                          <a:solidFill>
                            <a:schemeClr val="dk1"/>
                          </a:solidFill>
                          <a:latin typeface="Arial"/>
                        </a:defRPr>
                      </a:lvl3pPr>
                      <a:lvl4pPr marL="1371189" algn="l" defTabSz="914126" rtl="0" eaLnBrk="1" latinLnBrk="0" hangingPunct="1">
                        <a:defRPr sz="1799" kern="1200">
                          <a:solidFill>
                            <a:schemeClr val="dk1"/>
                          </a:solidFill>
                          <a:latin typeface="Arial"/>
                        </a:defRPr>
                      </a:lvl4pPr>
                      <a:lvl5pPr marL="1828251" algn="l" defTabSz="914126" rtl="0" eaLnBrk="1" latinLnBrk="0" hangingPunct="1">
                        <a:defRPr sz="1799" kern="1200">
                          <a:solidFill>
                            <a:schemeClr val="dk1"/>
                          </a:solidFill>
                          <a:latin typeface="Arial"/>
                        </a:defRPr>
                      </a:lvl5pPr>
                      <a:lvl6pPr marL="2285314" algn="l" defTabSz="914126" rtl="0" eaLnBrk="1" latinLnBrk="0" hangingPunct="1">
                        <a:defRPr sz="1799" kern="1200">
                          <a:solidFill>
                            <a:schemeClr val="dk1"/>
                          </a:solidFill>
                          <a:latin typeface="Arial"/>
                        </a:defRPr>
                      </a:lvl6pPr>
                      <a:lvl7pPr marL="2742377" algn="l" defTabSz="914126" rtl="0" eaLnBrk="1" latinLnBrk="0" hangingPunct="1">
                        <a:defRPr sz="1799" kern="1200">
                          <a:solidFill>
                            <a:schemeClr val="dk1"/>
                          </a:solidFill>
                          <a:latin typeface="Arial"/>
                        </a:defRPr>
                      </a:lvl7pPr>
                      <a:lvl8pPr marL="3199440" algn="l" defTabSz="914126" rtl="0" eaLnBrk="1" latinLnBrk="0" hangingPunct="1">
                        <a:defRPr sz="1799" kern="1200">
                          <a:solidFill>
                            <a:schemeClr val="dk1"/>
                          </a:solidFill>
                          <a:latin typeface="Arial"/>
                        </a:defRPr>
                      </a:lvl8pPr>
                      <a:lvl9pPr marL="3656503" algn="l" defTabSz="914126" rtl="0" eaLnBrk="1" latinLnBrk="0" hangingPunct="1">
                        <a:defRPr sz="1799" kern="1200">
                          <a:solidFill>
                            <a:schemeClr val="dk1"/>
                          </a:solidFill>
                          <a:latin typeface="Arial"/>
                        </a:defRPr>
                      </a:lvl9p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200" kern="1200" dirty="0" err="1">
                          <a:solidFill>
                            <a:schemeClr val="dk1"/>
                          </a:solidFill>
                          <a:latin typeface="+mn-lt"/>
                          <a:ea typeface="+mn-ea"/>
                          <a:cs typeface="+mn-cs"/>
                        </a:rPr>
                        <a:t>var.set</a:t>
                      </a:r>
                      <a:r>
                        <a:rPr lang="en-US" sz="1200" kern="1200" dirty="0">
                          <a:solidFill>
                            <a:schemeClr val="dk1"/>
                          </a:solidFill>
                          <a:latin typeface="+mn-lt"/>
                          <a:ea typeface="+mn-ea"/>
                          <a:cs typeface="+mn-cs"/>
                        </a:rPr>
                        <a:t>(bit-number);</a:t>
                      </a:r>
                    </a:p>
                  </a:txBody>
                  <a:tcPr marL="121888" marR="121888">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008CA8">
                        <a:tint val="40000"/>
                      </a:srgbClr>
                    </a:solidFill>
                  </a:tcPr>
                </a:tc>
                <a:extLst>
                  <a:ext uri="{0D108BD9-81ED-4DB2-BD59-A6C34878D82A}">
                    <a16:rowId xmlns:a16="http://schemas.microsoft.com/office/drawing/2014/main" val="10010"/>
                  </a:ext>
                </a:extLst>
              </a:tr>
              <a:tr h="0">
                <a:tc>
                  <a:txBody>
                    <a:bodyPr/>
                    <a:lstStyle>
                      <a:lvl1pPr marL="0" algn="l" defTabSz="914126" rtl="0" eaLnBrk="1" latinLnBrk="0" hangingPunct="1">
                        <a:defRPr sz="1799" b="1" kern="1200">
                          <a:solidFill>
                            <a:schemeClr val="lt1"/>
                          </a:solidFill>
                          <a:latin typeface="Arial"/>
                        </a:defRPr>
                      </a:lvl1pPr>
                      <a:lvl2pPr marL="457063" algn="l" defTabSz="914126" rtl="0" eaLnBrk="1" latinLnBrk="0" hangingPunct="1">
                        <a:defRPr sz="1799" b="1" kern="1200">
                          <a:solidFill>
                            <a:schemeClr val="lt1"/>
                          </a:solidFill>
                          <a:latin typeface="Arial"/>
                        </a:defRPr>
                      </a:lvl2pPr>
                      <a:lvl3pPr marL="914126" algn="l" defTabSz="914126" rtl="0" eaLnBrk="1" latinLnBrk="0" hangingPunct="1">
                        <a:defRPr sz="1799" b="1" kern="1200">
                          <a:solidFill>
                            <a:schemeClr val="lt1"/>
                          </a:solidFill>
                          <a:latin typeface="Arial"/>
                        </a:defRPr>
                      </a:lvl3pPr>
                      <a:lvl4pPr marL="1371189" algn="l" defTabSz="914126" rtl="0" eaLnBrk="1" latinLnBrk="0" hangingPunct="1">
                        <a:defRPr sz="1799" b="1" kern="1200">
                          <a:solidFill>
                            <a:schemeClr val="lt1"/>
                          </a:solidFill>
                          <a:latin typeface="Arial"/>
                        </a:defRPr>
                      </a:lvl4pPr>
                      <a:lvl5pPr marL="1828251" algn="l" defTabSz="914126" rtl="0" eaLnBrk="1" latinLnBrk="0" hangingPunct="1">
                        <a:defRPr sz="1799" b="1" kern="1200">
                          <a:solidFill>
                            <a:schemeClr val="lt1"/>
                          </a:solidFill>
                          <a:latin typeface="Arial"/>
                        </a:defRPr>
                      </a:lvl5pPr>
                      <a:lvl6pPr marL="2285314" algn="l" defTabSz="914126" rtl="0" eaLnBrk="1" latinLnBrk="0" hangingPunct="1">
                        <a:defRPr sz="1799" b="1" kern="1200">
                          <a:solidFill>
                            <a:schemeClr val="lt1"/>
                          </a:solidFill>
                          <a:latin typeface="Arial"/>
                        </a:defRPr>
                      </a:lvl6pPr>
                      <a:lvl7pPr marL="2742377" algn="l" defTabSz="914126" rtl="0" eaLnBrk="1" latinLnBrk="0" hangingPunct="1">
                        <a:defRPr sz="1799" b="1" kern="1200">
                          <a:solidFill>
                            <a:schemeClr val="lt1"/>
                          </a:solidFill>
                          <a:latin typeface="Arial"/>
                        </a:defRPr>
                      </a:lvl7pPr>
                      <a:lvl8pPr marL="3199440" algn="l" defTabSz="914126" rtl="0" eaLnBrk="1" latinLnBrk="0" hangingPunct="1">
                        <a:defRPr sz="1799" b="1" kern="1200">
                          <a:solidFill>
                            <a:schemeClr val="lt1"/>
                          </a:solidFill>
                          <a:latin typeface="Arial"/>
                        </a:defRPr>
                      </a:lvl8pPr>
                      <a:lvl9pPr marL="3656503" algn="l" defTabSz="914126" rtl="0" eaLnBrk="1" latinLnBrk="0" hangingPunct="1">
                        <a:defRPr sz="1799" b="1" kern="1200">
                          <a:solidFill>
                            <a:schemeClr val="lt1"/>
                          </a:solidFill>
                          <a:latin typeface="Arial"/>
                        </a:defRPr>
                      </a:lvl9pPr>
                    </a:lstStyle>
                    <a:p>
                      <a:r>
                        <a:rPr lang="en-US" sz="1200" dirty="0"/>
                        <a:t>Clear bit</a:t>
                      </a:r>
                    </a:p>
                  </a:txBody>
                  <a:tcPr marL="121888" marR="121888">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008CA8"/>
                    </a:solidFill>
                  </a:tcPr>
                </a:tc>
                <a:tc>
                  <a:txBody>
                    <a:bodyPr/>
                    <a:lstStyle>
                      <a:lvl1pPr marL="0" algn="l" defTabSz="914126" rtl="0" eaLnBrk="1" latinLnBrk="0" hangingPunct="1">
                        <a:defRPr sz="1799" kern="1200">
                          <a:solidFill>
                            <a:schemeClr val="dk1"/>
                          </a:solidFill>
                          <a:latin typeface="Arial"/>
                        </a:defRPr>
                      </a:lvl1pPr>
                      <a:lvl2pPr marL="457063" algn="l" defTabSz="914126" rtl="0" eaLnBrk="1" latinLnBrk="0" hangingPunct="1">
                        <a:defRPr sz="1799" kern="1200">
                          <a:solidFill>
                            <a:schemeClr val="dk1"/>
                          </a:solidFill>
                          <a:latin typeface="Arial"/>
                        </a:defRPr>
                      </a:lvl2pPr>
                      <a:lvl3pPr marL="914126" algn="l" defTabSz="914126" rtl="0" eaLnBrk="1" latinLnBrk="0" hangingPunct="1">
                        <a:defRPr sz="1799" kern="1200">
                          <a:solidFill>
                            <a:schemeClr val="dk1"/>
                          </a:solidFill>
                          <a:latin typeface="Arial"/>
                        </a:defRPr>
                      </a:lvl3pPr>
                      <a:lvl4pPr marL="1371189" algn="l" defTabSz="914126" rtl="0" eaLnBrk="1" latinLnBrk="0" hangingPunct="1">
                        <a:defRPr sz="1799" kern="1200">
                          <a:solidFill>
                            <a:schemeClr val="dk1"/>
                          </a:solidFill>
                          <a:latin typeface="Arial"/>
                        </a:defRPr>
                      </a:lvl4pPr>
                      <a:lvl5pPr marL="1828251" algn="l" defTabSz="914126" rtl="0" eaLnBrk="1" latinLnBrk="0" hangingPunct="1">
                        <a:defRPr sz="1799" kern="1200">
                          <a:solidFill>
                            <a:schemeClr val="dk1"/>
                          </a:solidFill>
                          <a:latin typeface="Arial"/>
                        </a:defRPr>
                      </a:lvl5pPr>
                      <a:lvl6pPr marL="2285314" algn="l" defTabSz="914126" rtl="0" eaLnBrk="1" latinLnBrk="0" hangingPunct="1">
                        <a:defRPr sz="1799" kern="1200">
                          <a:solidFill>
                            <a:schemeClr val="dk1"/>
                          </a:solidFill>
                          <a:latin typeface="Arial"/>
                        </a:defRPr>
                      </a:lvl6pPr>
                      <a:lvl7pPr marL="2742377" algn="l" defTabSz="914126" rtl="0" eaLnBrk="1" latinLnBrk="0" hangingPunct="1">
                        <a:defRPr sz="1799" kern="1200">
                          <a:solidFill>
                            <a:schemeClr val="dk1"/>
                          </a:solidFill>
                          <a:latin typeface="Arial"/>
                        </a:defRPr>
                      </a:lvl7pPr>
                      <a:lvl8pPr marL="3199440" algn="l" defTabSz="914126" rtl="0" eaLnBrk="1" latinLnBrk="0" hangingPunct="1">
                        <a:defRPr sz="1799" kern="1200">
                          <a:solidFill>
                            <a:schemeClr val="dk1"/>
                          </a:solidFill>
                          <a:latin typeface="Arial"/>
                        </a:defRPr>
                      </a:lvl8pPr>
                      <a:lvl9pPr marL="3656503" algn="l" defTabSz="914126" rtl="0" eaLnBrk="1" latinLnBrk="0" hangingPunct="1">
                        <a:defRPr sz="1799" kern="1200">
                          <a:solidFill>
                            <a:schemeClr val="dk1"/>
                          </a:solidFill>
                          <a:latin typeface="Arial"/>
                        </a:defRPr>
                      </a:lvl9p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200" kern="1200" dirty="0">
                          <a:solidFill>
                            <a:schemeClr val="dk1"/>
                          </a:solidFill>
                          <a:latin typeface="+mn-lt"/>
                          <a:ea typeface="+mn-ea"/>
                          <a:cs typeface="+mn-cs"/>
                        </a:rPr>
                        <a:t>Clear a</a:t>
                      </a:r>
                      <a:r>
                        <a:rPr lang="en-US" sz="1200" kern="1200" baseline="0" dirty="0">
                          <a:solidFill>
                            <a:schemeClr val="dk1"/>
                          </a:solidFill>
                          <a:latin typeface="+mn-lt"/>
                          <a:ea typeface="+mn-ea"/>
                          <a:cs typeface="+mn-cs"/>
                        </a:rPr>
                        <a:t> specific bit to zero</a:t>
                      </a:r>
                      <a:endParaRPr lang="en-US" sz="1200" kern="1200" dirty="0">
                        <a:solidFill>
                          <a:schemeClr val="dk1"/>
                        </a:solidFill>
                        <a:latin typeface="+mn-lt"/>
                        <a:ea typeface="+mn-ea"/>
                        <a:cs typeface="+mn-cs"/>
                      </a:endParaRPr>
                    </a:p>
                  </a:txBody>
                  <a:tcPr marL="121888" marR="121888">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008CA8">
                        <a:tint val="20000"/>
                      </a:srgbClr>
                    </a:solidFill>
                  </a:tcPr>
                </a:tc>
                <a:tc>
                  <a:txBody>
                    <a:bodyPr/>
                    <a:lstStyle>
                      <a:lvl1pPr marL="0" algn="l" defTabSz="914126" rtl="0" eaLnBrk="1" latinLnBrk="0" hangingPunct="1">
                        <a:defRPr sz="1799" kern="1200">
                          <a:solidFill>
                            <a:schemeClr val="dk1"/>
                          </a:solidFill>
                          <a:latin typeface="Arial"/>
                        </a:defRPr>
                      </a:lvl1pPr>
                      <a:lvl2pPr marL="457063" algn="l" defTabSz="914126" rtl="0" eaLnBrk="1" latinLnBrk="0" hangingPunct="1">
                        <a:defRPr sz="1799" kern="1200">
                          <a:solidFill>
                            <a:schemeClr val="dk1"/>
                          </a:solidFill>
                          <a:latin typeface="Arial"/>
                        </a:defRPr>
                      </a:lvl2pPr>
                      <a:lvl3pPr marL="914126" algn="l" defTabSz="914126" rtl="0" eaLnBrk="1" latinLnBrk="0" hangingPunct="1">
                        <a:defRPr sz="1799" kern="1200">
                          <a:solidFill>
                            <a:schemeClr val="dk1"/>
                          </a:solidFill>
                          <a:latin typeface="Arial"/>
                        </a:defRPr>
                      </a:lvl3pPr>
                      <a:lvl4pPr marL="1371189" algn="l" defTabSz="914126" rtl="0" eaLnBrk="1" latinLnBrk="0" hangingPunct="1">
                        <a:defRPr sz="1799" kern="1200">
                          <a:solidFill>
                            <a:schemeClr val="dk1"/>
                          </a:solidFill>
                          <a:latin typeface="Arial"/>
                        </a:defRPr>
                      </a:lvl4pPr>
                      <a:lvl5pPr marL="1828251" algn="l" defTabSz="914126" rtl="0" eaLnBrk="1" latinLnBrk="0" hangingPunct="1">
                        <a:defRPr sz="1799" kern="1200">
                          <a:solidFill>
                            <a:schemeClr val="dk1"/>
                          </a:solidFill>
                          <a:latin typeface="Arial"/>
                        </a:defRPr>
                      </a:lvl5pPr>
                      <a:lvl6pPr marL="2285314" algn="l" defTabSz="914126" rtl="0" eaLnBrk="1" latinLnBrk="0" hangingPunct="1">
                        <a:defRPr sz="1799" kern="1200">
                          <a:solidFill>
                            <a:schemeClr val="dk1"/>
                          </a:solidFill>
                          <a:latin typeface="Arial"/>
                        </a:defRPr>
                      </a:lvl6pPr>
                      <a:lvl7pPr marL="2742377" algn="l" defTabSz="914126" rtl="0" eaLnBrk="1" latinLnBrk="0" hangingPunct="1">
                        <a:defRPr sz="1799" kern="1200">
                          <a:solidFill>
                            <a:schemeClr val="dk1"/>
                          </a:solidFill>
                          <a:latin typeface="Arial"/>
                        </a:defRPr>
                      </a:lvl7pPr>
                      <a:lvl8pPr marL="3199440" algn="l" defTabSz="914126" rtl="0" eaLnBrk="1" latinLnBrk="0" hangingPunct="1">
                        <a:defRPr sz="1799" kern="1200">
                          <a:solidFill>
                            <a:schemeClr val="dk1"/>
                          </a:solidFill>
                          <a:latin typeface="Arial"/>
                        </a:defRPr>
                      </a:lvl8pPr>
                      <a:lvl9pPr marL="3656503" algn="l" defTabSz="914126" rtl="0" eaLnBrk="1" latinLnBrk="0" hangingPunct="1">
                        <a:defRPr sz="1799" kern="1200">
                          <a:solidFill>
                            <a:schemeClr val="dk1"/>
                          </a:solidFill>
                          <a:latin typeface="Arial"/>
                        </a:defRPr>
                      </a:lvl9p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200" kern="1200" dirty="0" err="1">
                          <a:solidFill>
                            <a:schemeClr val="dk1"/>
                          </a:solidFill>
                          <a:latin typeface="+mn-lt"/>
                          <a:ea typeface="+mn-ea"/>
                          <a:cs typeface="+mn-cs"/>
                        </a:rPr>
                        <a:t>var.clear</a:t>
                      </a:r>
                      <a:r>
                        <a:rPr lang="en-US" sz="1200" kern="1200" dirty="0">
                          <a:solidFill>
                            <a:schemeClr val="dk1"/>
                          </a:solidFill>
                          <a:latin typeface="+mn-lt"/>
                          <a:ea typeface="+mn-ea"/>
                          <a:cs typeface="+mn-cs"/>
                        </a:rPr>
                        <a:t>(bit-number);</a:t>
                      </a:r>
                    </a:p>
                  </a:txBody>
                  <a:tcPr marL="121888" marR="121888">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008CA8">
                        <a:tint val="20000"/>
                      </a:srgbClr>
                    </a:solidFill>
                  </a:tcPr>
                </a:tc>
                <a:extLst>
                  <a:ext uri="{0D108BD9-81ED-4DB2-BD59-A6C34878D82A}">
                    <a16:rowId xmlns:a16="http://schemas.microsoft.com/office/drawing/2014/main" val="10011"/>
                  </a:ext>
                </a:extLst>
              </a:tr>
              <a:tr h="0">
                <a:tc>
                  <a:txBody>
                    <a:bodyPr/>
                    <a:lstStyle>
                      <a:lvl1pPr marL="0" algn="l" defTabSz="914126" rtl="0" eaLnBrk="1" latinLnBrk="0" hangingPunct="1">
                        <a:defRPr sz="1799" b="1" kern="1200">
                          <a:solidFill>
                            <a:schemeClr val="lt1"/>
                          </a:solidFill>
                          <a:latin typeface="Arial"/>
                        </a:defRPr>
                      </a:lvl1pPr>
                      <a:lvl2pPr marL="457063" algn="l" defTabSz="914126" rtl="0" eaLnBrk="1" latinLnBrk="0" hangingPunct="1">
                        <a:defRPr sz="1799" b="1" kern="1200">
                          <a:solidFill>
                            <a:schemeClr val="lt1"/>
                          </a:solidFill>
                          <a:latin typeface="Arial"/>
                        </a:defRPr>
                      </a:lvl2pPr>
                      <a:lvl3pPr marL="914126" algn="l" defTabSz="914126" rtl="0" eaLnBrk="1" latinLnBrk="0" hangingPunct="1">
                        <a:defRPr sz="1799" b="1" kern="1200">
                          <a:solidFill>
                            <a:schemeClr val="lt1"/>
                          </a:solidFill>
                          <a:latin typeface="Arial"/>
                        </a:defRPr>
                      </a:lvl3pPr>
                      <a:lvl4pPr marL="1371189" algn="l" defTabSz="914126" rtl="0" eaLnBrk="1" latinLnBrk="0" hangingPunct="1">
                        <a:defRPr sz="1799" b="1" kern="1200">
                          <a:solidFill>
                            <a:schemeClr val="lt1"/>
                          </a:solidFill>
                          <a:latin typeface="Arial"/>
                        </a:defRPr>
                      </a:lvl4pPr>
                      <a:lvl5pPr marL="1828251" algn="l" defTabSz="914126" rtl="0" eaLnBrk="1" latinLnBrk="0" hangingPunct="1">
                        <a:defRPr sz="1799" b="1" kern="1200">
                          <a:solidFill>
                            <a:schemeClr val="lt1"/>
                          </a:solidFill>
                          <a:latin typeface="Arial"/>
                        </a:defRPr>
                      </a:lvl5pPr>
                      <a:lvl6pPr marL="2285314" algn="l" defTabSz="914126" rtl="0" eaLnBrk="1" latinLnBrk="0" hangingPunct="1">
                        <a:defRPr sz="1799" b="1" kern="1200">
                          <a:solidFill>
                            <a:schemeClr val="lt1"/>
                          </a:solidFill>
                          <a:latin typeface="Arial"/>
                        </a:defRPr>
                      </a:lvl6pPr>
                      <a:lvl7pPr marL="2742377" algn="l" defTabSz="914126" rtl="0" eaLnBrk="1" latinLnBrk="0" hangingPunct="1">
                        <a:defRPr sz="1799" b="1" kern="1200">
                          <a:solidFill>
                            <a:schemeClr val="lt1"/>
                          </a:solidFill>
                          <a:latin typeface="Arial"/>
                        </a:defRPr>
                      </a:lvl7pPr>
                      <a:lvl8pPr marL="3199440" algn="l" defTabSz="914126" rtl="0" eaLnBrk="1" latinLnBrk="0" hangingPunct="1">
                        <a:defRPr sz="1799" b="1" kern="1200">
                          <a:solidFill>
                            <a:schemeClr val="lt1"/>
                          </a:solidFill>
                          <a:latin typeface="Arial"/>
                        </a:defRPr>
                      </a:lvl8pPr>
                      <a:lvl9pPr marL="3656503" algn="l" defTabSz="914126" rtl="0" eaLnBrk="1" latinLnBrk="0" hangingPunct="1">
                        <a:defRPr sz="1799" b="1" kern="1200">
                          <a:solidFill>
                            <a:schemeClr val="lt1"/>
                          </a:solidFill>
                          <a:latin typeface="Arial"/>
                        </a:defRPr>
                      </a:lvl9pPr>
                    </a:lstStyle>
                    <a:p>
                      <a:r>
                        <a:rPr lang="en-US" sz="1200" dirty="0"/>
                        <a:t>Invert Bit</a:t>
                      </a:r>
                    </a:p>
                  </a:txBody>
                  <a:tcPr marL="121888" marR="121888">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008CA8"/>
                    </a:solidFill>
                  </a:tcPr>
                </a:tc>
                <a:tc>
                  <a:txBody>
                    <a:bodyPr/>
                    <a:lstStyle>
                      <a:lvl1pPr marL="0" algn="l" defTabSz="914126" rtl="0" eaLnBrk="1" latinLnBrk="0" hangingPunct="1">
                        <a:defRPr sz="1799" kern="1200">
                          <a:solidFill>
                            <a:schemeClr val="dk1"/>
                          </a:solidFill>
                          <a:latin typeface="Arial"/>
                        </a:defRPr>
                      </a:lvl1pPr>
                      <a:lvl2pPr marL="457063" algn="l" defTabSz="914126" rtl="0" eaLnBrk="1" latinLnBrk="0" hangingPunct="1">
                        <a:defRPr sz="1799" kern="1200">
                          <a:solidFill>
                            <a:schemeClr val="dk1"/>
                          </a:solidFill>
                          <a:latin typeface="Arial"/>
                        </a:defRPr>
                      </a:lvl2pPr>
                      <a:lvl3pPr marL="914126" algn="l" defTabSz="914126" rtl="0" eaLnBrk="1" latinLnBrk="0" hangingPunct="1">
                        <a:defRPr sz="1799" kern="1200">
                          <a:solidFill>
                            <a:schemeClr val="dk1"/>
                          </a:solidFill>
                          <a:latin typeface="Arial"/>
                        </a:defRPr>
                      </a:lvl3pPr>
                      <a:lvl4pPr marL="1371189" algn="l" defTabSz="914126" rtl="0" eaLnBrk="1" latinLnBrk="0" hangingPunct="1">
                        <a:defRPr sz="1799" kern="1200">
                          <a:solidFill>
                            <a:schemeClr val="dk1"/>
                          </a:solidFill>
                          <a:latin typeface="Arial"/>
                        </a:defRPr>
                      </a:lvl4pPr>
                      <a:lvl5pPr marL="1828251" algn="l" defTabSz="914126" rtl="0" eaLnBrk="1" latinLnBrk="0" hangingPunct="1">
                        <a:defRPr sz="1799" kern="1200">
                          <a:solidFill>
                            <a:schemeClr val="dk1"/>
                          </a:solidFill>
                          <a:latin typeface="Arial"/>
                        </a:defRPr>
                      </a:lvl5pPr>
                      <a:lvl6pPr marL="2285314" algn="l" defTabSz="914126" rtl="0" eaLnBrk="1" latinLnBrk="0" hangingPunct="1">
                        <a:defRPr sz="1799" kern="1200">
                          <a:solidFill>
                            <a:schemeClr val="dk1"/>
                          </a:solidFill>
                          <a:latin typeface="Arial"/>
                        </a:defRPr>
                      </a:lvl6pPr>
                      <a:lvl7pPr marL="2742377" algn="l" defTabSz="914126" rtl="0" eaLnBrk="1" latinLnBrk="0" hangingPunct="1">
                        <a:defRPr sz="1799" kern="1200">
                          <a:solidFill>
                            <a:schemeClr val="dk1"/>
                          </a:solidFill>
                          <a:latin typeface="Arial"/>
                        </a:defRPr>
                      </a:lvl7pPr>
                      <a:lvl8pPr marL="3199440" algn="l" defTabSz="914126" rtl="0" eaLnBrk="1" latinLnBrk="0" hangingPunct="1">
                        <a:defRPr sz="1799" kern="1200">
                          <a:solidFill>
                            <a:schemeClr val="dk1"/>
                          </a:solidFill>
                          <a:latin typeface="Arial"/>
                        </a:defRPr>
                      </a:lvl8pPr>
                      <a:lvl9pPr marL="3656503" algn="l" defTabSz="914126" rtl="0" eaLnBrk="1" latinLnBrk="0" hangingPunct="1">
                        <a:defRPr sz="1799" kern="1200">
                          <a:solidFill>
                            <a:schemeClr val="dk1"/>
                          </a:solidFill>
                          <a:latin typeface="Arial"/>
                        </a:defRPr>
                      </a:lvl9p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200" kern="1200" dirty="0">
                          <a:solidFill>
                            <a:schemeClr val="dk1"/>
                          </a:solidFill>
                          <a:latin typeface="+mn-lt"/>
                          <a:ea typeface="+mn-ea"/>
                          <a:cs typeface="+mn-cs"/>
                        </a:rPr>
                        <a:t>Invert a specific</a:t>
                      </a:r>
                      <a:r>
                        <a:rPr lang="en-US" sz="1200" kern="1200" baseline="0" dirty="0">
                          <a:solidFill>
                            <a:schemeClr val="dk1"/>
                          </a:solidFill>
                          <a:latin typeface="+mn-lt"/>
                          <a:ea typeface="+mn-ea"/>
                          <a:cs typeface="+mn-cs"/>
                        </a:rPr>
                        <a:t> bit</a:t>
                      </a:r>
                      <a:endParaRPr lang="en-US" sz="1200" kern="1200" dirty="0">
                        <a:solidFill>
                          <a:schemeClr val="dk1"/>
                        </a:solidFill>
                        <a:latin typeface="+mn-lt"/>
                        <a:ea typeface="+mn-ea"/>
                        <a:cs typeface="+mn-cs"/>
                      </a:endParaRPr>
                    </a:p>
                  </a:txBody>
                  <a:tcPr marL="121888" marR="121888">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008CA8">
                        <a:tint val="40000"/>
                      </a:srgbClr>
                    </a:solidFill>
                  </a:tcPr>
                </a:tc>
                <a:tc>
                  <a:txBody>
                    <a:bodyPr/>
                    <a:lstStyle>
                      <a:lvl1pPr marL="0" algn="l" defTabSz="914126" rtl="0" eaLnBrk="1" latinLnBrk="0" hangingPunct="1">
                        <a:defRPr sz="1799" kern="1200">
                          <a:solidFill>
                            <a:schemeClr val="dk1"/>
                          </a:solidFill>
                          <a:latin typeface="Arial"/>
                        </a:defRPr>
                      </a:lvl1pPr>
                      <a:lvl2pPr marL="457063" algn="l" defTabSz="914126" rtl="0" eaLnBrk="1" latinLnBrk="0" hangingPunct="1">
                        <a:defRPr sz="1799" kern="1200">
                          <a:solidFill>
                            <a:schemeClr val="dk1"/>
                          </a:solidFill>
                          <a:latin typeface="Arial"/>
                        </a:defRPr>
                      </a:lvl2pPr>
                      <a:lvl3pPr marL="914126" algn="l" defTabSz="914126" rtl="0" eaLnBrk="1" latinLnBrk="0" hangingPunct="1">
                        <a:defRPr sz="1799" kern="1200">
                          <a:solidFill>
                            <a:schemeClr val="dk1"/>
                          </a:solidFill>
                          <a:latin typeface="Arial"/>
                        </a:defRPr>
                      </a:lvl3pPr>
                      <a:lvl4pPr marL="1371189" algn="l" defTabSz="914126" rtl="0" eaLnBrk="1" latinLnBrk="0" hangingPunct="1">
                        <a:defRPr sz="1799" kern="1200">
                          <a:solidFill>
                            <a:schemeClr val="dk1"/>
                          </a:solidFill>
                          <a:latin typeface="Arial"/>
                        </a:defRPr>
                      </a:lvl4pPr>
                      <a:lvl5pPr marL="1828251" algn="l" defTabSz="914126" rtl="0" eaLnBrk="1" latinLnBrk="0" hangingPunct="1">
                        <a:defRPr sz="1799" kern="1200">
                          <a:solidFill>
                            <a:schemeClr val="dk1"/>
                          </a:solidFill>
                          <a:latin typeface="Arial"/>
                        </a:defRPr>
                      </a:lvl5pPr>
                      <a:lvl6pPr marL="2285314" algn="l" defTabSz="914126" rtl="0" eaLnBrk="1" latinLnBrk="0" hangingPunct="1">
                        <a:defRPr sz="1799" kern="1200">
                          <a:solidFill>
                            <a:schemeClr val="dk1"/>
                          </a:solidFill>
                          <a:latin typeface="Arial"/>
                        </a:defRPr>
                      </a:lvl6pPr>
                      <a:lvl7pPr marL="2742377" algn="l" defTabSz="914126" rtl="0" eaLnBrk="1" latinLnBrk="0" hangingPunct="1">
                        <a:defRPr sz="1799" kern="1200">
                          <a:solidFill>
                            <a:schemeClr val="dk1"/>
                          </a:solidFill>
                          <a:latin typeface="Arial"/>
                        </a:defRPr>
                      </a:lvl7pPr>
                      <a:lvl8pPr marL="3199440" algn="l" defTabSz="914126" rtl="0" eaLnBrk="1" latinLnBrk="0" hangingPunct="1">
                        <a:defRPr sz="1799" kern="1200">
                          <a:solidFill>
                            <a:schemeClr val="dk1"/>
                          </a:solidFill>
                          <a:latin typeface="Arial"/>
                        </a:defRPr>
                      </a:lvl8pPr>
                      <a:lvl9pPr marL="3656503" algn="l" defTabSz="914126" rtl="0" eaLnBrk="1" latinLnBrk="0" hangingPunct="1">
                        <a:defRPr sz="1799" kern="1200">
                          <a:solidFill>
                            <a:schemeClr val="dk1"/>
                          </a:solidFill>
                          <a:latin typeface="Arial"/>
                        </a:defRPr>
                      </a:lvl9p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200" kern="1200" dirty="0" err="1">
                          <a:solidFill>
                            <a:schemeClr val="dk1"/>
                          </a:solidFill>
                          <a:latin typeface="+mn-lt"/>
                          <a:ea typeface="+mn-ea"/>
                          <a:cs typeface="+mn-cs"/>
                        </a:rPr>
                        <a:t>var.invert</a:t>
                      </a:r>
                      <a:r>
                        <a:rPr lang="en-US" sz="1200" kern="1200" dirty="0">
                          <a:solidFill>
                            <a:schemeClr val="dk1"/>
                          </a:solidFill>
                          <a:latin typeface="+mn-lt"/>
                          <a:ea typeface="+mn-ea"/>
                          <a:cs typeface="+mn-cs"/>
                        </a:rPr>
                        <a:t>(bit-number);</a:t>
                      </a:r>
                    </a:p>
                  </a:txBody>
                  <a:tcPr marL="121888" marR="121888">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008CA8">
                        <a:tint val="40000"/>
                      </a:srgbClr>
                    </a:solidFill>
                  </a:tcPr>
                </a:tc>
                <a:extLst>
                  <a:ext uri="{0D108BD9-81ED-4DB2-BD59-A6C34878D82A}">
                    <a16:rowId xmlns:a16="http://schemas.microsoft.com/office/drawing/2014/main" val="10012"/>
                  </a:ext>
                </a:extLst>
              </a:tr>
              <a:tr h="0">
                <a:tc>
                  <a:txBody>
                    <a:bodyPr/>
                    <a:lstStyle>
                      <a:lvl1pPr marL="0" algn="l" defTabSz="914126" rtl="0" eaLnBrk="1" latinLnBrk="0" hangingPunct="1">
                        <a:defRPr sz="1799" b="1" kern="1200">
                          <a:solidFill>
                            <a:schemeClr val="lt1"/>
                          </a:solidFill>
                          <a:latin typeface="Arial"/>
                        </a:defRPr>
                      </a:lvl1pPr>
                      <a:lvl2pPr marL="457063" algn="l" defTabSz="914126" rtl="0" eaLnBrk="1" latinLnBrk="0" hangingPunct="1">
                        <a:defRPr sz="1799" b="1" kern="1200">
                          <a:solidFill>
                            <a:schemeClr val="lt1"/>
                          </a:solidFill>
                          <a:latin typeface="Arial"/>
                        </a:defRPr>
                      </a:lvl2pPr>
                      <a:lvl3pPr marL="914126" algn="l" defTabSz="914126" rtl="0" eaLnBrk="1" latinLnBrk="0" hangingPunct="1">
                        <a:defRPr sz="1799" b="1" kern="1200">
                          <a:solidFill>
                            <a:schemeClr val="lt1"/>
                          </a:solidFill>
                          <a:latin typeface="Arial"/>
                        </a:defRPr>
                      </a:lvl3pPr>
                      <a:lvl4pPr marL="1371189" algn="l" defTabSz="914126" rtl="0" eaLnBrk="1" latinLnBrk="0" hangingPunct="1">
                        <a:defRPr sz="1799" b="1" kern="1200">
                          <a:solidFill>
                            <a:schemeClr val="lt1"/>
                          </a:solidFill>
                          <a:latin typeface="Arial"/>
                        </a:defRPr>
                      </a:lvl4pPr>
                      <a:lvl5pPr marL="1828251" algn="l" defTabSz="914126" rtl="0" eaLnBrk="1" latinLnBrk="0" hangingPunct="1">
                        <a:defRPr sz="1799" b="1" kern="1200">
                          <a:solidFill>
                            <a:schemeClr val="lt1"/>
                          </a:solidFill>
                          <a:latin typeface="Arial"/>
                        </a:defRPr>
                      </a:lvl5pPr>
                      <a:lvl6pPr marL="2285314" algn="l" defTabSz="914126" rtl="0" eaLnBrk="1" latinLnBrk="0" hangingPunct="1">
                        <a:defRPr sz="1799" b="1" kern="1200">
                          <a:solidFill>
                            <a:schemeClr val="lt1"/>
                          </a:solidFill>
                          <a:latin typeface="Arial"/>
                        </a:defRPr>
                      </a:lvl6pPr>
                      <a:lvl7pPr marL="2742377" algn="l" defTabSz="914126" rtl="0" eaLnBrk="1" latinLnBrk="0" hangingPunct="1">
                        <a:defRPr sz="1799" b="1" kern="1200">
                          <a:solidFill>
                            <a:schemeClr val="lt1"/>
                          </a:solidFill>
                          <a:latin typeface="Arial"/>
                        </a:defRPr>
                      </a:lvl7pPr>
                      <a:lvl8pPr marL="3199440" algn="l" defTabSz="914126" rtl="0" eaLnBrk="1" latinLnBrk="0" hangingPunct="1">
                        <a:defRPr sz="1799" b="1" kern="1200">
                          <a:solidFill>
                            <a:schemeClr val="lt1"/>
                          </a:solidFill>
                          <a:latin typeface="Arial"/>
                        </a:defRPr>
                      </a:lvl8pPr>
                      <a:lvl9pPr marL="3656503" algn="l" defTabSz="914126" rtl="0" eaLnBrk="1" latinLnBrk="0" hangingPunct="1">
                        <a:defRPr sz="1799" b="1" kern="1200">
                          <a:solidFill>
                            <a:schemeClr val="lt1"/>
                          </a:solidFill>
                          <a:latin typeface="Arial"/>
                        </a:defRPr>
                      </a:lvl9pPr>
                    </a:lstStyle>
                    <a:p>
                      <a:r>
                        <a:rPr lang="en-US" sz="1200" dirty="0"/>
                        <a:t>Rotate right</a:t>
                      </a:r>
                    </a:p>
                  </a:txBody>
                  <a:tcPr marL="121888" marR="121888">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008CA8"/>
                    </a:solidFill>
                  </a:tcPr>
                </a:tc>
                <a:tc>
                  <a:txBody>
                    <a:bodyPr/>
                    <a:lstStyle>
                      <a:lvl1pPr marL="0" algn="l" defTabSz="914126" rtl="0" eaLnBrk="1" latinLnBrk="0" hangingPunct="1">
                        <a:defRPr sz="1799" kern="1200">
                          <a:solidFill>
                            <a:schemeClr val="dk1"/>
                          </a:solidFill>
                          <a:latin typeface="Arial"/>
                        </a:defRPr>
                      </a:lvl1pPr>
                      <a:lvl2pPr marL="457063" algn="l" defTabSz="914126" rtl="0" eaLnBrk="1" latinLnBrk="0" hangingPunct="1">
                        <a:defRPr sz="1799" kern="1200">
                          <a:solidFill>
                            <a:schemeClr val="dk1"/>
                          </a:solidFill>
                          <a:latin typeface="Arial"/>
                        </a:defRPr>
                      </a:lvl2pPr>
                      <a:lvl3pPr marL="914126" algn="l" defTabSz="914126" rtl="0" eaLnBrk="1" latinLnBrk="0" hangingPunct="1">
                        <a:defRPr sz="1799" kern="1200">
                          <a:solidFill>
                            <a:schemeClr val="dk1"/>
                          </a:solidFill>
                          <a:latin typeface="Arial"/>
                        </a:defRPr>
                      </a:lvl3pPr>
                      <a:lvl4pPr marL="1371189" algn="l" defTabSz="914126" rtl="0" eaLnBrk="1" latinLnBrk="0" hangingPunct="1">
                        <a:defRPr sz="1799" kern="1200">
                          <a:solidFill>
                            <a:schemeClr val="dk1"/>
                          </a:solidFill>
                          <a:latin typeface="Arial"/>
                        </a:defRPr>
                      </a:lvl4pPr>
                      <a:lvl5pPr marL="1828251" algn="l" defTabSz="914126" rtl="0" eaLnBrk="1" latinLnBrk="0" hangingPunct="1">
                        <a:defRPr sz="1799" kern="1200">
                          <a:solidFill>
                            <a:schemeClr val="dk1"/>
                          </a:solidFill>
                          <a:latin typeface="Arial"/>
                        </a:defRPr>
                      </a:lvl5pPr>
                      <a:lvl6pPr marL="2285314" algn="l" defTabSz="914126" rtl="0" eaLnBrk="1" latinLnBrk="0" hangingPunct="1">
                        <a:defRPr sz="1799" kern="1200">
                          <a:solidFill>
                            <a:schemeClr val="dk1"/>
                          </a:solidFill>
                          <a:latin typeface="Arial"/>
                        </a:defRPr>
                      </a:lvl6pPr>
                      <a:lvl7pPr marL="2742377" algn="l" defTabSz="914126" rtl="0" eaLnBrk="1" latinLnBrk="0" hangingPunct="1">
                        <a:defRPr sz="1799" kern="1200">
                          <a:solidFill>
                            <a:schemeClr val="dk1"/>
                          </a:solidFill>
                          <a:latin typeface="Arial"/>
                        </a:defRPr>
                      </a:lvl7pPr>
                      <a:lvl8pPr marL="3199440" algn="l" defTabSz="914126" rtl="0" eaLnBrk="1" latinLnBrk="0" hangingPunct="1">
                        <a:defRPr sz="1799" kern="1200">
                          <a:solidFill>
                            <a:schemeClr val="dk1"/>
                          </a:solidFill>
                          <a:latin typeface="Arial"/>
                        </a:defRPr>
                      </a:lvl8pPr>
                      <a:lvl9pPr marL="3656503" algn="l" defTabSz="914126" rtl="0" eaLnBrk="1" latinLnBrk="0" hangingPunct="1">
                        <a:defRPr sz="1799" kern="1200">
                          <a:solidFill>
                            <a:schemeClr val="dk1"/>
                          </a:solidFill>
                          <a:latin typeface="Arial"/>
                        </a:defRPr>
                      </a:lvl9p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200" kern="1200" dirty="0">
                          <a:solidFill>
                            <a:schemeClr val="dk1"/>
                          </a:solidFill>
                          <a:latin typeface="+mn-lt"/>
                          <a:ea typeface="+mn-ea"/>
                          <a:cs typeface="+mn-cs"/>
                        </a:rPr>
                        <a:t>Rotate the N-bits</a:t>
                      </a:r>
                      <a:r>
                        <a:rPr lang="en-US" sz="1200" kern="1200" baseline="0" dirty="0">
                          <a:solidFill>
                            <a:schemeClr val="dk1"/>
                          </a:solidFill>
                          <a:latin typeface="+mn-lt"/>
                          <a:ea typeface="+mn-ea"/>
                          <a:cs typeface="+mn-cs"/>
                        </a:rPr>
                        <a:t> to the right</a:t>
                      </a:r>
                      <a:endParaRPr lang="en-US" sz="1200" kern="1200" dirty="0">
                        <a:solidFill>
                          <a:schemeClr val="dk1"/>
                        </a:solidFill>
                        <a:latin typeface="+mn-lt"/>
                        <a:ea typeface="+mn-ea"/>
                        <a:cs typeface="+mn-cs"/>
                      </a:endParaRPr>
                    </a:p>
                  </a:txBody>
                  <a:tcPr marL="121888" marR="121888">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008CA8">
                        <a:tint val="20000"/>
                      </a:srgbClr>
                    </a:solidFill>
                  </a:tcPr>
                </a:tc>
                <a:tc>
                  <a:txBody>
                    <a:bodyPr/>
                    <a:lstStyle>
                      <a:lvl1pPr marL="0" algn="l" defTabSz="914126" rtl="0" eaLnBrk="1" latinLnBrk="0" hangingPunct="1">
                        <a:defRPr sz="1799" kern="1200">
                          <a:solidFill>
                            <a:schemeClr val="dk1"/>
                          </a:solidFill>
                          <a:latin typeface="Arial"/>
                        </a:defRPr>
                      </a:lvl1pPr>
                      <a:lvl2pPr marL="457063" algn="l" defTabSz="914126" rtl="0" eaLnBrk="1" latinLnBrk="0" hangingPunct="1">
                        <a:defRPr sz="1799" kern="1200">
                          <a:solidFill>
                            <a:schemeClr val="dk1"/>
                          </a:solidFill>
                          <a:latin typeface="Arial"/>
                        </a:defRPr>
                      </a:lvl2pPr>
                      <a:lvl3pPr marL="914126" algn="l" defTabSz="914126" rtl="0" eaLnBrk="1" latinLnBrk="0" hangingPunct="1">
                        <a:defRPr sz="1799" kern="1200">
                          <a:solidFill>
                            <a:schemeClr val="dk1"/>
                          </a:solidFill>
                          <a:latin typeface="Arial"/>
                        </a:defRPr>
                      </a:lvl3pPr>
                      <a:lvl4pPr marL="1371189" algn="l" defTabSz="914126" rtl="0" eaLnBrk="1" latinLnBrk="0" hangingPunct="1">
                        <a:defRPr sz="1799" kern="1200">
                          <a:solidFill>
                            <a:schemeClr val="dk1"/>
                          </a:solidFill>
                          <a:latin typeface="Arial"/>
                        </a:defRPr>
                      </a:lvl4pPr>
                      <a:lvl5pPr marL="1828251" algn="l" defTabSz="914126" rtl="0" eaLnBrk="1" latinLnBrk="0" hangingPunct="1">
                        <a:defRPr sz="1799" kern="1200">
                          <a:solidFill>
                            <a:schemeClr val="dk1"/>
                          </a:solidFill>
                          <a:latin typeface="Arial"/>
                        </a:defRPr>
                      </a:lvl5pPr>
                      <a:lvl6pPr marL="2285314" algn="l" defTabSz="914126" rtl="0" eaLnBrk="1" latinLnBrk="0" hangingPunct="1">
                        <a:defRPr sz="1799" kern="1200">
                          <a:solidFill>
                            <a:schemeClr val="dk1"/>
                          </a:solidFill>
                          <a:latin typeface="Arial"/>
                        </a:defRPr>
                      </a:lvl6pPr>
                      <a:lvl7pPr marL="2742377" algn="l" defTabSz="914126" rtl="0" eaLnBrk="1" latinLnBrk="0" hangingPunct="1">
                        <a:defRPr sz="1799" kern="1200">
                          <a:solidFill>
                            <a:schemeClr val="dk1"/>
                          </a:solidFill>
                          <a:latin typeface="Arial"/>
                        </a:defRPr>
                      </a:lvl7pPr>
                      <a:lvl8pPr marL="3199440" algn="l" defTabSz="914126" rtl="0" eaLnBrk="1" latinLnBrk="0" hangingPunct="1">
                        <a:defRPr sz="1799" kern="1200">
                          <a:solidFill>
                            <a:schemeClr val="dk1"/>
                          </a:solidFill>
                          <a:latin typeface="Arial"/>
                        </a:defRPr>
                      </a:lvl8pPr>
                      <a:lvl9pPr marL="3656503" algn="l" defTabSz="914126" rtl="0" eaLnBrk="1" latinLnBrk="0" hangingPunct="1">
                        <a:defRPr sz="1799" kern="1200">
                          <a:solidFill>
                            <a:schemeClr val="dk1"/>
                          </a:solidFill>
                          <a:latin typeface="Arial"/>
                        </a:defRPr>
                      </a:lvl9p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200" kern="1200" dirty="0" err="1">
                          <a:solidFill>
                            <a:schemeClr val="dk1"/>
                          </a:solidFill>
                          <a:latin typeface="+mn-lt"/>
                          <a:ea typeface="+mn-ea"/>
                          <a:cs typeface="+mn-cs"/>
                        </a:rPr>
                        <a:t>var.rrotate</a:t>
                      </a:r>
                      <a:r>
                        <a:rPr lang="en-US" sz="1200" kern="1200" dirty="0">
                          <a:solidFill>
                            <a:schemeClr val="dk1"/>
                          </a:solidFill>
                          <a:latin typeface="+mn-lt"/>
                          <a:ea typeface="+mn-ea"/>
                          <a:cs typeface="+mn-cs"/>
                        </a:rPr>
                        <a:t>(N);</a:t>
                      </a:r>
                    </a:p>
                  </a:txBody>
                  <a:tcPr marL="121888" marR="121888">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008CA8">
                        <a:tint val="20000"/>
                      </a:srgbClr>
                    </a:solidFill>
                  </a:tcPr>
                </a:tc>
                <a:extLst>
                  <a:ext uri="{0D108BD9-81ED-4DB2-BD59-A6C34878D82A}">
                    <a16:rowId xmlns:a16="http://schemas.microsoft.com/office/drawing/2014/main" val="10013"/>
                  </a:ext>
                </a:extLst>
              </a:tr>
              <a:tr h="254225">
                <a:tc>
                  <a:txBody>
                    <a:bodyPr/>
                    <a:lstStyle>
                      <a:lvl1pPr marL="0" algn="l" defTabSz="914126" rtl="0" eaLnBrk="1" latinLnBrk="0" hangingPunct="1">
                        <a:defRPr sz="1799" b="1" kern="1200">
                          <a:solidFill>
                            <a:schemeClr val="lt1"/>
                          </a:solidFill>
                          <a:latin typeface="Arial"/>
                        </a:defRPr>
                      </a:lvl1pPr>
                      <a:lvl2pPr marL="457063" algn="l" defTabSz="914126" rtl="0" eaLnBrk="1" latinLnBrk="0" hangingPunct="1">
                        <a:defRPr sz="1799" b="1" kern="1200">
                          <a:solidFill>
                            <a:schemeClr val="lt1"/>
                          </a:solidFill>
                          <a:latin typeface="Arial"/>
                        </a:defRPr>
                      </a:lvl2pPr>
                      <a:lvl3pPr marL="914126" algn="l" defTabSz="914126" rtl="0" eaLnBrk="1" latinLnBrk="0" hangingPunct="1">
                        <a:defRPr sz="1799" b="1" kern="1200">
                          <a:solidFill>
                            <a:schemeClr val="lt1"/>
                          </a:solidFill>
                          <a:latin typeface="Arial"/>
                        </a:defRPr>
                      </a:lvl3pPr>
                      <a:lvl4pPr marL="1371189" algn="l" defTabSz="914126" rtl="0" eaLnBrk="1" latinLnBrk="0" hangingPunct="1">
                        <a:defRPr sz="1799" b="1" kern="1200">
                          <a:solidFill>
                            <a:schemeClr val="lt1"/>
                          </a:solidFill>
                          <a:latin typeface="Arial"/>
                        </a:defRPr>
                      </a:lvl4pPr>
                      <a:lvl5pPr marL="1828251" algn="l" defTabSz="914126" rtl="0" eaLnBrk="1" latinLnBrk="0" hangingPunct="1">
                        <a:defRPr sz="1799" b="1" kern="1200">
                          <a:solidFill>
                            <a:schemeClr val="lt1"/>
                          </a:solidFill>
                          <a:latin typeface="Arial"/>
                        </a:defRPr>
                      </a:lvl5pPr>
                      <a:lvl6pPr marL="2285314" algn="l" defTabSz="914126" rtl="0" eaLnBrk="1" latinLnBrk="0" hangingPunct="1">
                        <a:defRPr sz="1799" b="1" kern="1200">
                          <a:solidFill>
                            <a:schemeClr val="lt1"/>
                          </a:solidFill>
                          <a:latin typeface="Arial"/>
                        </a:defRPr>
                      </a:lvl6pPr>
                      <a:lvl7pPr marL="2742377" algn="l" defTabSz="914126" rtl="0" eaLnBrk="1" latinLnBrk="0" hangingPunct="1">
                        <a:defRPr sz="1799" b="1" kern="1200">
                          <a:solidFill>
                            <a:schemeClr val="lt1"/>
                          </a:solidFill>
                          <a:latin typeface="Arial"/>
                        </a:defRPr>
                      </a:lvl7pPr>
                      <a:lvl8pPr marL="3199440" algn="l" defTabSz="914126" rtl="0" eaLnBrk="1" latinLnBrk="0" hangingPunct="1">
                        <a:defRPr sz="1799" b="1" kern="1200">
                          <a:solidFill>
                            <a:schemeClr val="lt1"/>
                          </a:solidFill>
                          <a:latin typeface="Arial"/>
                        </a:defRPr>
                      </a:lvl8pPr>
                      <a:lvl9pPr marL="3656503" algn="l" defTabSz="914126" rtl="0" eaLnBrk="1" latinLnBrk="0" hangingPunct="1">
                        <a:defRPr sz="1799" b="1" kern="1200">
                          <a:solidFill>
                            <a:schemeClr val="lt1"/>
                          </a:solidFill>
                          <a:latin typeface="Arial"/>
                        </a:defRPr>
                      </a:lvl9pPr>
                    </a:lstStyle>
                    <a:p>
                      <a:r>
                        <a:rPr lang="en-US" sz="1200" dirty="0"/>
                        <a:t>Rotate left</a:t>
                      </a:r>
                    </a:p>
                  </a:txBody>
                  <a:tcPr marL="121888" marR="121888">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008CA8"/>
                    </a:solidFill>
                  </a:tcPr>
                </a:tc>
                <a:tc>
                  <a:txBody>
                    <a:bodyPr/>
                    <a:lstStyle>
                      <a:lvl1pPr marL="0" algn="l" defTabSz="914126" rtl="0" eaLnBrk="1" latinLnBrk="0" hangingPunct="1">
                        <a:defRPr sz="1799" kern="1200">
                          <a:solidFill>
                            <a:schemeClr val="dk1"/>
                          </a:solidFill>
                          <a:latin typeface="Arial"/>
                        </a:defRPr>
                      </a:lvl1pPr>
                      <a:lvl2pPr marL="457063" algn="l" defTabSz="914126" rtl="0" eaLnBrk="1" latinLnBrk="0" hangingPunct="1">
                        <a:defRPr sz="1799" kern="1200">
                          <a:solidFill>
                            <a:schemeClr val="dk1"/>
                          </a:solidFill>
                          <a:latin typeface="Arial"/>
                        </a:defRPr>
                      </a:lvl2pPr>
                      <a:lvl3pPr marL="914126" algn="l" defTabSz="914126" rtl="0" eaLnBrk="1" latinLnBrk="0" hangingPunct="1">
                        <a:defRPr sz="1799" kern="1200">
                          <a:solidFill>
                            <a:schemeClr val="dk1"/>
                          </a:solidFill>
                          <a:latin typeface="Arial"/>
                        </a:defRPr>
                      </a:lvl3pPr>
                      <a:lvl4pPr marL="1371189" algn="l" defTabSz="914126" rtl="0" eaLnBrk="1" latinLnBrk="0" hangingPunct="1">
                        <a:defRPr sz="1799" kern="1200">
                          <a:solidFill>
                            <a:schemeClr val="dk1"/>
                          </a:solidFill>
                          <a:latin typeface="Arial"/>
                        </a:defRPr>
                      </a:lvl4pPr>
                      <a:lvl5pPr marL="1828251" algn="l" defTabSz="914126" rtl="0" eaLnBrk="1" latinLnBrk="0" hangingPunct="1">
                        <a:defRPr sz="1799" kern="1200">
                          <a:solidFill>
                            <a:schemeClr val="dk1"/>
                          </a:solidFill>
                          <a:latin typeface="Arial"/>
                        </a:defRPr>
                      </a:lvl5pPr>
                      <a:lvl6pPr marL="2285314" algn="l" defTabSz="914126" rtl="0" eaLnBrk="1" latinLnBrk="0" hangingPunct="1">
                        <a:defRPr sz="1799" kern="1200">
                          <a:solidFill>
                            <a:schemeClr val="dk1"/>
                          </a:solidFill>
                          <a:latin typeface="Arial"/>
                        </a:defRPr>
                      </a:lvl6pPr>
                      <a:lvl7pPr marL="2742377" algn="l" defTabSz="914126" rtl="0" eaLnBrk="1" latinLnBrk="0" hangingPunct="1">
                        <a:defRPr sz="1799" kern="1200">
                          <a:solidFill>
                            <a:schemeClr val="dk1"/>
                          </a:solidFill>
                          <a:latin typeface="Arial"/>
                        </a:defRPr>
                      </a:lvl7pPr>
                      <a:lvl8pPr marL="3199440" algn="l" defTabSz="914126" rtl="0" eaLnBrk="1" latinLnBrk="0" hangingPunct="1">
                        <a:defRPr sz="1799" kern="1200">
                          <a:solidFill>
                            <a:schemeClr val="dk1"/>
                          </a:solidFill>
                          <a:latin typeface="Arial"/>
                        </a:defRPr>
                      </a:lvl8pPr>
                      <a:lvl9pPr marL="3656503" algn="l" defTabSz="914126" rtl="0" eaLnBrk="1" latinLnBrk="0" hangingPunct="1">
                        <a:defRPr sz="1799" kern="1200">
                          <a:solidFill>
                            <a:schemeClr val="dk1"/>
                          </a:solidFill>
                          <a:latin typeface="Arial"/>
                        </a:defRPr>
                      </a:lvl9p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200" kern="1200" dirty="0">
                          <a:solidFill>
                            <a:schemeClr val="dk1"/>
                          </a:solidFill>
                          <a:latin typeface="+mn-lt"/>
                          <a:ea typeface="+mn-ea"/>
                          <a:cs typeface="+mn-cs"/>
                        </a:rPr>
                        <a:t>Rotate the N-bits</a:t>
                      </a:r>
                      <a:r>
                        <a:rPr lang="en-US" sz="1200" kern="1200" baseline="0" dirty="0">
                          <a:solidFill>
                            <a:schemeClr val="dk1"/>
                          </a:solidFill>
                          <a:latin typeface="+mn-lt"/>
                          <a:ea typeface="+mn-ea"/>
                          <a:cs typeface="+mn-cs"/>
                        </a:rPr>
                        <a:t> to the left</a:t>
                      </a:r>
                      <a:endParaRPr lang="en-US" sz="1200" kern="1200" dirty="0">
                        <a:solidFill>
                          <a:schemeClr val="dk1"/>
                        </a:solidFill>
                        <a:latin typeface="+mn-lt"/>
                        <a:ea typeface="+mn-ea"/>
                        <a:cs typeface="+mn-cs"/>
                      </a:endParaRPr>
                    </a:p>
                  </a:txBody>
                  <a:tcPr marL="121888" marR="121888">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008CA8">
                        <a:tint val="40000"/>
                      </a:srgbClr>
                    </a:solidFill>
                  </a:tcPr>
                </a:tc>
                <a:tc>
                  <a:txBody>
                    <a:bodyPr/>
                    <a:lstStyle>
                      <a:lvl1pPr marL="0" algn="l" defTabSz="914126" rtl="0" eaLnBrk="1" latinLnBrk="0" hangingPunct="1">
                        <a:defRPr sz="1799" kern="1200">
                          <a:solidFill>
                            <a:schemeClr val="dk1"/>
                          </a:solidFill>
                          <a:latin typeface="Arial"/>
                        </a:defRPr>
                      </a:lvl1pPr>
                      <a:lvl2pPr marL="457063" algn="l" defTabSz="914126" rtl="0" eaLnBrk="1" latinLnBrk="0" hangingPunct="1">
                        <a:defRPr sz="1799" kern="1200">
                          <a:solidFill>
                            <a:schemeClr val="dk1"/>
                          </a:solidFill>
                          <a:latin typeface="Arial"/>
                        </a:defRPr>
                      </a:lvl2pPr>
                      <a:lvl3pPr marL="914126" algn="l" defTabSz="914126" rtl="0" eaLnBrk="1" latinLnBrk="0" hangingPunct="1">
                        <a:defRPr sz="1799" kern="1200">
                          <a:solidFill>
                            <a:schemeClr val="dk1"/>
                          </a:solidFill>
                          <a:latin typeface="Arial"/>
                        </a:defRPr>
                      </a:lvl3pPr>
                      <a:lvl4pPr marL="1371189" algn="l" defTabSz="914126" rtl="0" eaLnBrk="1" latinLnBrk="0" hangingPunct="1">
                        <a:defRPr sz="1799" kern="1200">
                          <a:solidFill>
                            <a:schemeClr val="dk1"/>
                          </a:solidFill>
                          <a:latin typeface="Arial"/>
                        </a:defRPr>
                      </a:lvl4pPr>
                      <a:lvl5pPr marL="1828251" algn="l" defTabSz="914126" rtl="0" eaLnBrk="1" latinLnBrk="0" hangingPunct="1">
                        <a:defRPr sz="1799" kern="1200">
                          <a:solidFill>
                            <a:schemeClr val="dk1"/>
                          </a:solidFill>
                          <a:latin typeface="Arial"/>
                        </a:defRPr>
                      </a:lvl5pPr>
                      <a:lvl6pPr marL="2285314" algn="l" defTabSz="914126" rtl="0" eaLnBrk="1" latinLnBrk="0" hangingPunct="1">
                        <a:defRPr sz="1799" kern="1200">
                          <a:solidFill>
                            <a:schemeClr val="dk1"/>
                          </a:solidFill>
                          <a:latin typeface="Arial"/>
                        </a:defRPr>
                      </a:lvl6pPr>
                      <a:lvl7pPr marL="2742377" algn="l" defTabSz="914126" rtl="0" eaLnBrk="1" latinLnBrk="0" hangingPunct="1">
                        <a:defRPr sz="1799" kern="1200">
                          <a:solidFill>
                            <a:schemeClr val="dk1"/>
                          </a:solidFill>
                          <a:latin typeface="Arial"/>
                        </a:defRPr>
                      </a:lvl7pPr>
                      <a:lvl8pPr marL="3199440" algn="l" defTabSz="914126" rtl="0" eaLnBrk="1" latinLnBrk="0" hangingPunct="1">
                        <a:defRPr sz="1799" kern="1200">
                          <a:solidFill>
                            <a:schemeClr val="dk1"/>
                          </a:solidFill>
                          <a:latin typeface="Arial"/>
                        </a:defRPr>
                      </a:lvl8pPr>
                      <a:lvl9pPr marL="3656503" algn="l" defTabSz="914126" rtl="0" eaLnBrk="1" latinLnBrk="0" hangingPunct="1">
                        <a:defRPr sz="1799" kern="1200">
                          <a:solidFill>
                            <a:schemeClr val="dk1"/>
                          </a:solidFill>
                          <a:latin typeface="Arial"/>
                        </a:defRPr>
                      </a:lvl9p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200" kern="1200" dirty="0" err="1">
                          <a:solidFill>
                            <a:schemeClr val="dk1"/>
                          </a:solidFill>
                          <a:latin typeface="+mn-lt"/>
                          <a:ea typeface="+mn-ea"/>
                          <a:cs typeface="+mn-cs"/>
                        </a:rPr>
                        <a:t>var.lrotate</a:t>
                      </a:r>
                      <a:r>
                        <a:rPr lang="en-US" sz="1200" kern="1200" dirty="0">
                          <a:solidFill>
                            <a:schemeClr val="dk1"/>
                          </a:solidFill>
                          <a:latin typeface="+mn-lt"/>
                          <a:ea typeface="+mn-ea"/>
                          <a:cs typeface="+mn-cs"/>
                        </a:rPr>
                        <a:t>(N);</a:t>
                      </a:r>
                    </a:p>
                  </a:txBody>
                  <a:tcPr marL="121888" marR="121888">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008CA8">
                        <a:tint val="40000"/>
                      </a:srgbClr>
                    </a:solidFill>
                  </a:tcPr>
                </a:tc>
                <a:extLst>
                  <a:ext uri="{0D108BD9-81ED-4DB2-BD59-A6C34878D82A}">
                    <a16:rowId xmlns:a16="http://schemas.microsoft.com/office/drawing/2014/main" val="10014"/>
                  </a:ext>
                </a:extLst>
              </a:tr>
              <a:tr h="0">
                <a:tc>
                  <a:txBody>
                    <a:bodyPr/>
                    <a:lstStyle>
                      <a:lvl1pPr marL="0" algn="l" defTabSz="914126" rtl="0" eaLnBrk="1" latinLnBrk="0" hangingPunct="1">
                        <a:defRPr sz="1799" b="1" kern="1200">
                          <a:solidFill>
                            <a:schemeClr val="lt1"/>
                          </a:solidFill>
                          <a:latin typeface="Arial"/>
                        </a:defRPr>
                      </a:lvl1pPr>
                      <a:lvl2pPr marL="457063" algn="l" defTabSz="914126" rtl="0" eaLnBrk="1" latinLnBrk="0" hangingPunct="1">
                        <a:defRPr sz="1799" b="1" kern="1200">
                          <a:solidFill>
                            <a:schemeClr val="lt1"/>
                          </a:solidFill>
                          <a:latin typeface="Arial"/>
                        </a:defRPr>
                      </a:lvl2pPr>
                      <a:lvl3pPr marL="914126" algn="l" defTabSz="914126" rtl="0" eaLnBrk="1" latinLnBrk="0" hangingPunct="1">
                        <a:defRPr sz="1799" b="1" kern="1200">
                          <a:solidFill>
                            <a:schemeClr val="lt1"/>
                          </a:solidFill>
                          <a:latin typeface="Arial"/>
                        </a:defRPr>
                      </a:lvl3pPr>
                      <a:lvl4pPr marL="1371189" algn="l" defTabSz="914126" rtl="0" eaLnBrk="1" latinLnBrk="0" hangingPunct="1">
                        <a:defRPr sz="1799" b="1" kern="1200">
                          <a:solidFill>
                            <a:schemeClr val="lt1"/>
                          </a:solidFill>
                          <a:latin typeface="Arial"/>
                        </a:defRPr>
                      </a:lvl4pPr>
                      <a:lvl5pPr marL="1828251" algn="l" defTabSz="914126" rtl="0" eaLnBrk="1" latinLnBrk="0" hangingPunct="1">
                        <a:defRPr sz="1799" b="1" kern="1200">
                          <a:solidFill>
                            <a:schemeClr val="lt1"/>
                          </a:solidFill>
                          <a:latin typeface="Arial"/>
                        </a:defRPr>
                      </a:lvl5pPr>
                      <a:lvl6pPr marL="2285314" algn="l" defTabSz="914126" rtl="0" eaLnBrk="1" latinLnBrk="0" hangingPunct="1">
                        <a:defRPr sz="1799" b="1" kern="1200">
                          <a:solidFill>
                            <a:schemeClr val="lt1"/>
                          </a:solidFill>
                          <a:latin typeface="Arial"/>
                        </a:defRPr>
                      </a:lvl6pPr>
                      <a:lvl7pPr marL="2742377" algn="l" defTabSz="914126" rtl="0" eaLnBrk="1" latinLnBrk="0" hangingPunct="1">
                        <a:defRPr sz="1799" b="1" kern="1200">
                          <a:solidFill>
                            <a:schemeClr val="lt1"/>
                          </a:solidFill>
                          <a:latin typeface="Arial"/>
                        </a:defRPr>
                      </a:lvl7pPr>
                      <a:lvl8pPr marL="3199440" algn="l" defTabSz="914126" rtl="0" eaLnBrk="1" latinLnBrk="0" hangingPunct="1">
                        <a:defRPr sz="1799" b="1" kern="1200">
                          <a:solidFill>
                            <a:schemeClr val="lt1"/>
                          </a:solidFill>
                          <a:latin typeface="Arial"/>
                        </a:defRPr>
                      </a:lvl8pPr>
                      <a:lvl9pPr marL="3656503" algn="l" defTabSz="914126" rtl="0" eaLnBrk="1" latinLnBrk="0" hangingPunct="1">
                        <a:defRPr sz="1799" b="1" kern="1200">
                          <a:solidFill>
                            <a:schemeClr val="lt1"/>
                          </a:solidFill>
                          <a:latin typeface="Arial"/>
                        </a:defRPr>
                      </a:lvl9pPr>
                    </a:lstStyle>
                    <a:p>
                      <a:r>
                        <a:rPr lang="en-US" sz="1200" dirty="0"/>
                        <a:t>Bit</a:t>
                      </a:r>
                      <a:r>
                        <a:rPr lang="en-US" sz="1200" baseline="0" dirty="0"/>
                        <a:t>wise Invert</a:t>
                      </a:r>
                      <a:endParaRPr lang="en-US" sz="1200" dirty="0"/>
                    </a:p>
                  </a:txBody>
                  <a:tcPr marL="121888" marR="121888">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008CA8"/>
                    </a:solidFill>
                  </a:tcPr>
                </a:tc>
                <a:tc>
                  <a:txBody>
                    <a:bodyPr/>
                    <a:lstStyle>
                      <a:lvl1pPr marL="0" algn="l" defTabSz="914126" rtl="0" eaLnBrk="1" latinLnBrk="0" hangingPunct="1">
                        <a:defRPr sz="1799" kern="1200">
                          <a:solidFill>
                            <a:schemeClr val="dk1"/>
                          </a:solidFill>
                          <a:latin typeface="Arial"/>
                        </a:defRPr>
                      </a:lvl1pPr>
                      <a:lvl2pPr marL="457063" algn="l" defTabSz="914126" rtl="0" eaLnBrk="1" latinLnBrk="0" hangingPunct="1">
                        <a:defRPr sz="1799" kern="1200">
                          <a:solidFill>
                            <a:schemeClr val="dk1"/>
                          </a:solidFill>
                          <a:latin typeface="Arial"/>
                        </a:defRPr>
                      </a:lvl2pPr>
                      <a:lvl3pPr marL="914126" algn="l" defTabSz="914126" rtl="0" eaLnBrk="1" latinLnBrk="0" hangingPunct="1">
                        <a:defRPr sz="1799" kern="1200">
                          <a:solidFill>
                            <a:schemeClr val="dk1"/>
                          </a:solidFill>
                          <a:latin typeface="Arial"/>
                        </a:defRPr>
                      </a:lvl3pPr>
                      <a:lvl4pPr marL="1371189" algn="l" defTabSz="914126" rtl="0" eaLnBrk="1" latinLnBrk="0" hangingPunct="1">
                        <a:defRPr sz="1799" kern="1200">
                          <a:solidFill>
                            <a:schemeClr val="dk1"/>
                          </a:solidFill>
                          <a:latin typeface="Arial"/>
                        </a:defRPr>
                      </a:lvl4pPr>
                      <a:lvl5pPr marL="1828251" algn="l" defTabSz="914126" rtl="0" eaLnBrk="1" latinLnBrk="0" hangingPunct="1">
                        <a:defRPr sz="1799" kern="1200">
                          <a:solidFill>
                            <a:schemeClr val="dk1"/>
                          </a:solidFill>
                          <a:latin typeface="Arial"/>
                        </a:defRPr>
                      </a:lvl5pPr>
                      <a:lvl6pPr marL="2285314" algn="l" defTabSz="914126" rtl="0" eaLnBrk="1" latinLnBrk="0" hangingPunct="1">
                        <a:defRPr sz="1799" kern="1200">
                          <a:solidFill>
                            <a:schemeClr val="dk1"/>
                          </a:solidFill>
                          <a:latin typeface="Arial"/>
                        </a:defRPr>
                      </a:lvl6pPr>
                      <a:lvl7pPr marL="2742377" algn="l" defTabSz="914126" rtl="0" eaLnBrk="1" latinLnBrk="0" hangingPunct="1">
                        <a:defRPr sz="1799" kern="1200">
                          <a:solidFill>
                            <a:schemeClr val="dk1"/>
                          </a:solidFill>
                          <a:latin typeface="Arial"/>
                        </a:defRPr>
                      </a:lvl7pPr>
                      <a:lvl8pPr marL="3199440" algn="l" defTabSz="914126" rtl="0" eaLnBrk="1" latinLnBrk="0" hangingPunct="1">
                        <a:defRPr sz="1799" kern="1200">
                          <a:solidFill>
                            <a:schemeClr val="dk1"/>
                          </a:solidFill>
                          <a:latin typeface="Arial"/>
                        </a:defRPr>
                      </a:lvl8pPr>
                      <a:lvl9pPr marL="3656503" algn="l" defTabSz="914126" rtl="0" eaLnBrk="1" latinLnBrk="0" hangingPunct="1">
                        <a:defRPr sz="1799" kern="1200">
                          <a:solidFill>
                            <a:schemeClr val="dk1"/>
                          </a:solidFill>
                          <a:latin typeface="Arial"/>
                        </a:defRPr>
                      </a:lvl9p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200" kern="1200" dirty="0">
                          <a:solidFill>
                            <a:schemeClr val="dk1"/>
                          </a:solidFill>
                          <a:latin typeface="+mn-lt"/>
                          <a:ea typeface="+mn-ea"/>
                          <a:cs typeface="+mn-cs"/>
                        </a:rPr>
                        <a:t>Invert</a:t>
                      </a:r>
                      <a:r>
                        <a:rPr lang="en-US" sz="1200" kern="1200" baseline="0" dirty="0">
                          <a:solidFill>
                            <a:schemeClr val="dk1"/>
                          </a:solidFill>
                          <a:latin typeface="+mn-lt"/>
                          <a:ea typeface="+mn-ea"/>
                          <a:cs typeface="+mn-cs"/>
                        </a:rPr>
                        <a:t> all bits</a:t>
                      </a:r>
                      <a:endParaRPr lang="en-US" sz="1200" kern="1200" dirty="0">
                        <a:solidFill>
                          <a:schemeClr val="dk1"/>
                        </a:solidFill>
                        <a:latin typeface="+mn-lt"/>
                        <a:ea typeface="+mn-ea"/>
                        <a:cs typeface="+mn-cs"/>
                      </a:endParaRPr>
                    </a:p>
                  </a:txBody>
                  <a:tcPr marL="121888" marR="121888">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008CA8">
                        <a:tint val="20000"/>
                      </a:srgbClr>
                    </a:solidFill>
                  </a:tcPr>
                </a:tc>
                <a:tc>
                  <a:txBody>
                    <a:bodyPr/>
                    <a:lstStyle>
                      <a:lvl1pPr marL="0" algn="l" defTabSz="914126" rtl="0" eaLnBrk="1" latinLnBrk="0" hangingPunct="1">
                        <a:defRPr sz="1799" kern="1200">
                          <a:solidFill>
                            <a:schemeClr val="dk1"/>
                          </a:solidFill>
                          <a:latin typeface="Arial"/>
                        </a:defRPr>
                      </a:lvl1pPr>
                      <a:lvl2pPr marL="457063" algn="l" defTabSz="914126" rtl="0" eaLnBrk="1" latinLnBrk="0" hangingPunct="1">
                        <a:defRPr sz="1799" kern="1200">
                          <a:solidFill>
                            <a:schemeClr val="dk1"/>
                          </a:solidFill>
                          <a:latin typeface="Arial"/>
                        </a:defRPr>
                      </a:lvl2pPr>
                      <a:lvl3pPr marL="914126" algn="l" defTabSz="914126" rtl="0" eaLnBrk="1" latinLnBrk="0" hangingPunct="1">
                        <a:defRPr sz="1799" kern="1200">
                          <a:solidFill>
                            <a:schemeClr val="dk1"/>
                          </a:solidFill>
                          <a:latin typeface="Arial"/>
                        </a:defRPr>
                      </a:lvl3pPr>
                      <a:lvl4pPr marL="1371189" algn="l" defTabSz="914126" rtl="0" eaLnBrk="1" latinLnBrk="0" hangingPunct="1">
                        <a:defRPr sz="1799" kern="1200">
                          <a:solidFill>
                            <a:schemeClr val="dk1"/>
                          </a:solidFill>
                          <a:latin typeface="Arial"/>
                        </a:defRPr>
                      </a:lvl4pPr>
                      <a:lvl5pPr marL="1828251" algn="l" defTabSz="914126" rtl="0" eaLnBrk="1" latinLnBrk="0" hangingPunct="1">
                        <a:defRPr sz="1799" kern="1200">
                          <a:solidFill>
                            <a:schemeClr val="dk1"/>
                          </a:solidFill>
                          <a:latin typeface="Arial"/>
                        </a:defRPr>
                      </a:lvl5pPr>
                      <a:lvl6pPr marL="2285314" algn="l" defTabSz="914126" rtl="0" eaLnBrk="1" latinLnBrk="0" hangingPunct="1">
                        <a:defRPr sz="1799" kern="1200">
                          <a:solidFill>
                            <a:schemeClr val="dk1"/>
                          </a:solidFill>
                          <a:latin typeface="Arial"/>
                        </a:defRPr>
                      </a:lvl6pPr>
                      <a:lvl7pPr marL="2742377" algn="l" defTabSz="914126" rtl="0" eaLnBrk="1" latinLnBrk="0" hangingPunct="1">
                        <a:defRPr sz="1799" kern="1200">
                          <a:solidFill>
                            <a:schemeClr val="dk1"/>
                          </a:solidFill>
                          <a:latin typeface="Arial"/>
                        </a:defRPr>
                      </a:lvl7pPr>
                      <a:lvl8pPr marL="3199440" algn="l" defTabSz="914126" rtl="0" eaLnBrk="1" latinLnBrk="0" hangingPunct="1">
                        <a:defRPr sz="1799" kern="1200">
                          <a:solidFill>
                            <a:schemeClr val="dk1"/>
                          </a:solidFill>
                          <a:latin typeface="Arial"/>
                        </a:defRPr>
                      </a:lvl8pPr>
                      <a:lvl9pPr marL="3656503" algn="l" defTabSz="914126" rtl="0" eaLnBrk="1" latinLnBrk="0" hangingPunct="1">
                        <a:defRPr sz="1799" kern="1200">
                          <a:solidFill>
                            <a:schemeClr val="dk1"/>
                          </a:solidFill>
                          <a:latin typeface="Arial"/>
                        </a:defRPr>
                      </a:lvl9p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200" kern="1200" dirty="0" err="1">
                          <a:solidFill>
                            <a:schemeClr val="dk1"/>
                          </a:solidFill>
                          <a:latin typeface="+mn-lt"/>
                          <a:ea typeface="+mn-ea"/>
                          <a:cs typeface="+mn-cs"/>
                        </a:rPr>
                        <a:t>var.b_not</a:t>
                      </a:r>
                      <a:r>
                        <a:rPr lang="en-US" sz="1200" kern="1200" dirty="0">
                          <a:solidFill>
                            <a:schemeClr val="dk1"/>
                          </a:solidFill>
                          <a:latin typeface="+mn-lt"/>
                          <a:ea typeface="+mn-ea"/>
                          <a:cs typeface="+mn-cs"/>
                        </a:rPr>
                        <a:t>();</a:t>
                      </a:r>
                    </a:p>
                  </a:txBody>
                  <a:tcPr marL="121888" marR="121888">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008CA8">
                        <a:tint val="20000"/>
                      </a:srgbClr>
                    </a:solidFill>
                  </a:tcPr>
                </a:tc>
                <a:extLst>
                  <a:ext uri="{0D108BD9-81ED-4DB2-BD59-A6C34878D82A}">
                    <a16:rowId xmlns:a16="http://schemas.microsoft.com/office/drawing/2014/main" val="10015"/>
                  </a:ext>
                </a:extLst>
              </a:tr>
              <a:tr h="0">
                <a:tc>
                  <a:txBody>
                    <a:bodyPr/>
                    <a:lstStyle>
                      <a:lvl1pPr marL="0" algn="l" defTabSz="914126" rtl="0" eaLnBrk="1" latinLnBrk="0" hangingPunct="1">
                        <a:defRPr sz="1799" b="1" kern="1200">
                          <a:solidFill>
                            <a:schemeClr val="lt1"/>
                          </a:solidFill>
                          <a:latin typeface="Arial"/>
                        </a:defRPr>
                      </a:lvl1pPr>
                      <a:lvl2pPr marL="457063" algn="l" defTabSz="914126" rtl="0" eaLnBrk="1" latinLnBrk="0" hangingPunct="1">
                        <a:defRPr sz="1799" b="1" kern="1200">
                          <a:solidFill>
                            <a:schemeClr val="lt1"/>
                          </a:solidFill>
                          <a:latin typeface="Arial"/>
                        </a:defRPr>
                      </a:lvl2pPr>
                      <a:lvl3pPr marL="914126" algn="l" defTabSz="914126" rtl="0" eaLnBrk="1" latinLnBrk="0" hangingPunct="1">
                        <a:defRPr sz="1799" b="1" kern="1200">
                          <a:solidFill>
                            <a:schemeClr val="lt1"/>
                          </a:solidFill>
                          <a:latin typeface="Arial"/>
                        </a:defRPr>
                      </a:lvl3pPr>
                      <a:lvl4pPr marL="1371189" algn="l" defTabSz="914126" rtl="0" eaLnBrk="1" latinLnBrk="0" hangingPunct="1">
                        <a:defRPr sz="1799" b="1" kern="1200">
                          <a:solidFill>
                            <a:schemeClr val="lt1"/>
                          </a:solidFill>
                          <a:latin typeface="Arial"/>
                        </a:defRPr>
                      </a:lvl4pPr>
                      <a:lvl5pPr marL="1828251" algn="l" defTabSz="914126" rtl="0" eaLnBrk="1" latinLnBrk="0" hangingPunct="1">
                        <a:defRPr sz="1799" b="1" kern="1200">
                          <a:solidFill>
                            <a:schemeClr val="lt1"/>
                          </a:solidFill>
                          <a:latin typeface="Arial"/>
                        </a:defRPr>
                      </a:lvl5pPr>
                      <a:lvl6pPr marL="2285314" algn="l" defTabSz="914126" rtl="0" eaLnBrk="1" latinLnBrk="0" hangingPunct="1">
                        <a:defRPr sz="1799" b="1" kern="1200">
                          <a:solidFill>
                            <a:schemeClr val="lt1"/>
                          </a:solidFill>
                          <a:latin typeface="Arial"/>
                        </a:defRPr>
                      </a:lvl6pPr>
                      <a:lvl7pPr marL="2742377" algn="l" defTabSz="914126" rtl="0" eaLnBrk="1" latinLnBrk="0" hangingPunct="1">
                        <a:defRPr sz="1799" b="1" kern="1200">
                          <a:solidFill>
                            <a:schemeClr val="lt1"/>
                          </a:solidFill>
                          <a:latin typeface="Arial"/>
                        </a:defRPr>
                      </a:lvl7pPr>
                      <a:lvl8pPr marL="3199440" algn="l" defTabSz="914126" rtl="0" eaLnBrk="1" latinLnBrk="0" hangingPunct="1">
                        <a:defRPr sz="1799" b="1" kern="1200">
                          <a:solidFill>
                            <a:schemeClr val="lt1"/>
                          </a:solidFill>
                          <a:latin typeface="Arial"/>
                        </a:defRPr>
                      </a:lvl8pPr>
                      <a:lvl9pPr marL="3656503" algn="l" defTabSz="914126" rtl="0" eaLnBrk="1" latinLnBrk="0" hangingPunct="1">
                        <a:defRPr sz="1799" b="1" kern="1200">
                          <a:solidFill>
                            <a:schemeClr val="lt1"/>
                          </a:solidFill>
                          <a:latin typeface="Arial"/>
                        </a:defRPr>
                      </a:lvl9pPr>
                    </a:lstStyle>
                    <a:p>
                      <a:r>
                        <a:rPr lang="en-US" sz="1200" dirty="0"/>
                        <a:t>Test sign</a:t>
                      </a:r>
                    </a:p>
                  </a:txBody>
                  <a:tcPr marL="121888" marR="121888">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008CA8"/>
                    </a:solidFill>
                  </a:tcPr>
                </a:tc>
                <a:tc>
                  <a:txBody>
                    <a:bodyPr/>
                    <a:lstStyle>
                      <a:lvl1pPr marL="0" algn="l" defTabSz="914126" rtl="0" eaLnBrk="1" latinLnBrk="0" hangingPunct="1">
                        <a:defRPr sz="1799" kern="1200">
                          <a:solidFill>
                            <a:schemeClr val="dk1"/>
                          </a:solidFill>
                          <a:latin typeface="Arial"/>
                        </a:defRPr>
                      </a:lvl1pPr>
                      <a:lvl2pPr marL="457063" algn="l" defTabSz="914126" rtl="0" eaLnBrk="1" latinLnBrk="0" hangingPunct="1">
                        <a:defRPr sz="1799" kern="1200">
                          <a:solidFill>
                            <a:schemeClr val="dk1"/>
                          </a:solidFill>
                          <a:latin typeface="Arial"/>
                        </a:defRPr>
                      </a:lvl2pPr>
                      <a:lvl3pPr marL="914126" algn="l" defTabSz="914126" rtl="0" eaLnBrk="1" latinLnBrk="0" hangingPunct="1">
                        <a:defRPr sz="1799" kern="1200">
                          <a:solidFill>
                            <a:schemeClr val="dk1"/>
                          </a:solidFill>
                          <a:latin typeface="Arial"/>
                        </a:defRPr>
                      </a:lvl3pPr>
                      <a:lvl4pPr marL="1371189" algn="l" defTabSz="914126" rtl="0" eaLnBrk="1" latinLnBrk="0" hangingPunct="1">
                        <a:defRPr sz="1799" kern="1200">
                          <a:solidFill>
                            <a:schemeClr val="dk1"/>
                          </a:solidFill>
                          <a:latin typeface="Arial"/>
                        </a:defRPr>
                      </a:lvl4pPr>
                      <a:lvl5pPr marL="1828251" algn="l" defTabSz="914126" rtl="0" eaLnBrk="1" latinLnBrk="0" hangingPunct="1">
                        <a:defRPr sz="1799" kern="1200">
                          <a:solidFill>
                            <a:schemeClr val="dk1"/>
                          </a:solidFill>
                          <a:latin typeface="Arial"/>
                        </a:defRPr>
                      </a:lvl5pPr>
                      <a:lvl6pPr marL="2285314" algn="l" defTabSz="914126" rtl="0" eaLnBrk="1" latinLnBrk="0" hangingPunct="1">
                        <a:defRPr sz="1799" kern="1200">
                          <a:solidFill>
                            <a:schemeClr val="dk1"/>
                          </a:solidFill>
                          <a:latin typeface="Arial"/>
                        </a:defRPr>
                      </a:lvl6pPr>
                      <a:lvl7pPr marL="2742377" algn="l" defTabSz="914126" rtl="0" eaLnBrk="1" latinLnBrk="0" hangingPunct="1">
                        <a:defRPr sz="1799" kern="1200">
                          <a:solidFill>
                            <a:schemeClr val="dk1"/>
                          </a:solidFill>
                          <a:latin typeface="Arial"/>
                        </a:defRPr>
                      </a:lvl7pPr>
                      <a:lvl8pPr marL="3199440" algn="l" defTabSz="914126" rtl="0" eaLnBrk="1" latinLnBrk="0" hangingPunct="1">
                        <a:defRPr sz="1799" kern="1200">
                          <a:solidFill>
                            <a:schemeClr val="dk1"/>
                          </a:solidFill>
                          <a:latin typeface="Arial"/>
                        </a:defRPr>
                      </a:lvl8pPr>
                      <a:lvl9pPr marL="3656503" algn="l" defTabSz="914126" rtl="0" eaLnBrk="1" latinLnBrk="0" hangingPunct="1">
                        <a:defRPr sz="1799" kern="1200">
                          <a:solidFill>
                            <a:schemeClr val="dk1"/>
                          </a:solidFill>
                          <a:latin typeface="Arial"/>
                        </a:defRPr>
                      </a:lvl9p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200" kern="1200" dirty="0">
                          <a:solidFill>
                            <a:schemeClr val="dk1"/>
                          </a:solidFill>
                          <a:latin typeface="+mn-lt"/>
                          <a:ea typeface="+mn-ea"/>
                          <a:cs typeface="+mn-cs"/>
                        </a:rPr>
                        <a:t>Test if</a:t>
                      </a:r>
                      <a:r>
                        <a:rPr lang="en-US" sz="1200" kern="1200" baseline="0" dirty="0">
                          <a:solidFill>
                            <a:schemeClr val="dk1"/>
                          </a:solidFill>
                          <a:latin typeface="+mn-lt"/>
                          <a:ea typeface="+mn-ea"/>
                          <a:cs typeface="+mn-cs"/>
                        </a:rPr>
                        <a:t> the sign is negative (return true)</a:t>
                      </a:r>
                      <a:endParaRPr lang="en-US" sz="1200" kern="1200" dirty="0">
                        <a:solidFill>
                          <a:schemeClr val="dk1"/>
                        </a:solidFill>
                        <a:latin typeface="+mn-lt"/>
                        <a:ea typeface="+mn-ea"/>
                        <a:cs typeface="+mn-cs"/>
                      </a:endParaRPr>
                    </a:p>
                  </a:txBody>
                  <a:tcPr marL="121888" marR="121888">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008CA8">
                        <a:tint val="40000"/>
                      </a:srgbClr>
                    </a:solidFill>
                  </a:tcPr>
                </a:tc>
                <a:tc>
                  <a:txBody>
                    <a:bodyPr/>
                    <a:lstStyle>
                      <a:lvl1pPr marL="0" algn="l" defTabSz="914126" rtl="0" eaLnBrk="1" latinLnBrk="0" hangingPunct="1">
                        <a:defRPr sz="1799" kern="1200">
                          <a:solidFill>
                            <a:schemeClr val="dk1"/>
                          </a:solidFill>
                          <a:latin typeface="Arial"/>
                        </a:defRPr>
                      </a:lvl1pPr>
                      <a:lvl2pPr marL="457063" algn="l" defTabSz="914126" rtl="0" eaLnBrk="1" latinLnBrk="0" hangingPunct="1">
                        <a:defRPr sz="1799" kern="1200">
                          <a:solidFill>
                            <a:schemeClr val="dk1"/>
                          </a:solidFill>
                          <a:latin typeface="Arial"/>
                        </a:defRPr>
                      </a:lvl2pPr>
                      <a:lvl3pPr marL="914126" algn="l" defTabSz="914126" rtl="0" eaLnBrk="1" latinLnBrk="0" hangingPunct="1">
                        <a:defRPr sz="1799" kern="1200">
                          <a:solidFill>
                            <a:schemeClr val="dk1"/>
                          </a:solidFill>
                          <a:latin typeface="Arial"/>
                        </a:defRPr>
                      </a:lvl3pPr>
                      <a:lvl4pPr marL="1371189" algn="l" defTabSz="914126" rtl="0" eaLnBrk="1" latinLnBrk="0" hangingPunct="1">
                        <a:defRPr sz="1799" kern="1200">
                          <a:solidFill>
                            <a:schemeClr val="dk1"/>
                          </a:solidFill>
                          <a:latin typeface="Arial"/>
                        </a:defRPr>
                      </a:lvl4pPr>
                      <a:lvl5pPr marL="1828251" algn="l" defTabSz="914126" rtl="0" eaLnBrk="1" latinLnBrk="0" hangingPunct="1">
                        <a:defRPr sz="1799" kern="1200">
                          <a:solidFill>
                            <a:schemeClr val="dk1"/>
                          </a:solidFill>
                          <a:latin typeface="Arial"/>
                        </a:defRPr>
                      </a:lvl5pPr>
                      <a:lvl6pPr marL="2285314" algn="l" defTabSz="914126" rtl="0" eaLnBrk="1" latinLnBrk="0" hangingPunct="1">
                        <a:defRPr sz="1799" kern="1200">
                          <a:solidFill>
                            <a:schemeClr val="dk1"/>
                          </a:solidFill>
                          <a:latin typeface="Arial"/>
                        </a:defRPr>
                      </a:lvl6pPr>
                      <a:lvl7pPr marL="2742377" algn="l" defTabSz="914126" rtl="0" eaLnBrk="1" latinLnBrk="0" hangingPunct="1">
                        <a:defRPr sz="1799" kern="1200">
                          <a:solidFill>
                            <a:schemeClr val="dk1"/>
                          </a:solidFill>
                          <a:latin typeface="Arial"/>
                        </a:defRPr>
                      </a:lvl7pPr>
                      <a:lvl8pPr marL="3199440" algn="l" defTabSz="914126" rtl="0" eaLnBrk="1" latinLnBrk="0" hangingPunct="1">
                        <a:defRPr sz="1799" kern="1200">
                          <a:solidFill>
                            <a:schemeClr val="dk1"/>
                          </a:solidFill>
                          <a:latin typeface="Arial"/>
                        </a:defRPr>
                      </a:lvl8pPr>
                      <a:lvl9pPr marL="3656503" algn="l" defTabSz="914126" rtl="0" eaLnBrk="1" latinLnBrk="0" hangingPunct="1">
                        <a:defRPr sz="1799" kern="1200">
                          <a:solidFill>
                            <a:schemeClr val="dk1"/>
                          </a:solidFill>
                          <a:latin typeface="Arial"/>
                        </a:defRPr>
                      </a:lvl9p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200" kern="1200" dirty="0" err="1">
                          <a:solidFill>
                            <a:schemeClr val="dk1"/>
                          </a:solidFill>
                          <a:latin typeface="+mn-lt"/>
                          <a:ea typeface="+mn-ea"/>
                          <a:cs typeface="+mn-cs"/>
                        </a:rPr>
                        <a:t>bool</a:t>
                      </a:r>
                      <a:r>
                        <a:rPr lang="en-US" sz="1200" kern="1200" dirty="0">
                          <a:solidFill>
                            <a:schemeClr val="dk1"/>
                          </a:solidFill>
                          <a:latin typeface="+mn-lt"/>
                          <a:ea typeface="+mn-ea"/>
                          <a:cs typeface="+mn-cs"/>
                        </a:rPr>
                        <a:t> t = </a:t>
                      </a:r>
                      <a:r>
                        <a:rPr lang="en-US" sz="1200" kern="1200" dirty="0" err="1">
                          <a:solidFill>
                            <a:schemeClr val="dk1"/>
                          </a:solidFill>
                          <a:latin typeface="+mn-lt"/>
                          <a:ea typeface="+mn-ea"/>
                          <a:cs typeface="+mn-cs"/>
                        </a:rPr>
                        <a:t>var.sign</a:t>
                      </a:r>
                      <a:r>
                        <a:rPr lang="en-US" sz="1200" kern="1200" dirty="0">
                          <a:solidFill>
                            <a:schemeClr val="dk1"/>
                          </a:solidFill>
                          <a:latin typeface="+mn-lt"/>
                          <a:ea typeface="+mn-ea"/>
                          <a:cs typeface="+mn-cs"/>
                        </a:rPr>
                        <a:t>();</a:t>
                      </a:r>
                    </a:p>
                  </a:txBody>
                  <a:tcPr marL="121888" marR="121888">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008CA8">
                        <a:tint val="40000"/>
                      </a:srgbClr>
                    </a:solidFill>
                  </a:tcPr>
                </a:tc>
                <a:extLst>
                  <a:ext uri="{0D108BD9-81ED-4DB2-BD59-A6C34878D82A}">
                    <a16:rowId xmlns:a16="http://schemas.microsoft.com/office/drawing/2014/main" val="10016"/>
                  </a:ext>
                </a:extLst>
              </a:tr>
            </a:tbl>
          </a:graphicData>
        </a:graphic>
      </p:graphicFrame>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AP_INT Bit Manipulation methods</a:t>
            </a:r>
          </a:p>
        </p:txBody>
      </p:sp>
      <p:sp>
        <p:nvSpPr>
          <p:cNvPr id="7" name="Slide Number Placeholder 6"/>
          <p:cNvSpPr>
            <a:spLocks noGrp="1"/>
          </p:cNvSpPr>
          <p:nvPr>
            <p:ph type="sldNum" sz="quarter" idx="10"/>
          </p:nvPr>
        </p:nvSpPr>
        <p:spPr/>
        <p:txBody>
          <a:bodyPr/>
          <a:lstStyle/>
          <a:p>
            <a:pPr defTabSz="914400">
              <a:defRPr/>
            </a:pPr>
            <a:r>
              <a:rPr lang="en-US" dirty="0">
                <a:solidFill>
                  <a:srgbClr val="0C0C0C">
                    <a:tint val="75000"/>
                  </a:srgbClr>
                </a:solidFill>
                <a:latin typeface="Arial"/>
              </a:rPr>
              <a:t>Data Types 14- </a:t>
            </a:r>
            <a:fld id="{060BD193-E118-4B16-863C-C8C12C675E3E}" type="slidenum">
              <a:rPr lang="en-US">
                <a:solidFill>
                  <a:srgbClr val="0C0C0C">
                    <a:tint val="75000"/>
                  </a:srgbClr>
                </a:solidFill>
                <a:latin typeface="Arial"/>
              </a:rPr>
              <a:pPr defTabSz="914400">
                <a:defRPr/>
              </a:pPr>
              <a:t>22</a:t>
            </a:fld>
            <a:endParaRPr lang="en-US" dirty="0">
              <a:solidFill>
                <a:srgbClr val="0C0C0C">
                  <a:tint val="75000"/>
                </a:srgbClr>
              </a:solidFill>
              <a:latin typeface="Arial"/>
            </a:endParaRPr>
          </a:p>
        </p:txBody>
      </p:sp>
      <p:graphicFrame>
        <p:nvGraphicFramePr>
          <p:cNvPr id="5" name="Content Placeholder 14">
            <a:extLst>
              <a:ext uri="{FF2B5EF4-FFF2-40B4-BE49-F238E27FC236}">
                <a16:creationId xmlns:a16="http://schemas.microsoft.com/office/drawing/2014/main" id="{6A2FEF07-1CCE-47D0-B38A-2479456D618A}"/>
              </a:ext>
            </a:extLst>
          </p:cNvPr>
          <p:cNvGraphicFramePr>
            <a:graphicFrameLocks/>
          </p:cNvGraphicFramePr>
          <p:nvPr/>
        </p:nvGraphicFramePr>
        <p:xfrm>
          <a:off x="771896" y="1280175"/>
          <a:ext cx="10597019" cy="5029200"/>
        </p:xfrm>
        <a:graphic>
          <a:graphicData uri="http://schemas.openxmlformats.org/drawingml/2006/table">
            <a:tbl>
              <a:tblPr firstCol="1" bandRow="1"/>
              <a:tblGrid>
                <a:gridCol w="2162657">
                  <a:extLst>
                    <a:ext uri="{9D8B030D-6E8A-4147-A177-3AD203B41FA5}">
                      <a16:colId xmlns:a16="http://schemas.microsoft.com/office/drawing/2014/main" val="20000"/>
                    </a:ext>
                  </a:extLst>
                </a:gridCol>
                <a:gridCol w="4217181">
                  <a:extLst>
                    <a:ext uri="{9D8B030D-6E8A-4147-A177-3AD203B41FA5}">
                      <a16:colId xmlns:a16="http://schemas.microsoft.com/office/drawing/2014/main" val="20001"/>
                    </a:ext>
                  </a:extLst>
                </a:gridCol>
                <a:gridCol w="4217181">
                  <a:extLst>
                    <a:ext uri="{9D8B030D-6E8A-4147-A177-3AD203B41FA5}">
                      <a16:colId xmlns:a16="http://schemas.microsoft.com/office/drawing/2014/main" val="20002"/>
                    </a:ext>
                  </a:extLst>
                </a:gridCol>
              </a:tblGrid>
              <a:tr h="0">
                <a:tc gridSpan="2">
                  <a:txBody>
                    <a:bodyPr/>
                    <a:lstStyle>
                      <a:lvl1pPr marL="0" algn="l" defTabSz="914126" rtl="0" eaLnBrk="1" latinLnBrk="0" hangingPunct="1">
                        <a:defRPr sz="1799" b="1" kern="1200">
                          <a:solidFill>
                            <a:schemeClr val="lt1"/>
                          </a:solidFill>
                          <a:latin typeface="Arial"/>
                        </a:defRPr>
                      </a:lvl1pPr>
                      <a:lvl2pPr marL="457063" algn="l" defTabSz="914126" rtl="0" eaLnBrk="1" latinLnBrk="0" hangingPunct="1">
                        <a:defRPr sz="1799" b="1" kern="1200">
                          <a:solidFill>
                            <a:schemeClr val="lt1"/>
                          </a:solidFill>
                          <a:latin typeface="Arial"/>
                        </a:defRPr>
                      </a:lvl2pPr>
                      <a:lvl3pPr marL="914126" algn="l" defTabSz="914126" rtl="0" eaLnBrk="1" latinLnBrk="0" hangingPunct="1">
                        <a:defRPr sz="1799" b="1" kern="1200">
                          <a:solidFill>
                            <a:schemeClr val="lt1"/>
                          </a:solidFill>
                          <a:latin typeface="Arial"/>
                        </a:defRPr>
                      </a:lvl3pPr>
                      <a:lvl4pPr marL="1371189" algn="l" defTabSz="914126" rtl="0" eaLnBrk="1" latinLnBrk="0" hangingPunct="1">
                        <a:defRPr sz="1799" b="1" kern="1200">
                          <a:solidFill>
                            <a:schemeClr val="lt1"/>
                          </a:solidFill>
                          <a:latin typeface="Arial"/>
                        </a:defRPr>
                      </a:lvl4pPr>
                      <a:lvl5pPr marL="1828251" algn="l" defTabSz="914126" rtl="0" eaLnBrk="1" latinLnBrk="0" hangingPunct="1">
                        <a:defRPr sz="1799" b="1" kern="1200">
                          <a:solidFill>
                            <a:schemeClr val="lt1"/>
                          </a:solidFill>
                          <a:latin typeface="Arial"/>
                        </a:defRPr>
                      </a:lvl5pPr>
                      <a:lvl6pPr marL="2285314" algn="l" defTabSz="914126" rtl="0" eaLnBrk="1" latinLnBrk="0" hangingPunct="1">
                        <a:defRPr sz="1799" b="1" kern="1200">
                          <a:solidFill>
                            <a:schemeClr val="lt1"/>
                          </a:solidFill>
                          <a:latin typeface="Arial"/>
                        </a:defRPr>
                      </a:lvl6pPr>
                      <a:lvl7pPr marL="2742377" algn="l" defTabSz="914126" rtl="0" eaLnBrk="1" latinLnBrk="0" hangingPunct="1">
                        <a:defRPr sz="1799" b="1" kern="1200">
                          <a:solidFill>
                            <a:schemeClr val="lt1"/>
                          </a:solidFill>
                          <a:latin typeface="Arial"/>
                        </a:defRPr>
                      </a:lvl7pPr>
                      <a:lvl8pPr marL="3199440" algn="l" defTabSz="914126" rtl="0" eaLnBrk="1" latinLnBrk="0" hangingPunct="1">
                        <a:defRPr sz="1799" b="1" kern="1200">
                          <a:solidFill>
                            <a:schemeClr val="lt1"/>
                          </a:solidFill>
                          <a:latin typeface="Arial"/>
                        </a:defRPr>
                      </a:lvl8pPr>
                      <a:lvl9pPr marL="3656503" algn="l" defTabSz="914126" rtl="0" eaLnBrk="1" latinLnBrk="0" hangingPunct="1">
                        <a:defRPr sz="1799" b="1" kern="1200">
                          <a:solidFill>
                            <a:schemeClr val="lt1"/>
                          </a:solidFill>
                          <a:latin typeface="Arial"/>
                        </a:defRPr>
                      </a:lvl9pPr>
                    </a:lstStyle>
                    <a:p>
                      <a:r>
                        <a:rPr lang="en-US" sz="1200" b="1" dirty="0">
                          <a:solidFill>
                            <a:schemeClr val="tx1"/>
                          </a:solidFill>
                        </a:rPr>
                        <a:t>Methods</a:t>
                      </a:r>
                    </a:p>
                  </a:txBody>
                  <a:tcPr marL="121888" marR="121888">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008CA8">
                        <a:lumMod val="40000"/>
                        <a:lumOff val="60000"/>
                      </a:srgbClr>
                    </a:solidFill>
                  </a:tcPr>
                </a:tc>
                <a:tc hMerge="1">
                  <a:txBody>
                    <a:bodyPr/>
                    <a:lstStyle/>
                    <a:p>
                      <a:pPr marL="0" marR="0" indent="0" algn="l" defTabSz="457200" rtl="0" eaLnBrk="1" fontAlgn="auto" latinLnBrk="0" hangingPunct="1">
                        <a:lnSpc>
                          <a:spcPct val="100000"/>
                        </a:lnSpc>
                        <a:spcBef>
                          <a:spcPts val="0"/>
                        </a:spcBef>
                        <a:spcAft>
                          <a:spcPts val="0"/>
                        </a:spcAft>
                        <a:buClrTx/>
                        <a:buSzTx/>
                        <a:buFontTx/>
                        <a:buNone/>
                        <a:tabLst/>
                        <a:defRPr/>
                      </a:pPr>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lvl1pPr marL="0" algn="l" defTabSz="914126" rtl="0" eaLnBrk="1" latinLnBrk="0" hangingPunct="1">
                        <a:defRPr sz="1799" kern="1200">
                          <a:solidFill>
                            <a:schemeClr val="dk1"/>
                          </a:solidFill>
                          <a:latin typeface="Arial"/>
                        </a:defRPr>
                      </a:lvl1pPr>
                      <a:lvl2pPr marL="457063" algn="l" defTabSz="914126" rtl="0" eaLnBrk="1" latinLnBrk="0" hangingPunct="1">
                        <a:defRPr sz="1799" kern="1200">
                          <a:solidFill>
                            <a:schemeClr val="dk1"/>
                          </a:solidFill>
                          <a:latin typeface="Arial"/>
                        </a:defRPr>
                      </a:lvl2pPr>
                      <a:lvl3pPr marL="914126" algn="l" defTabSz="914126" rtl="0" eaLnBrk="1" latinLnBrk="0" hangingPunct="1">
                        <a:defRPr sz="1799" kern="1200">
                          <a:solidFill>
                            <a:schemeClr val="dk1"/>
                          </a:solidFill>
                          <a:latin typeface="Arial"/>
                        </a:defRPr>
                      </a:lvl3pPr>
                      <a:lvl4pPr marL="1371189" algn="l" defTabSz="914126" rtl="0" eaLnBrk="1" latinLnBrk="0" hangingPunct="1">
                        <a:defRPr sz="1799" kern="1200">
                          <a:solidFill>
                            <a:schemeClr val="dk1"/>
                          </a:solidFill>
                          <a:latin typeface="Arial"/>
                        </a:defRPr>
                      </a:lvl4pPr>
                      <a:lvl5pPr marL="1828251" algn="l" defTabSz="914126" rtl="0" eaLnBrk="1" latinLnBrk="0" hangingPunct="1">
                        <a:defRPr sz="1799" kern="1200">
                          <a:solidFill>
                            <a:schemeClr val="dk1"/>
                          </a:solidFill>
                          <a:latin typeface="Arial"/>
                        </a:defRPr>
                      </a:lvl5pPr>
                      <a:lvl6pPr marL="2285314" algn="l" defTabSz="914126" rtl="0" eaLnBrk="1" latinLnBrk="0" hangingPunct="1">
                        <a:defRPr sz="1799" kern="1200">
                          <a:solidFill>
                            <a:schemeClr val="dk1"/>
                          </a:solidFill>
                          <a:latin typeface="Arial"/>
                        </a:defRPr>
                      </a:lvl6pPr>
                      <a:lvl7pPr marL="2742377" algn="l" defTabSz="914126" rtl="0" eaLnBrk="1" latinLnBrk="0" hangingPunct="1">
                        <a:defRPr sz="1799" kern="1200">
                          <a:solidFill>
                            <a:schemeClr val="dk1"/>
                          </a:solidFill>
                          <a:latin typeface="Arial"/>
                        </a:defRPr>
                      </a:lvl7pPr>
                      <a:lvl8pPr marL="3199440" algn="l" defTabSz="914126" rtl="0" eaLnBrk="1" latinLnBrk="0" hangingPunct="1">
                        <a:defRPr sz="1799" kern="1200">
                          <a:solidFill>
                            <a:schemeClr val="dk1"/>
                          </a:solidFill>
                          <a:latin typeface="Arial"/>
                        </a:defRPr>
                      </a:lvl8pPr>
                      <a:lvl9pPr marL="3656503" algn="l" defTabSz="914126" rtl="0" eaLnBrk="1" latinLnBrk="0" hangingPunct="1">
                        <a:defRPr sz="1799" kern="1200">
                          <a:solidFill>
                            <a:schemeClr val="dk1"/>
                          </a:solidFill>
                          <a:latin typeface="Arial"/>
                        </a:defRPr>
                      </a:lvl9pPr>
                    </a:lstStyle>
                    <a:p>
                      <a:r>
                        <a:rPr lang="en-US" sz="1200" b="1" dirty="0">
                          <a:solidFill>
                            <a:schemeClr val="tx1"/>
                          </a:solidFill>
                        </a:rPr>
                        <a:t>Example</a:t>
                      </a:r>
                    </a:p>
                  </a:txBody>
                  <a:tcPr marL="121888" marR="121888">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008CA8">
                        <a:lumMod val="40000"/>
                        <a:lumOff val="60000"/>
                      </a:srgbClr>
                    </a:solidFill>
                  </a:tcPr>
                </a:tc>
                <a:extLst>
                  <a:ext uri="{0D108BD9-81ED-4DB2-BD59-A6C34878D82A}">
                    <a16:rowId xmlns:a16="http://schemas.microsoft.com/office/drawing/2014/main" val="10000"/>
                  </a:ext>
                </a:extLst>
              </a:tr>
              <a:tr h="0">
                <a:tc>
                  <a:txBody>
                    <a:bodyPr/>
                    <a:lstStyle>
                      <a:lvl1pPr marL="0" algn="l" defTabSz="914126" rtl="0" eaLnBrk="1" latinLnBrk="0" hangingPunct="1">
                        <a:defRPr sz="1799" b="1" kern="1200">
                          <a:solidFill>
                            <a:schemeClr val="lt1"/>
                          </a:solidFill>
                          <a:latin typeface="Arial"/>
                        </a:defRPr>
                      </a:lvl1pPr>
                      <a:lvl2pPr marL="457063" algn="l" defTabSz="914126" rtl="0" eaLnBrk="1" latinLnBrk="0" hangingPunct="1">
                        <a:defRPr sz="1799" b="1" kern="1200">
                          <a:solidFill>
                            <a:schemeClr val="lt1"/>
                          </a:solidFill>
                          <a:latin typeface="Arial"/>
                        </a:defRPr>
                      </a:lvl2pPr>
                      <a:lvl3pPr marL="914126" algn="l" defTabSz="914126" rtl="0" eaLnBrk="1" latinLnBrk="0" hangingPunct="1">
                        <a:defRPr sz="1799" b="1" kern="1200">
                          <a:solidFill>
                            <a:schemeClr val="lt1"/>
                          </a:solidFill>
                          <a:latin typeface="Arial"/>
                        </a:defRPr>
                      </a:lvl3pPr>
                      <a:lvl4pPr marL="1371189" algn="l" defTabSz="914126" rtl="0" eaLnBrk="1" latinLnBrk="0" hangingPunct="1">
                        <a:defRPr sz="1799" b="1" kern="1200">
                          <a:solidFill>
                            <a:schemeClr val="lt1"/>
                          </a:solidFill>
                          <a:latin typeface="Arial"/>
                        </a:defRPr>
                      </a:lvl4pPr>
                      <a:lvl5pPr marL="1828251" algn="l" defTabSz="914126" rtl="0" eaLnBrk="1" latinLnBrk="0" hangingPunct="1">
                        <a:defRPr sz="1799" b="1" kern="1200">
                          <a:solidFill>
                            <a:schemeClr val="lt1"/>
                          </a:solidFill>
                          <a:latin typeface="Arial"/>
                        </a:defRPr>
                      </a:lvl5pPr>
                      <a:lvl6pPr marL="2285314" algn="l" defTabSz="914126" rtl="0" eaLnBrk="1" latinLnBrk="0" hangingPunct="1">
                        <a:defRPr sz="1799" b="1" kern="1200">
                          <a:solidFill>
                            <a:schemeClr val="lt1"/>
                          </a:solidFill>
                          <a:latin typeface="Arial"/>
                        </a:defRPr>
                      </a:lvl6pPr>
                      <a:lvl7pPr marL="2742377" algn="l" defTabSz="914126" rtl="0" eaLnBrk="1" latinLnBrk="0" hangingPunct="1">
                        <a:defRPr sz="1799" b="1" kern="1200">
                          <a:solidFill>
                            <a:schemeClr val="lt1"/>
                          </a:solidFill>
                          <a:latin typeface="Arial"/>
                        </a:defRPr>
                      </a:lvl7pPr>
                      <a:lvl8pPr marL="3199440" algn="l" defTabSz="914126" rtl="0" eaLnBrk="1" latinLnBrk="0" hangingPunct="1">
                        <a:defRPr sz="1799" b="1" kern="1200">
                          <a:solidFill>
                            <a:schemeClr val="lt1"/>
                          </a:solidFill>
                          <a:latin typeface="Arial"/>
                        </a:defRPr>
                      </a:lvl8pPr>
                      <a:lvl9pPr marL="3656503" algn="l" defTabSz="914126" rtl="0" eaLnBrk="1" latinLnBrk="0" hangingPunct="1">
                        <a:defRPr sz="1799" b="1" kern="1200">
                          <a:solidFill>
                            <a:schemeClr val="lt1"/>
                          </a:solidFill>
                          <a:latin typeface="Arial"/>
                        </a:defRPr>
                      </a:lvl9pPr>
                    </a:lstStyle>
                    <a:p>
                      <a:r>
                        <a:rPr lang="en-US" sz="1200" b="1" kern="1200" dirty="0">
                          <a:solidFill>
                            <a:schemeClr val="lt1"/>
                          </a:solidFill>
                          <a:latin typeface="+mn-lt"/>
                          <a:ea typeface="+mn-ea"/>
                          <a:cs typeface="+mn-cs"/>
                        </a:rPr>
                        <a:t>Length </a:t>
                      </a:r>
                      <a:r>
                        <a:rPr lang="en-US" sz="1200" dirty="0"/>
                        <a:t>	</a:t>
                      </a:r>
                    </a:p>
                  </a:txBody>
                  <a:tcPr marL="121888" marR="121888">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008CA8"/>
                    </a:solidFill>
                  </a:tcPr>
                </a:tc>
                <a:tc>
                  <a:txBody>
                    <a:bodyPr/>
                    <a:lstStyle>
                      <a:lvl1pPr marL="0" algn="l" defTabSz="914126" rtl="0" eaLnBrk="1" latinLnBrk="0" hangingPunct="1">
                        <a:defRPr sz="1799" kern="1200">
                          <a:solidFill>
                            <a:schemeClr val="dk1"/>
                          </a:solidFill>
                          <a:latin typeface="Arial"/>
                        </a:defRPr>
                      </a:lvl1pPr>
                      <a:lvl2pPr marL="457063" algn="l" defTabSz="914126" rtl="0" eaLnBrk="1" latinLnBrk="0" hangingPunct="1">
                        <a:defRPr sz="1799" kern="1200">
                          <a:solidFill>
                            <a:schemeClr val="dk1"/>
                          </a:solidFill>
                          <a:latin typeface="Arial"/>
                        </a:defRPr>
                      </a:lvl2pPr>
                      <a:lvl3pPr marL="914126" algn="l" defTabSz="914126" rtl="0" eaLnBrk="1" latinLnBrk="0" hangingPunct="1">
                        <a:defRPr sz="1799" kern="1200">
                          <a:solidFill>
                            <a:schemeClr val="dk1"/>
                          </a:solidFill>
                          <a:latin typeface="Arial"/>
                        </a:defRPr>
                      </a:lvl3pPr>
                      <a:lvl4pPr marL="1371189" algn="l" defTabSz="914126" rtl="0" eaLnBrk="1" latinLnBrk="0" hangingPunct="1">
                        <a:defRPr sz="1799" kern="1200">
                          <a:solidFill>
                            <a:schemeClr val="dk1"/>
                          </a:solidFill>
                          <a:latin typeface="Arial"/>
                        </a:defRPr>
                      </a:lvl4pPr>
                      <a:lvl5pPr marL="1828251" algn="l" defTabSz="914126" rtl="0" eaLnBrk="1" latinLnBrk="0" hangingPunct="1">
                        <a:defRPr sz="1799" kern="1200">
                          <a:solidFill>
                            <a:schemeClr val="dk1"/>
                          </a:solidFill>
                          <a:latin typeface="Arial"/>
                        </a:defRPr>
                      </a:lvl5pPr>
                      <a:lvl6pPr marL="2285314" algn="l" defTabSz="914126" rtl="0" eaLnBrk="1" latinLnBrk="0" hangingPunct="1">
                        <a:defRPr sz="1799" kern="1200">
                          <a:solidFill>
                            <a:schemeClr val="dk1"/>
                          </a:solidFill>
                          <a:latin typeface="Arial"/>
                        </a:defRPr>
                      </a:lvl6pPr>
                      <a:lvl7pPr marL="2742377" algn="l" defTabSz="914126" rtl="0" eaLnBrk="1" latinLnBrk="0" hangingPunct="1">
                        <a:defRPr sz="1799" kern="1200">
                          <a:solidFill>
                            <a:schemeClr val="dk1"/>
                          </a:solidFill>
                          <a:latin typeface="Arial"/>
                        </a:defRPr>
                      </a:lvl7pPr>
                      <a:lvl8pPr marL="3199440" algn="l" defTabSz="914126" rtl="0" eaLnBrk="1" latinLnBrk="0" hangingPunct="1">
                        <a:defRPr sz="1799" kern="1200">
                          <a:solidFill>
                            <a:schemeClr val="dk1"/>
                          </a:solidFill>
                          <a:latin typeface="Arial"/>
                        </a:defRPr>
                      </a:lvl8pPr>
                      <a:lvl9pPr marL="3656503" algn="l" defTabSz="914126" rtl="0" eaLnBrk="1" latinLnBrk="0" hangingPunct="1">
                        <a:defRPr sz="1799" kern="1200">
                          <a:solidFill>
                            <a:schemeClr val="dk1"/>
                          </a:solidFill>
                          <a:latin typeface="Arial"/>
                        </a:defRPr>
                      </a:lvl9p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200" dirty="0"/>
                        <a:t>Returns the length of the variable.</a:t>
                      </a:r>
                    </a:p>
                  </a:txBody>
                  <a:tcPr marL="121888" marR="121888">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008CA8">
                        <a:tint val="20000"/>
                      </a:srgbClr>
                    </a:solidFill>
                  </a:tcPr>
                </a:tc>
                <a:tc>
                  <a:txBody>
                    <a:bodyPr/>
                    <a:lstStyle>
                      <a:lvl1pPr marL="0" algn="l" defTabSz="914126" rtl="0" eaLnBrk="1" latinLnBrk="0" hangingPunct="1">
                        <a:defRPr sz="1799" kern="1200">
                          <a:solidFill>
                            <a:schemeClr val="dk1"/>
                          </a:solidFill>
                          <a:latin typeface="Arial"/>
                        </a:defRPr>
                      </a:lvl1pPr>
                      <a:lvl2pPr marL="457063" algn="l" defTabSz="914126" rtl="0" eaLnBrk="1" latinLnBrk="0" hangingPunct="1">
                        <a:defRPr sz="1799" kern="1200">
                          <a:solidFill>
                            <a:schemeClr val="dk1"/>
                          </a:solidFill>
                          <a:latin typeface="Arial"/>
                        </a:defRPr>
                      </a:lvl2pPr>
                      <a:lvl3pPr marL="914126" algn="l" defTabSz="914126" rtl="0" eaLnBrk="1" latinLnBrk="0" hangingPunct="1">
                        <a:defRPr sz="1799" kern="1200">
                          <a:solidFill>
                            <a:schemeClr val="dk1"/>
                          </a:solidFill>
                          <a:latin typeface="Arial"/>
                        </a:defRPr>
                      </a:lvl3pPr>
                      <a:lvl4pPr marL="1371189" algn="l" defTabSz="914126" rtl="0" eaLnBrk="1" latinLnBrk="0" hangingPunct="1">
                        <a:defRPr sz="1799" kern="1200">
                          <a:solidFill>
                            <a:schemeClr val="dk1"/>
                          </a:solidFill>
                          <a:latin typeface="Arial"/>
                        </a:defRPr>
                      </a:lvl4pPr>
                      <a:lvl5pPr marL="1828251" algn="l" defTabSz="914126" rtl="0" eaLnBrk="1" latinLnBrk="0" hangingPunct="1">
                        <a:defRPr sz="1799" kern="1200">
                          <a:solidFill>
                            <a:schemeClr val="dk1"/>
                          </a:solidFill>
                          <a:latin typeface="Arial"/>
                        </a:defRPr>
                      </a:lvl5pPr>
                      <a:lvl6pPr marL="2285314" algn="l" defTabSz="914126" rtl="0" eaLnBrk="1" latinLnBrk="0" hangingPunct="1">
                        <a:defRPr sz="1799" kern="1200">
                          <a:solidFill>
                            <a:schemeClr val="dk1"/>
                          </a:solidFill>
                          <a:latin typeface="Arial"/>
                        </a:defRPr>
                      </a:lvl6pPr>
                      <a:lvl7pPr marL="2742377" algn="l" defTabSz="914126" rtl="0" eaLnBrk="1" latinLnBrk="0" hangingPunct="1">
                        <a:defRPr sz="1799" kern="1200">
                          <a:solidFill>
                            <a:schemeClr val="dk1"/>
                          </a:solidFill>
                          <a:latin typeface="Arial"/>
                        </a:defRPr>
                      </a:lvl7pPr>
                      <a:lvl8pPr marL="3199440" algn="l" defTabSz="914126" rtl="0" eaLnBrk="1" latinLnBrk="0" hangingPunct="1">
                        <a:defRPr sz="1799" kern="1200">
                          <a:solidFill>
                            <a:schemeClr val="dk1"/>
                          </a:solidFill>
                          <a:latin typeface="Arial"/>
                        </a:defRPr>
                      </a:lvl8pPr>
                      <a:lvl9pPr marL="3656503" algn="l" defTabSz="914126" rtl="0" eaLnBrk="1" latinLnBrk="0" hangingPunct="1">
                        <a:defRPr sz="1799" kern="1200">
                          <a:solidFill>
                            <a:schemeClr val="dk1"/>
                          </a:solidFill>
                          <a:latin typeface="Arial"/>
                        </a:defRPr>
                      </a:lvl9p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200" dirty="0"/>
                        <a:t>res=</a:t>
                      </a:r>
                      <a:r>
                        <a:rPr lang="en-US" sz="1200" dirty="0" err="1"/>
                        <a:t>var.length</a:t>
                      </a:r>
                      <a:r>
                        <a:rPr lang="en-US" sz="1200" dirty="0"/>
                        <a:t>;</a:t>
                      </a:r>
                    </a:p>
                  </a:txBody>
                  <a:tcPr marL="121888" marR="121888">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008CA8">
                        <a:tint val="20000"/>
                      </a:srgbClr>
                    </a:solidFill>
                  </a:tcPr>
                </a:tc>
                <a:extLst>
                  <a:ext uri="{0D108BD9-81ED-4DB2-BD59-A6C34878D82A}">
                    <a16:rowId xmlns:a16="http://schemas.microsoft.com/office/drawing/2014/main" val="10001"/>
                  </a:ext>
                </a:extLst>
              </a:tr>
              <a:tr h="117711">
                <a:tc>
                  <a:txBody>
                    <a:bodyPr/>
                    <a:lstStyle>
                      <a:lvl1pPr marL="0" algn="l" defTabSz="914126" rtl="0" eaLnBrk="1" latinLnBrk="0" hangingPunct="1">
                        <a:defRPr sz="1799" b="1" kern="1200">
                          <a:solidFill>
                            <a:schemeClr val="lt1"/>
                          </a:solidFill>
                          <a:latin typeface="Arial"/>
                        </a:defRPr>
                      </a:lvl1pPr>
                      <a:lvl2pPr marL="457063" algn="l" defTabSz="914126" rtl="0" eaLnBrk="1" latinLnBrk="0" hangingPunct="1">
                        <a:defRPr sz="1799" b="1" kern="1200">
                          <a:solidFill>
                            <a:schemeClr val="lt1"/>
                          </a:solidFill>
                          <a:latin typeface="Arial"/>
                        </a:defRPr>
                      </a:lvl2pPr>
                      <a:lvl3pPr marL="914126" algn="l" defTabSz="914126" rtl="0" eaLnBrk="1" latinLnBrk="0" hangingPunct="1">
                        <a:defRPr sz="1799" b="1" kern="1200">
                          <a:solidFill>
                            <a:schemeClr val="lt1"/>
                          </a:solidFill>
                          <a:latin typeface="Arial"/>
                        </a:defRPr>
                      </a:lvl3pPr>
                      <a:lvl4pPr marL="1371189" algn="l" defTabSz="914126" rtl="0" eaLnBrk="1" latinLnBrk="0" hangingPunct="1">
                        <a:defRPr sz="1799" b="1" kern="1200">
                          <a:solidFill>
                            <a:schemeClr val="lt1"/>
                          </a:solidFill>
                          <a:latin typeface="Arial"/>
                        </a:defRPr>
                      </a:lvl4pPr>
                      <a:lvl5pPr marL="1828251" algn="l" defTabSz="914126" rtl="0" eaLnBrk="1" latinLnBrk="0" hangingPunct="1">
                        <a:defRPr sz="1799" b="1" kern="1200">
                          <a:solidFill>
                            <a:schemeClr val="lt1"/>
                          </a:solidFill>
                          <a:latin typeface="Arial"/>
                        </a:defRPr>
                      </a:lvl5pPr>
                      <a:lvl6pPr marL="2285314" algn="l" defTabSz="914126" rtl="0" eaLnBrk="1" latinLnBrk="0" hangingPunct="1">
                        <a:defRPr sz="1799" b="1" kern="1200">
                          <a:solidFill>
                            <a:schemeClr val="lt1"/>
                          </a:solidFill>
                          <a:latin typeface="Arial"/>
                        </a:defRPr>
                      </a:lvl6pPr>
                      <a:lvl7pPr marL="2742377" algn="l" defTabSz="914126" rtl="0" eaLnBrk="1" latinLnBrk="0" hangingPunct="1">
                        <a:defRPr sz="1799" b="1" kern="1200">
                          <a:solidFill>
                            <a:schemeClr val="lt1"/>
                          </a:solidFill>
                          <a:latin typeface="Arial"/>
                        </a:defRPr>
                      </a:lvl7pPr>
                      <a:lvl8pPr marL="3199440" algn="l" defTabSz="914126" rtl="0" eaLnBrk="1" latinLnBrk="0" hangingPunct="1">
                        <a:defRPr sz="1799" b="1" kern="1200">
                          <a:solidFill>
                            <a:schemeClr val="lt1"/>
                          </a:solidFill>
                          <a:latin typeface="Arial"/>
                        </a:defRPr>
                      </a:lvl8pPr>
                      <a:lvl9pPr marL="3656503" algn="l" defTabSz="914126" rtl="0" eaLnBrk="1" latinLnBrk="0" hangingPunct="1">
                        <a:defRPr sz="1799" b="1" kern="1200">
                          <a:solidFill>
                            <a:schemeClr val="lt1"/>
                          </a:solidFill>
                          <a:latin typeface="Arial"/>
                        </a:defRPr>
                      </a:lvl9pPr>
                    </a:lstStyle>
                    <a:p>
                      <a:r>
                        <a:rPr lang="en-US" sz="1200" b="1" kern="1200" dirty="0">
                          <a:solidFill>
                            <a:schemeClr val="lt1"/>
                          </a:solidFill>
                          <a:latin typeface="+mn-lt"/>
                          <a:ea typeface="+mn-ea"/>
                          <a:cs typeface="+mn-cs"/>
                        </a:rPr>
                        <a:t>Concatenation</a:t>
                      </a:r>
                      <a:endParaRPr lang="en-US" sz="1200" dirty="0"/>
                    </a:p>
                  </a:txBody>
                  <a:tcPr marL="121888" marR="121888">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008CA8"/>
                    </a:solidFill>
                  </a:tcPr>
                </a:tc>
                <a:tc>
                  <a:txBody>
                    <a:bodyPr/>
                    <a:lstStyle>
                      <a:lvl1pPr marL="0" algn="l" defTabSz="914126" rtl="0" eaLnBrk="1" latinLnBrk="0" hangingPunct="1">
                        <a:defRPr sz="1799" kern="1200">
                          <a:solidFill>
                            <a:schemeClr val="dk1"/>
                          </a:solidFill>
                          <a:latin typeface="Arial"/>
                        </a:defRPr>
                      </a:lvl1pPr>
                      <a:lvl2pPr marL="457063" algn="l" defTabSz="914126" rtl="0" eaLnBrk="1" latinLnBrk="0" hangingPunct="1">
                        <a:defRPr sz="1799" kern="1200">
                          <a:solidFill>
                            <a:schemeClr val="dk1"/>
                          </a:solidFill>
                          <a:latin typeface="Arial"/>
                        </a:defRPr>
                      </a:lvl2pPr>
                      <a:lvl3pPr marL="914126" algn="l" defTabSz="914126" rtl="0" eaLnBrk="1" latinLnBrk="0" hangingPunct="1">
                        <a:defRPr sz="1799" kern="1200">
                          <a:solidFill>
                            <a:schemeClr val="dk1"/>
                          </a:solidFill>
                          <a:latin typeface="Arial"/>
                        </a:defRPr>
                      </a:lvl3pPr>
                      <a:lvl4pPr marL="1371189" algn="l" defTabSz="914126" rtl="0" eaLnBrk="1" latinLnBrk="0" hangingPunct="1">
                        <a:defRPr sz="1799" kern="1200">
                          <a:solidFill>
                            <a:schemeClr val="dk1"/>
                          </a:solidFill>
                          <a:latin typeface="Arial"/>
                        </a:defRPr>
                      </a:lvl4pPr>
                      <a:lvl5pPr marL="1828251" algn="l" defTabSz="914126" rtl="0" eaLnBrk="1" latinLnBrk="0" hangingPunct="1">
                        <a:defRPr sz="1799" kern="1200">
                          <a:solidFill>
                            <a:schemeClr val="dk1"/>
                          </a:solidFill>
                          <a:latin typeface="Arial"/>
                        </a:defRPr>
                      </a:lvl5pPr>
                      <a:lvl6pPr marL="2285314" algn="l" defTabSz="914126" rtl="0" eaLnBrk="1" latinLnBrk="0" hangingPunct="1">
                        <a:defRPr sz="1799" kern="1200">
                          <a:solidFill>
                            <a:schemeClr val="dk1"/>
                          </a:solidFill>
                          <a:latin typeface="Arial"/>
                        </a:defRPr>
                      </a:lvl6pPr>
                      <a:lvl7pPr marL="2742377" algn="l" defTabSz="914126" rtl="0" eaLnBrk="1" latinLnBrk="0" hangingPunct="1">
                        <a:defRPr sz="1799" kern="1200">
                          <a:solidFill>
                            <a:schemeClr val="dk1"/>
                          </a:solidFill>
                          <a:latin typeface="Arial"/>
                        </a:defRPr>
                      </a:lvl7pPr>
                      <a:lvl8pPr marL="3199440" algn="l" defTabSz="914126" rtl="0" eaLnBrk="1" latinLnBrk="0" hangingPunct="1">
                        <a:defRPr sz="1799" kern="1200">
                          <a:solidFill>
                            <a:schemeClr val="dk1"/>
                          </a:solidFill>
                          <a:latin typeface="Arial"/>
                        </a:defRPr>
                      </a:lvl8pPr>
                      <a:lvl9pPr marL="3656503" algn="l" defTabSz="914126" rtl="0" eaLnBrk="1" latinLnBrk="0" hangingPunct="1">
                        <a:defRPr sz="1799" kern="1200">
                          <a:solidFill>
                            <a:schemeClr val="dk1"/>
                          </a:solidFill>
                          <a:latin typeface="Arial"/>
                        </a:defRPr>
                      </a:lvl9pPr>
                    </a:lstStyle>
                    <a:p>
                      <a:r>
                        <a:rPr lang="en-US" sz="1200" dirty="0"/>
                        <a:t>Concatenation low</a:t>
                      </a:r>
                      <a:r>
                        <a:rPr lang="en-US" sz="1200" baseline="0" dirty="0"/>
                        <a:t> to high</a:t>
                      </a:r>
                      <a:endParaRPr lang="en-US" sz="1200" dirty="0"/>
                    </a:p>
                  </a:txBody>
                  <a:tcPr marL="121888" marR="121888">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008CA8">
                        <a:tint val="40000"/>
                      </a:srgbClr>
                    </a:solidFill>
                  </a:tcPr>
                </a:tc>
                <a:tc>
                  <a:txBody>
                    <a:bodyPr/>
                    <a:lstStyle>
                      <a:lvl1pPr marL="0" algn="l" defTabSz="914126" rtl="0" eaLnBrk="1" latinLnBrk="0" hangingPunct="1">
                        <a:defRPr sz="1799" kern="1200">
                          <a:solidFill>
                            <a:schemeClr val="dk1"/>
                          </a:solidFill>
                          <a:latin typeface="Arial"/>
                        </a:defRPr>
                      </a:lvl1pPr>
                      <a:lvl2pPr marL="457063" algn="l" defTabSz="914126" rtl="0" eaLnBrk="1" latinLnBrk="0" hangingPunct="1">
                        <a:defRPr sz="1799" kern="1200">
                          <a:solidFill>
                            <a:schemeClr val="dk1"/>
                          </a:solidFill>
                          <a:latin typeface="Arial"/>
                        </a:defRPr>
                      </a:lvl2pPr>
                      <a:lvl3pPr marL="914126" algn="l" defTabSz="914126" rtl="0" eaLnBrk="1" latinLnBrk="0" hangingPunct="1">
                        <a:defRPr sz="1799" kern="1200">
                          <a:solidFill>
                            <a:schemeClr val="dk1"/>
                          </a:solidFill>
                          <a:latin typeface="Arial"/>
                        </a:defRPr>
                      </a:lvl3pPr>
                      <a:lvl4pPr marL="1371189" algn="l" defTabSz="914126" rtl="0" eaLnBrk="1" latinLnBrk="0" hangingPunct="1">
                        <a:defRPr sz="1799" kern="1200">
                          <a:solidFill>
                            <a:schemeClr val="dk1"/>
                          </a:solidFill>
                          <a:latin typeface="Arial"/>
                        </a:defRPr>
                      </a:lvl4pPr>
                      <a:lvl5pPr marL="1828251" algn="l" defTabSz="914126" rtl="0" eaLnBrk="1" latinLnBrk="0" hangingPunct="1">
                        <a:defRPr sz="1799" kern="1200">
                          <a:solidFill>
                            <a:schemeClr val="dk1"/>
                          </a:solidFill>
                          <a:latin typeface="Arial"/>
                        </a:defRPr>
                      </a:lvl5pPr>
                      <a:lvl6pPr marL="2285314" algn="l" defTabSz="914126" rtl="0" eaLnBrk="1" latinLnBrk="0" hangingPunct="1">
                        <a:defRPr sz="1799" kern="1200">
                          <a:solidFill>
                            <a:schemeClr val="dk1"/>
                          </a:solidFill>
                          <a:latin typeface="Arial"/>
                        </a:defRPr>
                      </a:lvl6pPr>
                      <a:lvl7pPr marL="2742377" algn="l" defTabSz="914126" rtl="0" eaLnBrk="1" latinLnBrk="0" hangingPunct="1">
                        <a:defRPr sz="1799" kern="1200">
                          <a:solidFill>
                            <a:schemeClr val="dk1"/>
                          </a:solidFill>
                          <a:latin typeface="Arial"/>
                        </a:defRPr>
                      </a:lvl7pPr>
                      <a:lvl8pPr marL="3199440" algn="l" defTabSz="914126" rtl="0" eaLnBrk="1" latinLnBrk="0" hangingPunct="1">
                        <a:defRPr sz="1799" kern="1200">
                          <a:solidFill>
                            <a:schemeClr val="dk1"/>
                          </a:solidFill>
                          <a:latin typeface="Arial"/>
                        </a:defRPr>
                      </a:lvl8pPr>
                      <a:lvl9pPr marL="3656503" algn="l" defTabSz="914126" rtl="0" eaLnBrk="1" latinLnBrk="0" hangingPunct="1">
                        <a:defRPr sz="1799" kern="1200">
                          <a:solidFill>
                            <a:schemeClr val="dk1"/>
                          </a:solidFill>
                          <a:latin typeface="Arial"/>
                        </a:defRPr>
                      </a:lvl9pPr>
                    </a:lstStyle>
                    <a:p>
                      <a:r>
                        <a:rPr lang="en-US" sz="1200" dirty="0"/>
                        <a:t>       res=</a:t>
                      </a:r>
                      <a:r>
                        <a:rPr lang="en-US" sz="1200" dirty="0" err="1"/>
                        <a:t>var_hi.concat</a:t>
                      </a:r>
                      <a:r>
                        <a:rPr lang="en-US" sz="1200" dirty="0"/>
                        <a:t>(</a:t>
                      </a:r>
                      <a:r>
                        <a:rPr lang="en-US" sz="1200" dirty="0" err="1"/>
                        <a:t>var_lo</a:t>
                      </a:r>
                      <a:r>
                        <a:rPr lang="en-US" sz="1200" dirty="0"/>
                        <a:t>);</a:t>
                      </a:r>
                    </a:p>
                    <a:p>
                      <a:r>
                        <a:rPr lang="en-US" sz="1200" dirty="0"/>
                        <a:t> Or  res= (</a:t>
                      </a:r>
                      <a:r>
                        <a:rPr lang="en-US" sz="1200" dirty="0" err="1"/>
                        <a:t>var</a:t>
                      </a:r>
                      <a:r>
                        <a:rPr lang="en-US" sz="1200" baseline="0" dirty="0" err="1"/>
                        <a:t>_hi</a:t>
                      </a:r>
                      <a:r>
                        <a:rPr lang="en-US" sz="1200" dirty="0" err="1"/>
                        <a:t>,var_</a:t>
                      </a:r>
                      <a:r>
                        <a:rPr lang="en-US" sz="1200" baseline="0" dirty="0" err="1"/>
                        <a:t>lo</a:t>
                      </a:r>
                      <a:r>
                        <a:rPr lang="en-US" sz="1200" dirty="0"/>
                        <a:t>)</a:t>
                      </a:r>
                    </a:p>
                  </a:txBody>
                  <a:tcPr marL="121888" marR="121888">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008CA8">
                        <a:tint val="40000"/>
                      </a:srgbClr>
                    </a:solidFill>
                  </a:tcPr>
                </a:tc>
                <a:extLst>
                  <a:ext uri="{0D108BD9-81ED-4DB2-BD59-A6C34878D82A}">
                    <a16:rowId xmlns:a16="http://schemas.microsoft.com/office/drawing/2014/main" val="10002"/>
                  </a:ext>
                </a:extLst>
              </a:tr>
              <a:tr h="117711">
                <a:tc>
                  <a:txBody>
                    <a:bodyPr/>
                    <a:lstStyle>
                      <a:lvl1pPr marL="0" algn="l" defTabSz="914126" rtl="0" eaLnBrk="1" latinLnBrk="0" hangingPunct="1">
                        <a:defRPr sz="1799" b="1" kern="1200">
                          <a:solidFill>
                            <a:schemeClr val="lt1"/>
                          </a:solidFill>
                          <a:latin typeface="Arial"/>
                        </a:defRPr>
                      </a:lvl1pPr>
                      <a:lvl2pPr marL="457063" algn="l" defTabSz="914126" rtl="0" eaLnBrk="1" latinLnBrk="0" hangingPunct="1">
                        <a:defRPr sz="1799" b="1" kern="1200">
                          <a:solidFill>
                            <a:schemeClr val="lt1"/>
                          </a:solidFill>
                          <a:latin typeface="Arial"/>
                        </a:defRPr>
                      </a:lvl2pPr>
                      <a:lvl3pPr marL="914126" algn="l" defTabSz="914126" rtl="0" eaLnBrk="1" latinLnBrk="0" hangingPunct="1">
                        <a:defRPr sz="1799" b="1" kern="1200">
                          <a:solidFill>
                            <a:schemeClr val="lt1"/>
                          </a:solidFill>
                          <a:latin typeface="Arial"/>
                        </a:defRPr>
                      </a:lvl3pPr>
                      <a:lvl4pPr marL="1371189" algn="l" defTabSz="914126" rtl="0" eaLnBrk="1" latinLnBrk="0" hangingPunct="1">
                        <a:defRPr sz="1799" b="1" kern="1200">
                          <a:solidFill>
                            <a:schemeClr val="lt1"/>
                          </a:solidFill>
                          <a:latin typeface="Arial"/>
                        </a:defRPr>
                      </a:lvl4pPr>
                      <a:lvl5pPr marL="1828251" algn="l" defTabSz="914126" rtl="0" eaLnBrk="1" latinLnBrk="0" hangingPunct="1">
                        <a:defRPr sz="1799" b="1" kern="1200">
                          <a:solidFill>
                            <a:schemeClr val="lt1"/>
                          </a:solidFill>
                          <a:latin typeface="Arial"/>
                        </a:defRPr>
                      </a:lvl5pPr>
                      <a:lvl6pPr marL="2285314" algn="l" defTabSz="914126" rtl="0" eaLnBrk="1" latinLnBrk="0" hangingPunct="1">
                        <a:defRPr sz="1799" b="1" kern="1200">
                          <a:solidFill>
                            <a:schemeClr val="lt1"/>
                          </a:solidFill>
                          <a:latin typeface="Arial"/>
                        </a:defRPr>
                      </a:lvl6pPr>
                      <a:lvl7pPr marL="2742377" algn="l" defTabSz="914126" rtl="0" eaLnBrk="1" latinLnBrk="0" hangingPunct="1">
                        <a:defRPr sz="1799" b="1" kern="1200">
                          <a:solidFill>
                            <a:schemeClr val="lt1"/>
                          </a:solidFill>
                          <a:latin typeface="Arial"/>
                        </a:defRPr>
                      </a:lvl7pPr>
                      <a:lvl8pPr marL="3199440" algn="l" defTabSz="914126" rtl="0" eaLnBrk="1" latinLnBrk="0" hangingPunct="1">
                        <a:defRPr sz="1799" b="1" kern="1200">
                          <a:solidFill>
                            <a:schemeClr val="lt1"/>
                          </a:solidFill>
                          <a:latin typeface="Arial"/>
                        </a:defRPr>
                      </a:lvl8pPr>
                      <a:lvl9pPr marL="3656503" algn="l" defTabSz="914126" rtl="0" eaLnBrk="1" latinLnBrk="0" hangingPunct="1">
                        <a:defRPr sz="1799" b="1" kern="1200">
                          <a:solidFill>
                            <a:schemeClr val="lt1"/>
                          </a:solidFill>
                          <a:latin typeface="Arial"/>
                        </a:defRPr>
                      </a:lvl9pPr>
                    </a:lstStyle>
                    <a:p>
                      <a:r>
                        <a:rPr lang="en-US" sz="1200" dirty="0"/>
                        <a:t>Range or Bit-select</a:t>
                      </a:r>
                    </a:p>
                  </a:txBody>
                  <a:tcPr marL="121888" marR="121888">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008CA8"/>
                    </a:solidFill>
                  </a:tcPr>
                </a:tc>
                <a:tc>
                  <a:txBody>
                    <a:bodyPr/>
                    <a:lstStyle>
                      <a:lvl1pPr marL="0" algn="l" defTabSz="914126" rtl="0" eaLnBrk="1" latinLnBrk="0" hangingPunct="1">
                        <a:defRPr sz="1799" kern="1200">
                          <a:solidFill>
                            <a:schemeClr val="dk1"/>
                          </a:solidFill>
                          <a:latin typeface="Arial"/>
                        </a:defRPr>
                      </a:lvl1pPr>
                      <a:lvl2pPr marL="457063" algn="l" defTabSz="914126" rtl="0" eaLnBrk="1" latinLnBrk="0" hangingPunct="1">
                        <a:defRPr sz="1799" kern="1200">
                          <a:solidFill>
                            <a:schemeClr val="dk1"/>
                          </a:solidFill>
                          <a:latin typeface="Arial"/>
                        </a:defRPr>
                      </a:lvl2pPr>
                      <a:lvl3pPr marL="914126" algn="l" defTabSz="914126" rtl="0" eaLnBrk="1" latinLnBrk="0" hangingPunct="1">
                        <a:defRPr sz="1799" kern="1200">
                          <a:solidFill>
                            <a:schemeClr val="dk1"/>
                          </a:solidFill>
                          <a:latin typeface="Arial"/>
                        </a:defRPr>
                      </a:lvl3pPr>
                      <a:lvl4pPr marL="1371189" algn="l" defTabSz="914126" rtl="0" eaLnBrk="1" latinLnBrk="0" hangingPunct="1">
                        <a:defRPr sz="1799" kern="1200">
                          <a:solidFill>
                            <a:schemeClr val="dk1"/>
                          </a:solidFill>
                          <a:latin typeface="Arial"/>
                        </a:defRPr>
                      </a:lvl4pPr>
                      <a:lvl5pPr marL="1828251" algn="l" defTabSz="914126" rtl="0" eaLnBrk="1" latinLnBrk="0" hangingPunct="1">
                        <a:defRPr sz="1799" kern="1200">
                          <a:solidFill>
                            <a:schemeClr val="dk1"/>
                          </a:solidFill>
                          <a:latin typeface="Arial"/>
                        </a:defRPr>
                      </a:lvl5pPr>
                      <a:lvl6pPr marL="2285314" algn="l" defTabSz="914126" rtl="0" eaLnBrk="1" latinLnBrk="0" hangingPunct="1">
                        <a:defRPr sz="1799" kern="1200">
                          <a:solidFill>
                            <a:schemeClr val="dk1"/>
                          </a:solidFill>
                          <a:latin typeface="Arial"/>
                        </a:defRPr>
                      </a:lvl6pPr>
                      <a:lvl7pPr marL="2742377" algn="l" defTabSz="914126" rtl="0" eaLnBrk="1" latinLnBrk="0" hangingPunct="1">
                        <a:defRPr sz="1799" kern="1200">
                          <a:solidFill>
                            <a:schemeClr val="dk1"/>
                          </a:solidFill>
                          <a:latin typeface="Arial"/>
                        </a:defRPr>
                      </a:lvl7pPr>
                      <a:lvl8pPr marL="3199440" algn="l" defTabSz="914126" rtl="0" eaLnBrk="1" latinLnBrk="0" hangingPunct="1">
                        <a:defRPr sz="1799" kern="1200">
                          <a:solidFill>
                            <a:schemeClr val="dk1"/>
                          </a:solidFill>
                          <a:latin typeface="Arial"/>
                        </a:defRPr>
                      </a:lvl8pPr>
                      <a:lvl9pPr marL="3656503" algn="l" defTabSz="914126" rtl="0" eaLnBrk="1" latinLnBrk="0" hangingPunct="1">
                        <a:defRPr sz="1799" kern="1200">
                          <a:solidFill>
                            <a:schemeClr val="dk1"/>
                          </a:solidFill>
                          <a:latin typeface="Arial"/>
                        </a:defRPr>
                      </a:lvl9p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200" dirty="0"/>
                        <a:t>Return a bit-range from high</a:t>
                      </a:r>
                      <a:r>
                        <a:rPr lang="en-US" sz="1200" baseline="0" dirty="0"/>
                        <a:t> to low or a specific bit.</a:t>
                      </a:r>
                      <a:endParaRPr lang="en-US" sz="1200" dirty="0"/>
                    </a:p>
                  </a:txBody>
                  <a:tcPr marL="121888" marR="121888">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008CA8">
                        <a:tint val="20000"/>
                      </a:srgbClr>
                    </a:solidFill>
                  </a:tcPr>
                </a:tc>
                <a:tc>
                  <a:txBody>
                    <a:bodyPr/>
                    <a:lstStyle>
                      <a:lvl1pPr marL="0" algn="l" defTabSz="914126" rtl="0" eaLnBrk="1" latinLnBrk="0" hangingPunct="1">
                        <a:defRPr sz="1799" kern="1200">
                          <a:solidFill>
                            <a:schemeClr val="dk1"/>
                          </a:solidFill>
                          <a:latin typeface="Arial"/>
                        </a:defRPr>
                      </a:lvl1pPr>
                      <a:lvl2pPr marL="457063" algn="l" defTabSz="914126" rtl="0" eaLnBrk="1" latinLnBrk="0" hangingPunct="1">
                        <a:defRPr sz="1799" kern="1200">
                          <a:solidFill>
                            <a:schemeClr val="dk1"/>
                          </a:solidFill>
                          <a:latin typeface="Arial"/>
                        </a:defRPr>
                      </a:lvl2pPr>
                      <a:lvl3pPr marL="914126" algn="l" defTabSz="914126" rtl="0" eaLnBrk="1" latinLnBrk="0" hangingPunct="1">
                        <a:defRPr sz="1799" kern="1200">
                          <a:solidFill>
                            <a:schemeClr val="dk1"/>
                          </a:solidFill>
                          <a:latin typeface="Arial"/>
                        </a:defRPr>
                      </a:lvl3pPr>
                      <a:lvl4pPr marL="1371189" algn="l" defTabSz="914126" rtl="0" eaLnBrk="1" latinLnBrk="0" hangingPunct="1">
                        <a:defRPr sz="1799" kern="1200">
                          <a:solidFill>
                            <a:schemeClr val="dk1"/>
                          </a:solidFill>
                          <a:latin typeface="Arial"/>
                        </a:defRPr>
                      </a:lvl4pPr>
                      <a:lvl5pPr marL="1828251" algn="l" defTabSz="914126" rtl="0" eaLnBrk="1" latinLnBrk="0" hangingPunct="1">
                        <a:defRPr sz="1799" kern="1200">
                          <a:solidFill>
                            <a:schemeClr val="dk1"/>
                          </a:solidFill>
                          <a:latin typeface="Arial"/>
                        </a:defRPr>
                      </a:lvl5pPr>
                      <a:lvl6pPr marL="2285314" algn="l" defTabSz="914126" rtl="0" eaLnBrk="1" latinLnBrk="0" hangingPunct="1">
                        <a:defRPr sz="1799" kern="1200">
                          <a:solidFill>
                            <a:schemeClr val="dk1"/>
                          </a:solidFill>
                          <a:latin typeface="Arial"/>
                        </a:defRPr>
                      </a:lvl6pPr>
                      <a:lvl7pPr marL="2742377" algn="l" defTabSz="914126" rtl="0" eaLnBrk="1" latinLnBrk="0" hangingPunct="1">
                        <a:defRPr sz="1799" kern="1200">
                          <a:solidFill>
                            <a:schemeClr val="dk1"/>
                          </a:solidFill>
                          <a:latin typeface="Arial"/>
                        </a:defRPr>
                      </a:lvl7pPr>
                      <a:lvl8pPr marL="3199440" algn="l" defTabSz="914126" rtl="0" eaLnBrk="1" latinLnBrk="0" hangingPunct="1">
                        <a:defRPr sz="1799" kern="1200">
                          <a:solidFill>
                            <a:schemeClr val="dk1"/>
                          </a:solidFill>
                          <a:latin typeface="Arial"/>
                        </a:defRPr>
                      </a:lvl8pPr>
                      <a:lvl9pPr marL="3656503" algn="l" defTabSz="914126" rtl="0" eaLnBrk="1" latinLnBrk="0" hangingPunct="1">
                        <a:defRPr sz="1799" kern="1200">
                          <a:solidFill>
                            <a:schemeClr val="dk1"/>
                          </a:solidFill>
                          <a:latin typeface="Arial"/>
                        </a:defRPr>
                      </a:lvl9p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200" dirty="0"/>
                        <a:t>      res=</a:t>
                      </a:r>
                      <a:r>
                        <a:rPr lang="en-US" sz="1200" dirty="0" err="1"/>
                        <a:t>var.range</a:t>
                      </a:r>
                      <a:r>
                        <a:rPr lang="en-US" sz="1200" dirty="0"/>
                        <a:t>(high </a:t>
                      </a:r>
                      <a:r>
                        <a:rPr lang="en-US" sz="1200" dirty="0" err="1"/>
                        <a:t>bit,low</a:t>
                      </a:r>
                      <a:r>
                        <a:rPr lang="en-US" sz="1200" dirty="0"/>
                        <a:t> bit); </a:t>
                      </a:r>
                    </a:p>
                    <a:p>
                      <a:pPr marL="0" marR="0" indent="0" algn="l" defTabSz="457200" rtl="0" eaLnBrk="1" fontAlgn="auto" latinLnBrk="0" hangingPunct="1">
                        <a:lnSpc>
                          <a:spcPct val="100000"/>
                        </a:lnSpc>
                        <a:spcBef>
                          <a:spcPts val="0"/>
                        </a:spcBef>
                        <a:spcAft>
                          <a:spcPts val="0"/>
                        </a:spcAft>
                        <a:buClrTx/>
                        <a:buSzTx/>
                        <a:buFontTx/>
                        <a:buNone/>
                        <a:tabLst/>
                        <a:defRPr/>
                      </a:pPr>
                      <a:r>
                        <a:rPr lang="en-US" sz="1200" dirty="0"/>
                        <a:t>Or </a:t>
                      </a:r>
                      <a:r>
                        <a:rPr lang="en-US" sz="1200" baseline="0" dirty="0"/>
                        <a:t> res=</a:t>
                      </a:r>
                      <a:r>
                        <a:rPr lang="en-US" sz="1200" baseline="0" dirty="0" err="1"/>
                        <a:t>var</a:t>
                      </a:r>
                      <a:r>
                        <a:rPr lang="en-US" sz="1200" baseline="0" dirty="0"/>
                        <a:t>[bit-number</a:t>
                      </a:r>
                      <a:r>
                        <a:rPr lang="en-US" sz="1200" dirty="0"/>
                        <a:t>]</a:t>
                      </a:r>
                    </a:p>
                  </a:txBody>
                  <a:tcPr marL="121888" marR="121888">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008CA8">
                        <a:tint val="20000"/>
                      </a:srgbClr>
                    </a:solidFill>
                  </a:tcPr>
                </a:tc>
                <a:extLst>
                  <a:ext uri="{0D108BD9-81ED-4DB2-BD59-A6C34878D82A}">
                    <a16:rowId xmlns:a16="http://schemas.microsoft.com/office/drawing/2014/main" val="10003"/>
                  </a:ext>
                </a:extLst>
              </a:tr>
              <a:tr h="117711">
                <a:tc>
                  <a:txBody>
                    <a:bodyPr/>
                    <a:lstStyle>
                      <a:lvl1pPr marL="0" algn="l" defTabSz="914126" rtl="0" eaLnBrk="1" latinLnBrk="0" hangingPunct="1">
                        <a:defRPr sz="1799" b="1" kern="1200">
                          <a:solidFill>
                            <a:schemeClr val="lt1"/>
                          </a:solidFill>
                          <a:latin typeface="Arial"/>
                        </a:defRPr>
                      </a:lvl1pPr>
                      <a:lvl2pPr marL="457063" algn="l" defTabSz="914126" rtl="0" eaLnBrk="1" latinLnBrk="0" hangingPunct="1">
                        <a:defRPr sz="1799" b="1" kern="1200">
                          <a:solidFill>
                            <a:schemeClr val="lt1"/>
                          </a:solidFill>
                          <a:latin typeface="Arial"/>
                        </a:defRPr>
                      </a:lvl2pPr>
                      <a:lvl3pPr marL="914126" algn="l" defTabSz="914126" rtl="0" eaLnBrk="1" latinLnBrk="0" hangingPunct="1">
                        <a:defRPr sz="1799" b="1" kern="1200">
                          <a:solidFill>
                            <a:schemeClr val="lt1"/>
                          </a:solidFill>
                          <a:latin typeface="Arial"/>
                        </a:defRPr>
                      </a:lvl3pPr>
                      <a:lvl4pPr marL="1371189" algn="l" defTabSz="914126" rtl="0" eaLnBrk="1" latinLnBrk="0" hangingPunct="1">
                        <a:defRPr sz="1799" b="1" kern="1200">
                          <a:solidFill>
                            <a:schemeClr val="lt1"/>
                          </a:solidFill>
                          <a:latin typeface="Arial"/>
                        </a:defRPr>
                      </a:lvl4pPr>
                      <a:lvl5pPr marL="1828251" algn="l" defTabSz="914126" rtl="0" eaLnBrk="1" latinLnBrk="0" hangingPunct="1">
                        <a:defRPr sz="1799" b="1" kern="1200">
                          <a:solidFill>
                            <a:schemeClr val="lt1"/>
                          </a:solidFill>
                          <a:latin typeface="Arial"/>
                        </a:defRPr>
                      </a:lvl5pPr>
                      <a:lvl6pPr marL="2285314" algn="l" defTabSz="914126" rtl="0" eaLnBrk="1" latinLnBrk="0" hangingPunct="1">
                        <a:defRPr sz="1799" b="1" kern="1200">
                          <a:solidFill>
                            <a:schemeClr val="lt1"/>
                          </a:solidFill>
                          <a:latin typeface="Arial"/>
                        </a:defRPr>
                      </a:lvl6pPr>
                      <a:lvl7pPr marL="2742377" algn="l" defTabSz="914126" rtl="0" eaLnBrk="1" latinLnBrk="0" hangingPunct="1">
                        <a:defRPr sz="1799" b="1" kern="1200">
                          <a:solidFill>
                            <a:schemeClr val="lt1"/>
                          </a:solidFill>
                          <a:latin typeface="Arial"/>
                        </a:defRPr>
                      </a:lvl7pPr>
                      <a:lvl8pPr marL="3199440" algn="l" defTabSz="914126" rtl="0" eaLnBrk="1" latinLnBrk="0" hangingPunct="1">
                        <a:defRPr sz="1799" b="1" kern="1200">
                          <a:solidFill>
                            <a:schemeClr val="lt1"/>
                          </a:solidFill>
                          <a:latin typeface="Arial"/>
                        </a:defRPr>
                      </a:lvl8pPr>
                      <a:lvl9pPr marL="3656503" algn="l" defTabSz="914126" rtl="0" eaLnBrk="1" latinLnBrk="0" hangingPunct="1">
                        <a:defRPr sz="1799" b="1" kern="1200">
                          <a:solidFill>
                            <a:schemeClr val="lt1"/>
                          </a:solidFill>
                          <a:latin typeface="Arial"/>
                        </a:defRPr>
                      </a:lvl9pPr>
                    </a:lstStyle>
                    <a:p>
                      <a:r>
                        <a:rPr lang="en-US" sz="1200" baseline="0" dirty="0"/>
                        <a:t>(n)</a:t>
                      </a:r>
                      <a:r>
                        <a:rPr lang="en-US" sz="1200" baseline="0" dirty="0" err="1"/>
                        <a:t>and_reduce</a:t>
                      </a:r>
                      <a:endParaRPr lang="en-US" sz="1200" dirty="0"/>
                    </a:p>
                  </a:txBody>
                  <a:tcPr marL="121888" marR="121888">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008CA8"/>
                    </a:solidFill>
                  </a:tcPr>
                </a:tc>
                <a:tc>
                  <a:txBody>
                    <a:bodyPr/>
                    <a:lstStyle>
                      <a:lvl1pPr marL="0" algn="l" defTabSz="914126" rtl="0" eaLnBrk="1" latinLnBrk="0" hangingPunct="1">
                        <a:defRPr sz="1799" kern="1200">
                          <a:solidFill>
                            <a:schemeClr val="dk1"/>
                          </a:solidFill>
                          <a:latin typeface="Arial"/>
                        </a:defRPr>
                      </a:lvl1pPr>
                      <a:lvl2pPr marL="457063" algn="l" defTabSz="914126" rtl="0" eaLnBrk="1" latinLnBrk="0" hangingPunct="1">
                        <a:defRPr sz="1799" kern="1200">
                          <a:solidFill>
                            <a:schemeClr val="dk1"/>
                          </a:solidFill>
                          <a:latin typeface="Arial"/>
                        </a:defRPr>
                      </a:lvl2pPr>
                      <a:lvl3pPr marL="914126" algn="l" defTabSz="914126" rtl="0" eaLnBrk="1" latinLnBrk="0" hangingPunct="1">
                        <a:defRPr sz="1799" kern="1200">
                          <a:solidFill>
                            <a:schemeClr val="dk1"/>
                          </a:solidFill>
                          <a:latin typeface="Arial"/>
                        </a:defRPr>
                      </a:lvl3pPr>
                      <a:lvl4pPr marL="1371189" algn="l" defTabSz="914126" rtl="0" eaLnBrk="1" latinLnBrk="0" hangingPunct="1">
                        <a:defRPr sz="1799" kern="1200">
                          <a:solidFill>
                            <a:schemeClr val="dk1"/>
                          </a:solidFill>
                          <a:latin typeface="Arial"/>
                        </a:defRPr>
                      </a:lvl4pPr>
                      <a:lvl5pPr marL="1828251" algn="l" defTabSz="914126" rtl="0" eaLnBrk="1" latinLnBrk="0" hangingPunct="1">
                        <a:defRPr sz="1799" kern="1200">
                          <a:solidFill>
                            <a:schemeClr val="dk1"/>
                          </a:solidFill>
                          <a:latin typeface="Arial"/>
                        </a:defRPr>
                      </a:lvl5pPr>
                      <a:lvl6pPr marL="2285314" algn="l" defTabSz="914126" rtl="0" eaLnBrk="1" latinLnBrk="0" hangingPunct="1">
                        <a:defRPr sz="1799" kern="1200">
                          <a:solidFill>
                            <a:schemeClr val="dk1"/>
                          </a:solidFill>
                          <a:latin typeface="Arial"/>
                        </a:defRPr>
                      </a:lvl6pPr>
                      <a:lvl7pPr marL="2742377" algn="l" defTabSz="914126" rtl="0" eaLnBrk="1" latinLnBrk="0" hangingPunct="1">
                        <a:defRPr sz="1799" kern="1200">
                          <a:solidFill>
                            <a:schemeClr val="dk1"/>
                          </a:solidFill>
                          <a:latin typeface="Arial"/>
                        </a:defRPr>
                      </a:lvl7pPr>
                      <a:lvl8pPr marL="3199440" algn="l" defTabSz="914126" rtl="0" eaLnBrk="1" latinLnBrk="0" hangingPunct="1">
                        <a:defRPr sz="1799" kern="1200">
                          <a:solidFill>
                            <a:schemeClr val="dk1"/>
                          </a:solidFill>
                          <a:latin typeface="Arial"/>
                        </a:defRPr>
                      </a:lvl8pPr>
                      <a:lvl9pPr marL="3656503" algn="l" defTabSz="914126" rtl="0" eaLnBrk="1" latinLnBrk="0" hangingPunct="1">
                        <a:defRPr sz="1799" kern="1200">
                          <a:solidFill>
                            <a:schemeClr val="dk1"/>
                          </a:solidFill>
                          <a:latin typeface="Arial"/>
                        </a:defRPr>
                      </a:lvl9pPr>
                    </a:lstStyle>
                    <a:p>
                      <a:r>
                        <a:rPr lang="en-US" sz="1200" baseline="0" dirty="0"/>
                        <a:t>(N)And reduce all bits.</a:t>
                      </a:r>
                      <a:endParaRPr lang="en-US" sz="1200" dirty="0"/>
                    </a:p>
                  </a:txBody>
                  <a:tcPr marL="121888" marR="121888">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008CA8">
                        <a:tint val="40000"/>
                      </a:srgbClr>
                    </a:solidFill>
                  </a:tcPr>
                </a:tc>
                <a:tc>
                  <a:txBody>
                    <a:bodyPr/>
                    <a:lstStyle>
                      <a:lvl1pPr marL="0" algn="l" defTabSz="914126" rtl="0" eaLnBrk="1" latinLnBrk="0" hangingPunct="1">
                        <a:defRPr sz="1799" kern="1200">
                          <a:solidFill>
                            <a:schemeClr val="dk1"/>
                          </a:solidFill>
                          <a:latin typeface="Arial"/>
                        </a:defRPr>
                      </a:lvl1pPr>
                      <a:lvl2pPr marL="457063" algn="l" defTabSz="914126" rtl="0" eaLnBrk="1" latinLnBrk="0" hangingPunct="1">
                        <a:defRPr sz="1799" kern="1200">
                          <a:solidFill>
                            <a:schemeClr val="dk1"/>
                          </a:solidFill>
                          <a:latin typeface="Arial"/>
                        </a:defRPr>
                      </a:lvl2pPr>
                      <a:lvl3pPr marL="914126" algn="l" defTabSz="914126" rtl="0" eaLnBrk="1" latinLnBrk="0" hangingPunct="1">
                        <a:defRPr sz="1799" kern="1200">
                          <a:solidFill>
                            <a:schemeClr val="dk1"/>
                          </a:solidFill>
                          <a:latin typeface="Arial"/>
                        </a:defRPr>
                      </a:lvl3pPr>
                      <a:lvl4pPr marL="1371189" algn="l" defTabSz="914126" rtl="0" eaLnBrk="1" latinLnBrk="0" hangingPunct="1">
                        <a:defRPr sz="1799" kern="1200">
                          <a:solidFill>
                            <a:schemeClr val="dk1"/>
                          </a:solidFill>
                          <a:latin typeface="Arial"/>
                        </a:defRPr>
                      </a:lvl4pPr>
                      <a:lvl5pPr marL="1828251" algn="l" defTabSz="914126" rtl="0" eaLnBrk="1" latinLnBrk="0" hangingPunct="1">
                        <a:defRPr sz="1799" kern="1200">
                          <a:solidFill>
                            <a:schemeClr val="dk1"/>
                          </a:solidFill>
                          <a:latin typeface="Arial"/>
                        </a:defRPr>
                      </a:lvl5pPr>
                      <a:lvl6pPr marL="2285314" algn="l" defTabSz="914126" rtl="0" eaLnBrk="1" latinLnBrk="0" hangingPunct="1">
                        <a:defRPr sz="1799" kern="1200">
                          <a:solidFill>
                            <a:schemeClr val="dk1"/>
                          </a:solidFill>
                          <a:latin typeface="Arial"/>
                        </a:defRPr>
                      </a:lvl6pPr>
                      <a:lvl7pPr marL="2742377" algn="l" defTabSz="914126" rtl="0" eaLnBrk="1" latinLnBrk="0" hangingPunct="1">
                        <a:defRPr sz="1799" kern="1200">
                          <a:solidFill>
                            <a:schemeClr val="dk1"/>
                          </a:solidFill>
                          <a:latin typeface="Arial"/>
                        </a:defRPr>
                      </a:lvl7pPr>
                      <a:lvl8pPr marL="3199440" algn="l" defTabSz="914126" rtl="0" eaLnBrk="1" latinLnBrk="0" hangingPunct="1">
                        <a:defRPr sz="1799" kern="1200">
                          <a:solidFill>
                            <a:schemeClr val="dk1"/>
                          </a:solidFill>
                          <a:latin typeface="Arial"/>
                        </a:defRPr>
                      </a:lvl8pPr>
                      <a:lvl9pPr marL="3656503" algn="l" defTabSz="914126" rtl="0" eaLnBrk="1" latinLnBrk="0" hangingPunct="1">
                        <a:defRPr sz="1799" kern="1200">
                          <a:solidFill>
                            <a:schemeClr val="dk1"/>
                          </a:solidFill>
                          <a:latin typeface="Arial"/>
                        </a:defRPr>
                      </a:lvl9pPr>
                    </a:lstStyle>
                    <a:p>
                      <a:r>
                        <a:rPr lang="en-US" sz="1200" kern="1200" dirty="0" err="1">
                          <a:solidFill>
                            <a:schemeClr val="dk1"/>
                          </a:solidFill>
                          <a:latin typeface="+mn-lt"/>
                          <a:ea typeface="+mn-ea"/>
                          <a:cs typeface="+mn-cs"/>
                        </a:rPr>
                        <a:t>bool</a:t>
                      </a:r>
                      <a:r>
                        <a:rPr lang="en-US" sz="1200" kern="1200" dirty="0">
                          <a:solidFill>
                            <a:schemeClr val="dk1"/>
                          </a:solidFill>
                          <a:latin typeface="+mn-lt"/>
                          <a:ea typeface="+mn-ea"/>
                          <a:cs typeface="+mn-cs"/>
                        </a:rPr>
                        <a:t> t = </a:t>
                      </a:r>
                      <a:r>
                        <a:rPr lang="en-US" sz="1200" kern="1200" dirty="0" err="1">
                          <a:solidFill>
                            <a:schemeClr val="dk1"/>
                          </a:solidFill>
                          <a:latin typeface="+mn-lt"/>
                          <a:ea typeface="+mn-ea"/>
                          <a:cs typeface="+mn-cs"/>
                        </a:rPr>
                        <a:t>var.and_reduce</a:t>
                      </a:r>
                      <a:r>
                        <a:rPr lang="en-US" sz="1200" kern="1200" dirty="0">
                          <a:solidFill>
                            <a:schemeClr val="dk1"/>
                          </a:solidFill>
                          <a:latin typeface="+mn-lt"/>
                          <a:ea typeface="+mn-ea"/>
                          <a:cs typeface="+mn-cs"/>
                        </a:rPr>
                        <a:t>(); </a:t>
                      </a:r>
                      <a:endParaRPr lang="en-US" sz="1200" dirty="0"/>
                    </a:p>
                  </a:txBody>
                  <a:tcPr marL="121888" marR="121888">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008CA8">
                        <a:tint val="40000"/>
                      </a:srgbClr>
                    </a:solidFill>
                  </a:tcPr>
                </a:tc>
                <a:extLst>
                  <a:ext uri="{0D108BD9-81ED-4DB2-BD59-A6C34878D82A}">
                    <a16:rowId xmlns:a16="http://schemas.microsoft.com/office/drawing/2014/main" val="10004"/>
                  </a:ext>
                </a:extLst>
              </a:tr>
              <a:tr h="0">
                <a:tc>
                  <a:txBody>
                    <a:bodyPr/>
                    <a:lstStyle>
                      <a:lvl1pPr marL="0" algn="l" defTabSz="914126" rtl="0" eaLnBrk="1" latinLnBrk="0" hangingPunct="1">
                        <a:defRPr sz="1799" b="1" kern="1200">
                          <a:solidFill>
                            <a:schemeClr val="lt1"/>
                          </a:solidFill>
                          <a:latin typeface="Arial"/>
                        </a:defRPr>
                      </a:lvl1pPr>
                      <a:lvl2pPr marL="457063" algn="l" defTabSz="914126" rtl="0" eaLnBrk="1" latinLnBrk="0" hangingPunct="1">
                        <a:defRPr sz="1799" b="1" kern="1200">
                          <a:solidFill>
                            <a:schemeClr val="lt1"/>
                          </a:solidFill>
                          <a:latin typeface="Arial"/>
                        </a:defRPr>
                      </a:lvl2pPr>
                      <a:lvl3pPr marL="914126" algn="l" defTabSz="914126" rtl="0" eaLnBrk="1" latinLnBrk="0" hangingPunct="1">
                        <a:defRPr sz="1799" b="1" kern="1200">
                          <a:solidFill>
                            <a:schemeClr val="lt1"/>
                          </a:solidFill>
                          <a:latin typeface="Arial"/>
                        </a:defRPr>
                      </a:lvl3pPr>
                      <a:lvl4pPr marL="1371189" algn="l" defTabSz="914126" rtl="0" eaLnBrk="1" latinLnBrk="0" hangingPunct="1">
                        <a:defRPr sz="1799" b="1" kern="1200">
                          <a:solidFill>
                            <a:schemeClr val="lt1"/>
                          </a:solidFill>
                          <a:latin typeface="Arial"/>
                        </a:defRPr>
                      </a:lvl4pPr>
                      <a:lvl5pPr marL="1828251" algn="l" defTabSz="914126" rtl="0" eaLnBrk="1" latinLnBrk="0" hangingPunct="1">
                        <a:defRPr sz="1799" b="1" kern="1200">
                          <a:solidFill>
                            <a:schemeClr val="lt1"/>
                          </a:solidFill>
                          <a:latin typeface="Arial"/>
                        </a:defRPr>
                      </a:lvl5pPr>
                      <a:lvl6pPr marL="2285314" algn="l" defTabSz="914126" rtl="0" eaLnBrk="1" latinLnBrk="0" hangingPunct="1">
                        <a:defRPr sz="1799" b="1" kern="1200">
                          <a:solidFill>
                            <a:schemeClr val="lt1"/>
                          </a:solidFill>
                          <a:latin typeface="Arial"/>
                        </a:defRPr>
                      </a:lvl6pPr>
                      <a:lvl7pPr marL="2742377" algn="l" defTabSz="914126" rtl="0" eaLnBrk="1" latinLnBrk="0" hangingPunct="1">
                        <a:defRPr sz="1799" b="1" kern="1200">
                          <a:solidFill>
                            <a:schemeClr val="lt1"/>
                          </a:solidFill>
                          <a:latin typeface="Arial"/>
                        </a:defRPr>
                      </a:lvl7pPr>
                      <a:lvl8pPr marL="3199440" algn="l" defTabSz="914126" rtl="0" eaLnBrk="1" latinLnBrk="0" hangingPunct="1">
                        <a:defRPr sz="1799" b="1" kern="1200">
                          <a:solidFill>
                            <a:schemeClr val="lt1"/>
                          </a:solidFill>
                          <a:latin typeface="Arial"/>
                        </a:defRPr>
                      </a:lvl8pPr>
                      <a:lvl9pPr marL="3656503" algn="l" defTabSz="914126" rtl="0" eaLnBrk="1" latinLnBrk="0" hangingPunct="1">
                        <a:defRPr sz="1799" b="1" kern="1200">
                          <a:solidFill>
                            <a:schemeClr val="lt1"/>
                          </a:solidFill>
                          <a:latin typeface="Arial"/>
                        </a:defRPr>
                      </a:lvl9pPr>
                    </a:lstStyle>
                    <a:p>
                      <a:r>
                        <a:rPr lang="en-US" sz="1200" baseline="0" dirty="0"/>
                        <a:t>(n)</a:t>
                      </a:r>
                      <a:r>
                        <a:rPr lang="en-US" sz="1200" baseline="0" dirty="0" err="1"/>
                        <a:t>or_reduce</a:t>
                      </a:r>
                      <a:endParaRPr lang="en-US" sz="1200" dirty="0"/>
                    </a:p>
                  </a:txBody>
                  <a:tcPr marL="121888" marR="121888">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008CA8"/>
                    </a:solidFill>
                  </a:tcPr>
                </a:tc>
                <a:tc>
                  <a:txBody>
                    <a:bodyPr/>
                    <a:lstStyle>
                      <a:lvl1pPr marL="0" algn="l" defTabSz="914126" rtl="0" eaLnBrk="1" latinLnBrk="0" hangingPunct="1">
                        <a:defRPr sz="1799" kern="1200">
                          <a:solidFill>
                            <a:schemeClr val="dk1"/>
                          </a:solidFill>
                          <a:latin typeface="Arial"/>
                        </a:defRPr>
                      </a:lvl1pPr>
                      <a:lvl2pPr marL="457063" algn="l" defTabSz="914126" rtl="0" eaLnBrk="1" latinLnBrk="0" hangingPunct="1">
                        <a:defRPr sz="1799" kern="1200">
                          <a:solidFill>
                            <a:schemeClr val="dk1"/>
                          </a:solidFill>
                          <a:latin typeface="Arial"/>
                        </a:defRPr>
                      </a:lvl2pPr>
                      <a:lvl3pPr marL="914126" algn="l" defTabSz="914126" rtl="0" eaLnBrk="1" latinLnBrk="0" hangingPunct="1">
                        <a:defRPr sz="1799" kern="1200">
                          <a:solidFill>
                            <a:schemeClr val="dk1"/>
                          </a:solidFill>
                          <a:latin typeface="Arial"/>
                        </a:defRPr>
                      </a:lvl3pPr>
                      <a:lvl4pPr marL="1371189" algn="l" defTabSz="914126" rtl="0" eaLnBrk="1" latinLnBrk="0" hangingPunct="1">
                        <a:defRPr sz="1799" kern="1200">
                          <a:solidFill>
                            <a:schemeClr val="dk1"/>
                          </a:solidFill>
                          <a:latin typeface="Arial"/>
                        </a:defRPr>
                      </a:lvl4pPr>
                      <a:lvl5pPr marL="1828251" algn="l" defTabSz="914126" rtl="0" eaLnBrk="1" latinLnBrk="0" hangingPunct="1">
                        <a:defRPr sz="1799" kern="1200">
                          <a:solidFill>
                            <a:schemeClr val="dk1"/>
                          </a:solidFill>
                          <a:latin typeface="Arial"/>
                        </a:defRPr>
                      </a:lvl5pPr>
                      <a:lvl6pPr marL="2285314" algn="l" defTabSz="914126" rtl="0" eaLnBrk="1" latinLnBrk="0" hangingPunct="1">
                        <a:defRPr sz="1799" kern="1200">
                          <a:solidFill>
                            <a:schemeClr val="dk1"/>
                          </a:solidFill>
                          <a:latin typeface="Arial"/>
                        </a:defRPr>
                      </a:lvl6pPr>
                      <a:lvl7pPr marL="2742377" algn="l" defTabSz="914126" rtl="0" eaLnBrk="1" latinLnBrk="0" hangingPunct="1">
                        <a:defRPr sz="1799" kern="1200">
                          <a:solidFill>
                            <a:schemeClr val="dk1"/>
                          </a:solidFill>
                          <a:latin typeface="Arial"/>
                        </a:defRPr>
                      </a:lvl7pPr>
                      <a:lvl8pPr marL="3199440" algn="l" defTabSz="914126" rtl="0" eaLnBrk="1" latinLnBrk="0" hangingPunct="1">
                        <a:defRPr sz="1799" kern="1200">
                          <a:solidFill>
                            <a:schemeClr val="dk1"/>
                          </a:solidFill>
                          <a:latin typeface="Arial"/>
                        </a:defRPr>
                      </a:lvl8pPr>
                      <a:lvl9pPr marL="3656503" algn="l" defTabSz="914126" rtl="0" eaLnBrk="1" latinLnBrk="0" hangingPunct="1">
                        <a:defRPr sz="1799" kern="1200">
                          <a:solidFill>
                            <a:schemeClr val="dk1"/>
                          </a:solidFill>
                          <a:latin typeface="Arial"/>
                        </a:defRPr>
                      </a:lvl9p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200" b="0" kern="1200" dirty="0">
                          <a:solidFill>
                            <a:schemeClr val="dk1"/>
                          </a:solidFill>
                          <a:latin typeface="+mn-lt"/>
                          <a:ea typeface="+mn-ea"/>
                          <a:cs typeface="+mn-cs"/>
                        </a:rPr>
                        <a:t>(N)Or reduce all bits</a:t>
                      </a:r>
                    </a:p>
                  </a:txBody>
                  <a:tcPr marL="121888" marR="121888">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008CA8">
                        <a:tint val="20000"/>
                      </a:srgbClr>
                    </a:solidFill>
                  </a:tcPr>
                </a:tc>
                <a:tc>
                  <a:txBody>
                    <a:bodyPr/>
                    <a:lstStyle>
                      <a:lvl1pPr marL="0" algn="l" defTabSz="914126" rtl="0" eaLnBrk="1" latinLnBrk="0" hangingPunct="1">
                        <a:defRPr sz="1799" kern="1200">
                          <a:solidFill>
                            <a:schemeClr val="dk1"/>
                          </a:solidFill>
                          <a:latin typeface="Arial"/>
                        </a:defRPr>
                      </a:lvl1pPr>
                      <a:lvl2pPr marL="457063" algn="l" defTabSz="914126" rtl="0" eaLnBrk="1" latinLnBrk="0" hangingPunct="1">
                        <a:defRPr sz="1799" kern="1200">
                          <a:solidFill>
                            <a:schemeClr val="dk1"/>
                          </a:solidFill>
                          <a:latin typeface="Arial"/>
                        </a:defRPr>
                      </a:lvl2pPr>
                      <a:lvl3pPr marL="914126" algn="l" defTabSz="914126" rtl="0" eaLnBrk="1" latinLnBrk="0" hangingPunct="1">
                        <a:defRPr sz="1799" kern="1200">
                          <a:solidFill>
                            <a:schemeClr val="dk1"/>
                          </a:solidFill>
                          <a:latin typeface="Arial"/>
                        </a:defRPr>
                      </a:lvl3pPr>
                      <a:lvl4pPr marL="1371189" algn="l" defTabSz="914126" rtl="0" eaLnBrk="1" latinLnBrk="0" hangingPunct="1">
                        <a:defRPr sz="1799" kern="1200">
                          <a:solidFill>
                            <a:schemeClr val="dk1"/>
                          </a:solidFill>
                          <a:latin typeface="Arial"/>
                        </a:defRPr>
                      </a:lvl4pPr>
                      <a:lvl5pPr marL="1828251" algn="l" defTabSz="914126" rtl="0" eaLnBrk="1" latinLnBrk="0" hangingPunct="1">
                        <a:defRPr sz="1799" kern="1200">
                          <a:solidFill>
                            <a:schemeClr val="dk1"/>
                          </a:solidFill>
                          <a:latin typeface="Arial"/>
                        </a:defRPr>
                      </a:lvl5pPr>
                      <a:lvl6pPr marL="2285314" algn="l" defTabSz="914126" rtl="0" eaLnBrk="1" latinLnBrk="0" hangingPunct="1">
                        <a:defRPr sz="1799" kern="1200">
                          <a:solidFill>
                            <a:schemeClr val="dk1"/>
                          </a:solidFill>
                          <a:latin typeface="Arial"/>
                        </a:defRPr>
                      </a:lvl6pPr>
                      <a:lvl7pPr marL="2742377" algn="l" defTabSz="914126" rtl="0" eaLnBrk="1" latinLnBrk="0" hangingPunct="1">
                        <a:defRPr sz="1799" kern="1200">
                          <a:solidFill>
                            <a:schemeClr val="dk1"/>
                          </a:solidFill>
                          <a:latin typeface="Arial"/>
                        </a:defRPr>
                      </a:lvl7pPr>
                      <a:lvl8pPr marL="3199440" algn="l" defTabSz="914126" rtl="0" eaLnBrk="1" latinLnBrk="0" hangingPunct="1">
                        <a:defRPr sz="1799" kern="1200">
                          <a:solidFill>
                            <a:schemeClr val="dk1"/>
                          </a:solidFill>
                          <a:latin typeface="Arial"/>
                        </a:defRPr>
                      </a:lvl8pPr>
                      <a:lvl9pPr marL="3656503" algn="l" defTabSz="914126" rtl="0" eaLnBrk="1" latinLnBrk="0" hangingPunct="1">
                        <a:defRPr sz="1799" kern="1200">
                          <a:solidFill>
                            <a:schemeClr val="dk1"/>
                          </a:solidFill>
                          <a:latin typeface="Arial"/>
                        </a:defRPr>
                      </a:lvl9p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200" kern="1200" dirty="0" err="1">
                          <a:solidFill>
                            <a:schemeClr val="dk1"/>
                          </a:solidFill>
                          <a:latin typeface="+mn-lt"/>
                          <a:ea typeface="+mn-ea"/>
                          <a:cs typeface="+mn-cs"/>
                        </a:rPr>
                        <a:t>bool</a:t>
                      </a:r>
                      <a:r>
                        <a:rPr lang="en-US" sz="1200" kern="1200" dirty="0">
                          <a:solidFill>
                            <a:schemeClr val="dk1"/>
                          </a:solidFill>
                          <a:latin typeface="+mn-lt"/>
                          <a:ea typeface="+mn-ea"/>
                          <a:cs typeface="+mn-cs"/>
                        </a:rPr>
                        <a:t> t = </a:t>
                      </a:r>
                      <a:r>
                        <a:rPr lang="en-US" sz="1200" kern="1200" dirty="0" err="1">
                          <a:solidFill>
                            <a:schemeClr val="dk1"/>
                          </a:solidFill>
                          <a:latin typeface="+mn-lt"/>
                          <a:ea typeface="+mn-ea"/>
                          <a:cs typeface="+mn-cs"/>
                        </a:rPr>
                        <a:t>var.or_reduce</a:t>
                      </a:r>
                      <a:r>
                        <a:rPr lang="en-US" sz="1200" kern="1200" dirty="0">
                          <a:solidFill>
                            <a:schemeClr val="dk1"/>
                          </a:solidFill>
                          <a:latin typeface="+mn-lt"/>
                          <a:ea typeface="+mn-ea"/>
                          <a:cs typeface="+mn-cs"/>
                        </a:rPr>
                        <a:t>(); </a:t>
                      </a:r>
                      <a:endParaRPr lang="en-US" sz="1200" dirty="0"/>
                    </a:p>
                  </a:txBody>
                  <a:tcPr marL="121888" marR="121888">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008CA8">
                        <a:tint val="20000"/>
                      </a:srgbClr>
                    </a:solidFill>
                  </a:tcPr>
                </a:tc>
                <a:extLst>
                  <a:ext uri="{0D108BD9-81ED-4DB2-BD59-A6C34878D82A}">
                    <a16:rowId xmlns:a16="http://schemas.microsoft.com/office/drawing/2014/main" val="10005"/>
                  </a:ext>
                </a:extLst>
              </a:tr>
              <a:tr h="0">
                <a:tc>
                  <a:txBody>
                    <a:bodyPr/>
                    <a:lstStyle>
                      <a:lvl1pPr marL="0" algn="l" defTabSz="914126" rtl="0" eaLnBrk="1" latinLnBrk="0" hangingPunct="1">
                        <a:defRPr sz="1799" b="1" kern="1200">
                          <a:solidFill>
                            <a:schemeClr val="lt1"/>
                          </a:solidFill>
                          <a:latin typeface="Arial"/>
                        </a:defRPr>
                      </a:lvl1pPr>
                      <a:lvl2pPr marL="457063" algn="l" defTabSz="914126" rtl="0" eaLnBrk="1" latinLnBrk="0" hangingPunct="1">
                        <a:defRPr sz="1799" b="1" kern="1200">
                          <a:solidFill>
                            <a:schemeClr val="lt1"/>
                          </a:solidFill>
                          <a:latin typeface="Arial"/>
                        </a:defRPr>
                      </a:lvl2pPr>
                      <a:lvl3pPr marL="914126" algn="l" defTabSz="914126" rtl="0" eaLnBrk="1" latinLnBrk="0" hangingPunct="1">
                        <a:defRPr sz="1799" b="1" kern="1200">
                          <a:solidFill>
                            <a:schemeClr val="lt1"/>
                          </a:solidFill>
                          <a:latin typeface="Arial"/>
                        </a:defRPr>
                      </a:lvl3pPr>
                      <a:lvl4pPr marL="1371189" algn="l" defTabSz="914126" rtl="0" eaLnBrk="1" latinLnBrk="0" hangingPunct="1">
                        <a:defRPr sz="1799" b="1" kern="1200">
                          <a:solidFill>
                            <a:schemeClr val="lt1"/>
                          </a:solidFill>
                          <a:latin typeface="Arial"/>
                        </a:defRPr>
                      </a:lvl4pPr>
                      <a:lvl5pPr marL="1828251" algn="l" defTabSz="914126" rtl="0" eaLnBrk="1" latinLnBrk="0" hangingPunct="1">
                        <a:defRPr sz="1799" b="1" kern="1200">
                          <a:solidFill>
                            <a:schemeClr val="lt1"/>
                          </a:solidFill>
                          <a:latin typeface="Arial"/>
                        </a:defRPr>
                      </a:lvl5pPr>
                      <a:lvl6pPr marL="2285314" algn="l" defTabSz="914126" rtl="0" eaLnBrk="1" latinLnBrk="0" hangingPunct="1">
                        <a:defRPr sz="1799" b="1" kern="1200">
                          <a:solidFill>
                            <a:schemeClr val="lt1"/>
                          </a:solidFill>
                          <a:latin typeface="Arial"/>
                        </a:defRPr>
                      </a:lvl6pPr>
                      <a:lvl7pPr marL="2742377" algn="l" defTabSz="914126" rtl="0" eaLnBrk="1" latinLnBrk="0" hangingPunct="1">
                        <a:defRPr sz="1799" b="1" kern="1200">
                          <a:solidFill>
                            <a:schemeClr val="lt1"/>
                          </a:solidFill>
                          <a:latin typeface="Arial"/>
                        </a:defRPr>
                      </a:lvl7pPr>
                      <a:lvl8pPr marL="3199440" algn="l" defTabSz="914126" rtl="0" eaLnBrk="1" latinLnBrk="0" hangingPunct="1">
                        <a:defRPr sz="1799" b="1" kern="1200">
                          <a:solidFill>
                            <a:schemeClr val="lt1"/>
                          </a:solidFill>
                          <a:latin typeface="Arial"/>
                        </a:defRPr>
                      </a:lvl8pPr>
                      <a:lvl9pPr marL="3656503" algn="l" defTabSz="914126" rtl="0" eaLnBrk="1" latinLnBrk="0" hangingPunct="1">
                        <a:defRPr sz="1799" b="1" kern="1200">
                          <a:solidFill>
                            <a:schemeClr val="lt1"/>
                          </a:solidFill>
                          <a:latin typeface="Arial"/>
                        </a:defRPr>
                      </a:lvl9pPr>
                    </a:lstStyle>
                    <a:p>
                      <a:r>
                        <a:rPr lang="en-US" sz="1200" dirty="0"/>
                        <a:t>X(n)</a:t>
                      </a:r>
                      <a:r>
                        <a:rPr lang="en-US" sz="1200" dirty="0" err="1"/>
                        <a:t>or_reduce</a:t>
                      </a:r>
                      <a:endParaRPr lang="en-US" sz="1200" dirty="0"/>
                    </a:p>
                  </a:txBody>
                  <a:tcPr marL="121888" marR="121888">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008CA8"/>
                    </a:solidFill>
                  </a:tcPr>
                </a:tc>
                <a:tc>
                  <a:txBody>
                    <a:bodyPr/>
                    <a:lstStyle>
                      <a:lvl1pPr marL="0" algn="l" defTabSz="914126" rtl="0" eaLnBrk="1" latinLnBrk="0" hangingPunct="1">
                        <a:defRPr sz="1799" kern="1200">
                          <a:solidFill>
                            <a:schemeClr val="dk1"/>
                          </a:solidFill>
                          <a:latin typeface="Arial"/>
                        </a:defRPr>
                      </a:lvl1pPr>
                      <a:lvl2pPr marL="457063" algn="l" defTabSz="914126" rtl="0" eaLnBrk="1" latinLnBrk="0" hangingPunct="1">
                        <a:defRPr sz="1799" kern="1200">
                          <a:solidFill>
                            <a:schemeClr val="dk1"/>
                          </a:solidFill>
                          <a:latin typeface="Arial"/>
                        </a:defRPr>
                      </a:lvl2pPr>
                      <a:lvl3pPr marL="914126" algn="l" defTabSz="914126" rtl="0" eaLnBrk="1" latinLnBrk="0" hangingPunct="1">
                        <a:defRPr sz="1799" kern="1200">
                          <a:solidFill>
                            <a:schemeClr val="dk1"/>
                          </a:solidFill>
                          <a:latin typeface="Arial"/>
                        </a:defRPr>
                      </a:lvl3pPr>
                      <a:lvl4pPr marL="1371189" algn="l" defTabSz="914126" rtl="0" eaLnBrk="1" latinLnBrk="0" hangingPunct="1">
                        <a:defRPr sz="1799" kern="1200">
                          <a:solidFill>
                            <a:schemeClr val="dk1"/>
                          </a:solidFill>
                          <a:latin typeface="Arial"/>
                        </a:defRPr>
                      </a:lvl4pPr>
                      <a:lvl5pPr marL="1828251" algn="l" defTabSz="914126" rtl="0" eaLnBrk="1" latinLnBrk="0" hangingPunct="1">
                        <a:defRPr sz="1799" kern="1200">
                          <a:solidFill>
                            <a:schemeClr val="dk1"/>
                          </a:solidFill>
                          <a:latin typeface="Arial"/>
                        </a:defRPr>
                      </a:lvl5pPr>
                      <a:lvl6pPr marL="2285314" algn="l" defTabSz="914126" rtl="0" eaLnBrk="1" latinLnBrk="0" hangingPunct="1">
                        <a:defRPr sz="1799" kern="1200">
                          <a:solidFill>
                            <a:schemeClr val="dk1"/>
                          </a:solidFill>
                          <a:latin typeface="Arial"/>
                        </a:defRPr>
                      </a:lvl6pPr>
                      <a:lvl7pPr marL="2742377" algn="l" defTabSz="914126" rtl="0" eaLnBrk="1" latinLnBrk="0" hangingPunct="1">
                        <a:defRPr sz="1799" kern="1200">
                          <a:solidFill>
                            <a:schemeClr val="dk1"/>
                          </a:solidFill>
                          <a:latin typeface="Arial"/>
                        </a:defRPr>
                      </a:lvl7pPr>
                      <a:lvl8pPr marL="3199440" algn="l" defTabSz="914126" rtl="0" eaLnBrk="1" latinLnBrk="0" hangingPunct="1">
                        <a:defRPr sz="1799" kern="1200">
                          <a:solidFill>
                            <a:schemeClr val="dk1"/>
                          </a:solidFill>
                          <a:latin typeface="Arial"/>
                        </a:defRPr>
                      </a:lvl8pPr>
                      <a:lvl9pPr marL="3656503" algn="l" defTabSz="914126" rtl="0" eaLnBrk="1" latinLnBrk="0" hangingPunct="1">
                        <a:defRPr sz="1799" kern="1200">
                          <a:solidFill>
                            <a:schemeClr val="dk1"/>
                          </a:solidFill>
                          <a:latin typeface="Arial"/>
                        </a:defRPr>
                      </a:lvl9p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200" kern="1200" dirty="0">
                          <a:solidFill>
                            <a:schemeClr val="dk1"/>
                          </a:solidFill>
                          <a:latin typeface="+mn-lt"/>
                          <a:ea typeface="+mn-ea"/>
                          <a:cs typeface="+mn-cs"/>
                        </a:rPr>
                        <a:t>X(N)or reduce all bits</a:t>
                      </a:r>
                    </a:p>
                  </a:txBody>
                  <a:tcPr marL="121888" marR="121888">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008CA8">
                        <a:tint val="40000"/>
                      </a:srgbClr>
                    </a:solidFill>
                  </a:tcPr>
                </a:tc>
                <a:tc>
                  <a:txBody>
                    <a:bodyPr/>
                    <a:lstStyle>
                      <a:lvl1pPr marL="0" algn="l" defTabSz="914126" rtl="0" eaLnBrk="1" latinLnBrk="0" hangingPunct="1">
                        <a:defRPr sz="1799" kern="1200">
                          <a:solidFill>
                            <a:schemeClr val="dk1"/>
                          </a:solidFill>
                          <a:latin typeface="Arial"/>
                        </a:defRPr>
                      </a:lvl1pPr>
                      <a:lvl2pPr marL="457063" algn="l" defTabSz="914126" rtl="0" eaLnBrk="1" latinLnBrk="0" hangingPunct="1">
                        <a:defRPr sz="1799" kern="1200">
                          <a:solidFill>
                            <a:schemeClr val="dk1"/>
                          </a:solidFill>
                          <a:latin typeface="Arial"/>
                        </a:defRPr>
                      </a:lvl2pPr>
                      <a:lvl3pPr marL="914126" algn="l" defTabSz="914126" rtl="0" eaLnBrk="1" latinLnBrk="0" hangingPunct="1">
                        <a:defRPr sz="1799" kern="1200">
                          <a:solidFill>
                            <a:schemeClr val="dk1"/>
                          </a:solidFill>
                          <a:latin typeface="Arial"/>
                        </a:defRPr>
                      </a:lvl3pPr>
                      <a:lvl4pPr marL="1371189" algn="l" defTabSz="914126" rtl="0" eaLnBrk="1" latinLnBrk="0" hangingPunct="1">
                        <a:defRPr sz="1799" kern="1200">
                          <a:solidFill>
                            <a:schemeClr val="dk1"/>
                          </a:solidFill>
                          <a:latin typeface="Arial"/>
                        </a:defRPr>
                      </a:lvl4pPr>
                      <a:lvl5pPr marL="1828251" algn="l" defTabSz="914126" rtl="0" eaLnBrk="1" latinLnBrk="0" hangingPunct="1">
                        <a:defRPr sz="1799" kern="1200">
                          <a:solidFill>
                            <a:schemeClr val="dk1"/>
                          </a:solidFill>
                          <a:latin typeface="Arial"/>
                        </a:defRPr>
                      </a:lvl5pPr>
                      <a:lvl6pPr marL="2285314" algn="l" defTabSz="914126" rtl="0" eaLnBrk="1" latinLnBrk="0" hangingPunct="1">
                        <a:defRPr sz="1799" kern="1200">
                          <a:solidFill>
                            <a:schemeClr val="dk1"/>
                          </a:solidFill>
                          <a:latin typeface="Arial"/>
                        </a:defRPr>
                      </a:lvl6pPr>
                      <a:lvl7pPr marL="2742377" algn="l" defTabSz="914126" rtl="0" eaLnBrk="1" latinLnBrk="0" hangingPunct="1">
                        <a:defRPr sz="1799" kern="1200">
                          <a:solidFill>
                            <a:schemeClr val="dk1"/>
                          </a:solidFill>
                          <a:latin typeface="Arial"/>
                        </a:defRPr>
                      </a:lvl7pPr>
                      <a:lvl8pPr marL="3199440" algn="l" defTabSz="914126" rtl="0" eaLnBrk="1" latinLnBrk="0" hangingPunct="1">
                        <a:defRPr sz="1799" kern="1200">
                          <a:solidFill>
                            <a:schemeClr val="dk1"/>
                          </a:solidFill>
                          <a:latin typeface="Arial"/>
                        </a:defRPr>
                      </a:lvl8pPr>
                      <a:lvl9pPr marL="3656503" algn="l" defTabSz="914126" rtl="0" eaLnBrk="1" latinLnBrk="0" hangingPunct="1">
                        <a:defRPr sz="1799" kern="1200">
                          <a:solidFill>
                            <a:schemeClr val="dk1"/>
                          </a:solidFill>
                          <a:latin typeface="Arial"/>
                        </a:defRPr>
                      </a:lvl9p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200" kern="1200" dirty="0" err="1">
                          <a:solidFill>
                            <a:schemeClr val="dk1"/>
                          </a:solidFill>
                          <a:latin typeface="+mn-lt"/>
                          <a:ea typeface="+mn-ea"/>
                          <a:cs typeface="+mn-cs"/>
                        </a:rPr>
                        <a:t>bool</a:t>
                      </a:r>
                      <a:r>
                        <a:rPr lang="en-US" sz="1200" kern="1200" dirty="0">
                          <a:solidFill>
                            <a:schemeClr val="dk1"/>
                          </a:solidFill>
                          <a:latin typeface="+mn-lt"/>
                          <a:ea typeface="+mn-ea"/>
                          <a:cs typeface="+mn-cs"/>
                        </a:rPr>
                        <a:t> t = </a:t>
                      </a:r>
                      <a:r>
                        <a:rPr lang="en-US" sz="1200" kern="1200" dirty="0" err="1">
                          <a:solidFill>
                            <a:schemeClr val="dk1"/>
                          </a:solidFill>
                          <a:latin typeface="+mn-lt"/>
                          <a:ea typeface="+mn-ea"/>
                          <a:cs typeface="+mn-cs"/>
                        </a:rPr>
                        <a:t>var.xor_reduce</a:t>
                      </a:r>
                      <a:r>
                        <a:rPr lang="en-US" sz="1200" kern="1200" dirty="0">
                          <a:solidFill>
                            <a:schemeClr val="dk1"/>
                          </a:solidFill>
                          <a:latin typeface="+mn-lt"/>
                          <a:ea typeface="+mn-ea"/>
                          <a:cs typeface="+mn-cs"/>
                        </a:rPr>
                        <a:t>(); </a:t>
                      </a:r>
                      <a:endParaRPr lang="en-US" sz="1200" dirty="0"/>
                    </a:p>
                  </a:txBody>
                  <a:tcPr marL="121888" marR="121888">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008CA8">
                        <a:tint val="40000"/>
                      </a:srgbClr>
                    </a:solidFill>
                  </a:tcPr>
                </a:tc>
                <a:extLst>
                  <a:ext uri="{0D108BD9-81ED-4DB2-BD59-A6C34878D82A}">
                    <a16:rowId xmlns:a16="http://schemas.microsoft.com/office/drawing/2014/main" val="10006"/>
                  </a:ext>
                </a:extLst>
              </a:tr>
              <a:tr h="0">
                <a:tc>
                  <a:txBody>
                    <a:bodyPr/>
                    <a:lstStyle>
                      <a:lvl1pPr marL="0" algn="l" defTabSz="914126" rtl="0" eaLnBrk="1" latinLnBrk="0" hangingPunct="1">
                        <a:defRPr sz="1799" b="1" kern="1200">
                          <a:solidFill>
                            <a:schemeClr val="lt1"/>
                          </a:solidFill>
                          <a:latin typeface="Arial"/>
                        </a:defRPr>
                      </a:lvl1pPr>
                      <a:lvl2pPr marL="457063" algn="l" defTabSz="914126" rtl="0" eaLnBrk="1" latinLnBrk="0" hangingPunct="1">
                        <a:defRPr sz="1799" b="1" kern="1200">
                          <a:solidFill>
                            <a:schemeClr val="lt1"/>
                          </a:solidFill>
                          <a:latin typeface="Arial"/>
                        </a:defRPr>
                      </a:lvl2pPr>
                      <a:lvl3pPr marL="914126" algn="l" defTabSz="914126" rtl="0" eaLnBrk="1" latinLnBrk="0" hangingPunct="1">
                        <a:defRPr sz="1799" b="1" kern="1200">
                          <a:solidFill>
                            <a:schemeClr val="lt1"/>
                          </a:solidFill>
                          <a:latin typeface="Arial"/>
                        </a:defRPr>
                      </a:lvl3pPr>
                      <a:lvl4pPr marL="1371189" algn="l" defTabSz="914126" rtl="0" eaLnBrk="1" latinLnBrk="0" hangingPunct="1">
                        <a:defRPr sz="1799" b="1" kern="1200">
                          <a:solidFill>
                            <a:schemeClr val="lt1"/>
                          </a:solidFill>
                          <a:latin typeface="Arial"/>
                        </a:defRPr>
                      </a:lvl4pPr>
                      <a:lvl5pPr marL="1828251" algn="l" defTabSz="914126" rtl="0" eaLnBrk="1" latinLnBrk="0" hangingPunct="1">
                        <a:defRPr sz="1799" b="1" kern="1200">
                          <a:solidFill>
                            <a:schemeClr val="lt1"/>
                          </a:solidFill>
                          <a:latin typeface="Arial"/>
                        </a:defRPr>
                      </a:lvl5pPr>
                      <a:lvl6pPr marL="2285314" algn="l" defTabSz="914126" rtl="0" eaLnBrk="1" latinLnBrk="0" hangingPunct="1">
                        <a:defRPr sz="1799" b="1" kern="1200">
                          <a:solidFill>
                            <a:schemeClr val="lt1"/>
                          </a:solidFill>
                          <a:latin typeface="Arial"/>
                        </a:defRPr>
                      </a:lvl6pPr>
                      <a:lvl7pPr marL="2742377" algn="l" defTabSz="914126" rtl="0" eaLnBrk="1" latinLnBrk="0" hangingPunct="1">
                        <a:defRPr sz="1799" b="1" kern="1200">
                          <a:solidFill>
                            <a:schemeClr val="lt1"/>
                          </a:solidFill>
                          <a:latin typeface="Arial"/>
                        </a:defRPr>
                      </a:lvl7pPr>
                      <a:lvl8pPr marL="3199440" algn="l" defTabSz="914126" rtl="0" eaLnBrk="1" latinLnBrk="0" hangingPunct="1">
                        <a:defRPr sz="1799" b="1" kern="1200">
                          <a:solidFill>
                            <a:schemeClr val="lt1"/>
                          </a:solidFill>
                          <a:latin typeface="Arial"/>
                        </a:defRPr>
                      </a:lvl8pPr>
                      <a:lvl9pPr marL="3656503" algn="l" defTabSz="914126" rtl="0" eaLnBrk="1" latinLnBrk="0" hangingPunct="1">
                        <a:defRPr sz="1799" b="1" kern="1200">
                          <a:solidFill>
                            <a:schemeClr val="lt1"/>
                          </a:solidFill>
                          <a:latin typeface="Arial"/>
                        </a:defRPr>
                      </a:lvl9pPr>
                    </a:lstStyle>
                    <a:p>
                      <a:r>
                        <a:rPr lang="en-US" sz="1200" dirty="0"/>
                        <a:t>Reverse</a:t>
                      </a:r>
                    </a:p>
                  </a:txBody>
                  <a:tcPr marL="121888" marR="121888">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008CA8"/>
                    </a:solidFill>
                  </a:tcPr>
                </a:tc>
                <a:tc>
                  <a:txBody>
                    <a:bodyPr/>
                    <a:lstStyle>
                      <a:lvl1pPr marL="0" algn="l" defTabSz="914126" rtl="0" eaLnBrk="1" latinLnBrk="0" hangingPunct="1">
                        <a:defRPr sz="1799" kern="1200">
                          <a:solidFill>
                            <a:schemeClr val="dk1"/>
                          </a:solidFill>
                          <a:latin typeface="Arial"/>
                        </a:defRPr>
                      </a:lvl1pPr>
                      <a:lvl2pPr marL="457063" algn="l" defTabSz="914126" rtl="0" eaLnBrk="1" latinLnBrk="0" hangingPunct="1">
                        <a:defRPr sz="1799" kern="1200">
                          <a:solidFill>
                            <a:schemeClr val="dk1"/>
                          </a:solidFill>
                          <a:latin typeface="Arial"/>
                        </a:defRPr>
                      </a:lvl2pPr>
                      <a:lvl3pPr marL="914126" algn="l" defTabSz="914126" rtl="0" eaLnBrk="1" latinLnBrk="0" hangingPunct="1">
                        <a:defRPr sz="1799" kern="1200">
                          <a:solidFill>
                            <a:schemeClr val="dk1"/>
                          </a:solidFill>
                          <a:latin typeface="Arial"/>
                        </a:defRPr>
                      </a:lvl3pPr>
                      <a:lvl4pPr marL="1371189" algn="l" defTabSz="914126" rtl="0" eaLnBrk="1" latinLnBrk="0" hangingPunct="1">
                        <a:defRPr sz="1799" kern="1200">
                          <a:solidFill>
                            <a:schemeClr val="dk1"/>
                          </a:solidFill>
                          <a:latin typeface="Arial"/>
                        </a:defRPr>
                      </a:lvl4pPr>
                      <a:lvl5pPr marL="1828251" algn="l" defTabSz="914126" rtl="0" eaLnBrk="1" latinLnBrk="0" hangingPunct="1">
                        <a:defRPr sz="1799" kern="1200">
                          <a:solidFill>
                            <a:schemeClr val="dk1"/>
                          </a:solidFill>
                          <a:latin typeface="Arial"/>
                        </a:defRPr>
                      </a:lvl5pPr>
                      <a:lvl6pPr marL="2285314" algn="l" defTabSz="914126" rtl="0" eaLnBrk="1" latinLnBrk="0" hangingPunct="1">
                        <a:defRPr sz="1799" kern="1200">
                          <a:solidFill>
                            <a:schemeClr val="dk1"/>
                          </a:solidFill>
                          <a:latin typeface="Arial"/>
                        </a:defRPr>
                      </a:lvl6pPr>
                      <a:lvl7pPr marL="2742377" algn="l" defTabSz="914126" rtl="0" eaLnBrk="1" latinLnBrk="0" hangingPunct="1">
                        <a:defRPr sz="1799" kern="1200">
                          <a:solidFill>
                            <a:schemeClr val="dk1"/>
                          </a:solidFill>
                          <a:latin typeface="Arial"/>
                        </a:defRPr>
                      </a:lvl7pPr>
                      <a:lvl8pPr marL="3199440" algn="l" defTabSz="914126" rtl="0" eaLnBrk="1" latinLnBrk="0" hangingPunct="1">
                        <a:defRPr sz="1799" kern="1200">
                          <a:solidFill>
                            <a:schemeClr val="dk1"/>
                          </a:solidFill>
                          <a:latin typeface="Arial"/>
                        </a:defRPr>
                      </a:lvl8pPr>
                      <a:lvl9pPr marL="3656503" algn="l" defTabSz="914126" rtl="0" eaLnBrk="1" latinLnBrk="0" hangingPunct="1">
                        <a:defRPr sz="1799" kern="1200">
                          <a:solidFill>
                            <a:schemeClr val="dk1"/>
                          </a:solidFill>
                          <a:latin typeface="Arial"/>
                        </a:defRPr>
                      </a:lvl9p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200" kern="1200" dirty="0">
                          <a:solidFill>
                            <a:schemeClr val="dk1"/>
                          </a:solidFill>
                          <a:latin typeface="+mn-lt"/>
                          <a:ea typeface="+mn-ea"/>
                          <a:cs typeface="+mn-cs"/>
                        </a:rPr>
                        <a:t>Reserve the</a:t>
                      </a:r>
                      <a:r>
                        <a:rPr lang="en-US" sz="1200" kern="1200" baseline="0" dirty="0">
                          <a:solidFill>
                            <a:schemeClr val="dk1"/>
                          </a:solidFill>
                          <a:latin typeface="+mn-lt"/>
                          <a:ea typeface="+mn-ea"/>
                          <a:cs typeface="+mn-cs"/>
                        </a:rPr>
                        <a:t> bits in the variable</a:t>
                      </a:r>
                      <a:endParaRPr lang="en-US" sz="1200" kern="1200" dirty="0">
                        <a:solidFill>
                          <a:schemeClr val="dk1"/>
                        </a:solidFill>
                        <a:latin typeface="+mn-lt"/>
                        <a:ea typeface="+mn-ea"/>
                        <a:cs typeface="+mn-cs"/>
                      </a:endParaRPr>
                    </a:p>
                  </a:txBody>
                  <a:tcPr marL="121888" marR="121888">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008CA8">
                        <a:tint val="20000"/>
                      </a:srgbClr>
                    </a:solidFill>
                  </a:tcPr>
                </a:tc>
                <a:tc>
                  <a:txBody>
                    <a:bodyPr/>
                    <a:lstStyle>
                      <a:lvl1pPr marL="0" algn="l" defTabSz="914126" rtl="0" eaLnBrk="1" latinLnBrk="0" hangingPunct="1">
                        <a:defRPr sz="1799" kern="1200">
                          <a:solidFill>
                            <a:schemeClr val="dk1"/>
                          </a:solidFill>
                          <a:latin typeface="Arial"/>
                        </a:defRPr>
                      </a:lvl1pPr>
                      <a:lvl2pPr marL="457063" algn="l" defTabSz="914126" rtl="0" eaLnBrk="1" latinLnBrk="0" hangingPunct="1">
                        <a:defRPr sz="1799" kern="1200">
                          <a:solidFill>
                            <a:schemeClr val="dk1"/>
                          </a:solidFill>
                          <a:latin typeface="Arial"/>
                        </a:defRPr>
                      </a:lvl2pPr>
                      <a:lvl3pPr marL="914126" algn="l" defTabSz="914126" rtl="0" eaLnBrk="1" latinLnBrk="0" hangingPunct="1">
                        <a:defRPr sz="1799" kern="1200">
                          <a:solidFill>
                            <a:schemeClr val="dk1"/>
                          </a:solidFill>
                          <a:latin typeface="Arial"/>
                        </a:defRPr>
                      </a:lvl3pPr>
                      <a:lvl4pPr marL="1371189" algn="l" defTabSz="914126" rtl="0" eaLnBrk="1" latinLnBrk="0" hangingPunct="1">
                        <a:defRPr sz="1799" kern="1200">
                          <a:solidFill>
                            <a:schemeClr val="dk1"/>
                          </a:solidFill>
                          <a:latin typeface="Arial"/>
                        </a:defRPr>
                      </a:lvl4pPr>
                      <a:lvl5pPr marL="1828251" algn="l" defTabSz="914126" rtl="0" eaLnBrk="1" latinLnBrk="0" hangingPunct="1">
                        <a:defRPr sz="1799" kern="1200">
                          <a:solidFill>
                            <a:schemeClr val="dk1"/>
                          </a:solidFill>
                          <a:latin typeface="Arial"/>
                        </a:defRPr>
                      </a:lvl5pPr>
                      <a:lvl6pPr marL="2285314" algn="l" defTabSz="914126" rtl="0" eaLnBrk="1" latinLnBrk="0" hangingPunct="1">
                        <a:defRPr sz="1799" kern="1200">
                          <a:solidFill>
                            <a:schemeClr val="dk1"/>
                          </a:solidFill>
                          <a:latin typeface="Arial"/>
                        </a:defRPr>
                      </a:lvl6pPr>
                      <a:lvl7pPr marL="2742377" algn="l" defTabSz="914126" rtl="0" eaLnBrk="1" latinLnBrk="0" hangingPunct="1">
                        <a:defRPr sz="1799" kern="1200">
                          <a:solidFill>
                            <a:schemeClr val="dk1"/>
                          </a:solidFill>
                          <a:latin typeface="Arial"/>
                        </a:defRPr>
                      </a:lvl7pPr>
                      <a:lvl8pPr marL="3199440" algn="l" defTabSz="914126" rtl="0" eaLnBrk="1" latinLnBrk="0" hangingPunct="1">
                        <a:defRPr sz="1799" kern="1200">
                          <a:solidFill>
                            <a:schemeClr val="dk1"/>
                          </a:solidFill>
                          <a:latin typeface="Arial"/>
                        </a:defRPr>
                      </a:lvl8pPr>
                      <a:lvl9pPr marL="3656503" algn="l" defTabSz="914126" rtl="0" eaLnBrk="1" latinLnBrk="0" hangingPunct="1">
                        <a:defRPr sz="1799" kern="1200">
                          <a:solidFill>
                            <a:schemeClr val="dk1"/>
                          </a:solidFill>
                          <a:latin typeface="Arial"/>
                        </a:defRPr>
                      </a:lvl9p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200" kern="1200" dirty="0" err="1">
                          <a:solidFill>
                            <a:schemeClr val="dk1"/>
                          </a:solidFill>
                          <a:latin typeface="+mn-lt"/>
                          <a:ea typeface="+mn-ea"/>
                          <a:cs typeface="+mn-cs"/>
                        </a:rPr>
                        <a:t>var.reverse</a:t>
                      </a:r>
                      <a:r>
                        <a:rPr lang="en-US" sz="1200" kern="1200" dirty="0">
                          <a:solidFill>
                            <a:schemeClr val="dk1"/>
                          </a:solidFill>
                          <a:latin typeface="+mn-lt"/>
                          <a:ea typeface="+mn-ea"/>
                          <a:cs typeface="+mn-cs"/>
                        </a:rPr>
                        <a:t>();</a:t>
                      </a:r>
                      <a:endParaRPr lang="en-US" sz="1000" kern="1200" dirty="0">
                        <a:solidFill>
                          <a:schemeClr val="dk1"/>
                        </a:solidFill>
                        <a:latin typeface="+mn-lt"/>
                        <a:ea typeface="+mn-ea"/>
                        <a:cs typeface="+mn-cs"/>
                      </a:endParaRPr>
                    </a:p>
                  </a:txBody>
                  <a:tcPr marL="121888" marR="121888">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008CA8">
                        <a:tint val="20000"/>
                      </a:srgbClr>
                    </a:solidFill>
                  </a:tcPr>
                </a:tc>
                <a:extLst>
                  <a:ext uri="{0D108BD9-81ED-4DB2-BD59-A6C34878D82A}">
                    <a16:rowId xmlns:a16="http://schemas.microsoft.com/office/drawing/2014/main" val="10007"/>
                  </a:ext>
                </a:extLst>
              </a:tr>
              <a:tr h="0">
                <a:tc>
                  <a:txBody>
                    <a:bodyPr/>
                    <a:lstStyle>
                      <a:lvl1pPr marL="0" algn="l" defTabSz="914126" rtl="0" eaLnBrk="1" latinLnBrk="0" hangingPunct="1">
                        <a:defRPr sz="1799" b="1" kern="1200">
                          <a:solidFill>
                            <a:schemeClr val="lt1"/>
                          </a:solidFill>
                          <a:latin typeface="Arial"/>
                        </a:defRPr>
                      </a:lvl1pPr>
                      <a:lvl2pPr marL="457063" algn="l" defTabSz="914126" rtl="0" eaLnBrk="1" latinLnBrk="0" hangingPunct="1">
                        <a:defRPr sz="1799" b="1" kern="1200">
                          <a:solidFill>
                            <a:schemeClr val="lt1"/>
                          </a:solidFill>
                          <a:latin typeface="Arial"/>
                        </a:defRPr>
                      </a:lvl2pPr>
                      <a:lvl3pPr marL="914126" algn="l" defTabSz="914126" rtl="0" eaLnBrk="1" latinLnBrk="0" hangingPunct="1">
                        <a:defRPr sz="1799" b="1" kern="1200">
                          <a:solidFill>
                            <a:schemeClr val="lt1"/>
                          </a:solidFill>
                          <a:latin typeface="Arial"/>
                        </a:defRPr>
                      </a:lvl3pPr>
                      <a:lvl4pPr marL="1371189" algn="l" defTabSz="914126" rtl="0" eaLnBrk="1" latinLnBrk="0" hangingPunct="1">
                        <a:defRPr sz="1799" b="1" kern="1200">
                          <a:solidFill>
                            <a:schemeClr val="lt1"/>
                          </a:solidFill>
                          <a:latin typeface="Arial"/>
                        </a:defRPr>
                      </a:lvl4pPr>
                      <a:lvl5pPr marL="1828251" algn="l" defTabSz="914126" rtl="0" eaLnBrk="1" latinLnBrk="0" hangingPunct="1">
                        <a:defRPr sz="1799" b="1" kern="1200">
                          <a:solidFill>
                            <a:schemeClr val="lt1"/>
                          </a:solidFill>
                          <a:latin typeface="Arial"/>
                        </a:defRPr>
                      </a:lvl5pPr>
                      <a:lvl6pPr marL="2285314" algn="l" defTabSz="914126" rtl="0" eaLnBrk="1" latinLnBrk="0" hangingPunct="1">
                        <a:defRPr sz="1799" b="1" kern="1200">
                          <a:solidFill>
                            <a:schemeClr val="lt1"/>
                          </a:solidFill>
                          <a:latin typeface="Arial"/>
                        </a:defRPr>
                      </a:lvl6pPr>
                      <a:lvl7pPr marL="2742377" algn="l" defTabSz="914126" rtl="0" eaLnBrk="1" latinLnBrk="0" hangingPunct="1">
                        <a:defRPr sz="1799" b="1" kern="1200">
                          <a:solidFill>
                            <a:schemeClr val="lt1"/>
                          </a:solidFill>
                          <a:latin typeface="Arial"/>
                        </a:defRPr>
                      </a:lvl7pPr>
                      <a:lvl8pPr marL="3199440" algn="l" defTabSz="914126" rtl="0" eaLnBrk="1" latinLnBrk="0" hangingPunct="1">
                        <a:defRPr sz="1799" b="1" kern="1200">
                          <a:solidFill>
                            <a:schemeClr val="lt1"/>
                          </a:solidFill>
                          <a:latin typeface="Arial"/>
                        </a:defRPr>
                      </a:lvl8pPr>
                      <a:lvl9pPr marL="3656503" algn="l" defTabSz="914126" rtl="0" eaLnBrk="1" latinLnBrk="0" hangingPunct="1">
                        <a:defRPr sz="1799" b="1" kern="1200">
                          <a:solidFill>
                            <a:schemeClr val="lt1"/>
                          </a:solidFill>
                          <a:latin typeface="Arial"/>
                        </a:defRPr>
                      </a:lvl9pPr>
                    </a:lstStyle>
                    <a:p>
                      <a:r>
                        <a:rPr lang="en-US" sz="1200" dirty="0"/>
                        <a:t>Test bit</a:t>
                      </a:r>
                    </a:p>
                  </a:txBody>
                  <a:tcPr marL="121888" marR="121888">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008CA8"/>
                    </a:solidFill>
                  </a:tcPr>
                </a:tc>
                <a:tc>
                  <a:txBody>
                    <a:bodyPr/>
                    <a:lstStyle>
                      <a:lvl1pPr marL="0" algn="l" defTabSz="914126" rtl="0" eaLnBrk="1" latinLnBrk="0" hangingPunct="1">
                        <a:defRPr sz="1799" kern="1200">
                          <a:solidFill>
                            <a:schemeClr val="dk1"/>
                          </a:solidFill>
                          <a:latin typeface="Arial"/>
                        </a:defRPr>
                      </a:lvl1pPr>
                      <a:lvl2pPr marL="457063" algn="l" defTabSz="914126" rtl="0" eaLnBrk="1" latinLnBrk="0" hangingPunct="1">
                        <a:defRPr sz="1799" kern="1200">
                          <a:solidFill>
                            <a:schemeClr val="dk1"/>
                          </a:solidFill>
                          <a:latin typeface="Arial"/>
                        </a:defRPr>
                      </a:lvl2pPr>
                      <a:lvl3pPr marL="914126" algn="l" defTabSz="914126" rtl="0" eaLnBrk="1" latinLnBrk="0" hangingPunct="1">
                        <a:defRPr sz="1799" kern="1200">
                          <a:solidFill>
                            <a:schemeClr val="dk1"/>
                          </a:solidFill>
                          <a:latin typeface="Arial"/>
                        </a:defRPr>
                      </a:lvl3pPr>
                      <a:lvl4pPr marL="1371189" algn="l" defTabSz="914126" rtl="0" eaLnBrk="1" latinLnBrk="0" hangingPunct="1">
                        <a:defRPr sz="1799" kern="1200">
                          <a:solidFill>
                            <a:schemeClr val="dk1"/>
                          </a:solidFill>
                          <a:latin typeface="Arial"/>
                        </a:defRPr>
                      </a:lvl4pPr>
                      <a:lvl5pPr marL="1828251" algn="l" defTabSz="914126" rtl="0" eaLnBrk="1" latinLnBrk="0" hangingPunct="1">
                        <a:defRPr sz="1799" kern="1200">
                          <a:solidFill>
                            <a:schemeClr val="dk1"/>
                          </a:solidFill>
                          <a:latin typeface="Arial"/>
                        </a:defRPr>
                      </a:lvl5pPr>
                      <a:lvl6pPr marL="2285314" algn="l" defTabSz="914126" rtl="0" eaLnBrk="1" latinLnBrk="0" hangingPunct="1">
                        <a:defRPr sz="1799" kern="1200">
                          <a:solidFill>
                            <a:schemeClr val="dk1"/>
                          </a:solidFill>
                          <a:latin typeface="Arial"/>
                        </a:defRPr>
                      </a:lvl6pPr>
                      <a:lvl7pPr marL="2742377" algn="l" defTabSz="914126" rtl="0" eaLnBrk="1" latinLnBrk="0" hangingPunct="1">
                        <a:defRPr sz="1799" kern="1200">
                          <a:solidFill>
                            <a:schemeClr val="dk1"/>
                          </a:solidFill>
                          <a:latin typeface="Arial"/>
                        </a:defRPr>
                      </a:lvl7pPr>
                      <a:lvl8pPr marL="3199440" algn="l" defTabSz="914126" rtl="0" eaLnBrk="1" latinLnBrk="0" hangingPunct="1">
                        <a:defRPr sz="1799" kern="1200">
                          <a:solidFill>
                            <a:schemeClr val="dk1"/>
                          </a:solidFill>
                          <a:latin typeface="Arial"/>
                        </a:defRPr>
                      </a:lvl8pPr>
                      <a:lvl9pPr marL="3656503" algn="l" defTabSz="914126" rtl="0" eaLnBrk="1" latinLnBrk="0" hangingPunct="1">
                        <a:defRPr sz="1799" kern="1200">
                          <a:solidFill>
                            <a:schemeClr val="dk1"/>
                          </a:solidFill>
                          <a:latin typeface="Arial"/>
                        </a:defRPr>
                      </a:lvl9p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200" kern="1200" dirty="0">
                          <a:solidFill>
                            <a:schemeClr val="dk1"/>
                          </a:solidFill>
                          <a:latin typeface="+mn-lt"/>
                          <a:ea typeface="+mn-ea"/>
                          <a:cs typeface="+mn-cs"/>
                        </a:rPr>
                        <a:t>Tests if a bit is true</a:t>
                      </a:r>
                    </a:p>
                  </a:txBody>
                  <a:tcPr marL="121888" marR="121888">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008CA8">
                        <a:tint val="40000"/>
                      </a:srgbClr>
                    </a:solidFill>
                  </a:tcPr>
                </a:tc>
                <a:tc>
                  <a:txBody>
                    <a:bodyPr/>
                    <a:lstStyle>
                      <a:lvl1pPr marL="0" algn="l" defTabSz="914126" rtl="0" eaLnBrk="1" latinLnBrk="0" hangingPunct="1">
                        <a:defRPr sz="1799" kern="1200">
                          <a:solidFill>
                            <a:schemeClr val="dk1"/>
                          </a:solidFill>
                          <a:latin typeface="Arial"/>
                        </a:defRPr>
                      </a:lvl1pPr>
                      <a:lvl2pPr marL="457063" algn="l" defTabSz="914126" rtl="0" eaLnBrk="1" latinLnBrk="0" hangingPunct="1">
                        <a:defRPr sz="1799" kern="1200">
                          <a:solidFill>
                            <a:schemeClr val="dk1"/>
                          </a:solidFill>
                          <a:latin typeface="Arial"/>
                        </a:defRPr>
                      </a:lvl2pPr>
                      <a:lvl3pPr marL="914126" algn="l" defTabSz="914126" rtl="0" eaLnBrk="1" latinLnBrk="0" hangingPunct="1">
                        <a:defRPr sz="1799" kern="1200">
                          <a:solidFill>
                            <a:schemeClr val="dk1"/>
                          </a:solidFill>
                          <a:latin typeface="Arial"/>
                        </a:defRPr>
                      </a:lvl3pPr>
                      <a:lvl4pPr marL="1371189" algn="l" defTabSz="914126" rtl="0" eaLnBrk="1" latinLnBrk="0" hangingPunct="1">
                        <a:defRPr sz="1799" kern="1200">
                          <a:solidFill>
                            <a:schemeClr val="dk1"/>
                          </a:solidFill>
                          <a:latin typeface="Arial"/>
                        </a:defRPr>
                      </a:lvl4pPr>
                      <a:lvl5pPr marL="1828251" algn="l" defTabSz="914126" rtl="0" eaLnBrk="1" latinLnBrk="0" hangingPunct="1">
                        <a:defRPr sz="1799" kern="1200">
                          <a:solidFill>
                            <a:schemeClr val="dk1"/>
                          </a:solidFill>
                          <a:latin typeface="Arial"/>
                        </a:defRPr>
                      </a:lvl5pPr>
                      <a:lvl6pPr marL="2285314" algn="l" defTabSz="914126" rtl="0" eaLnBrk="1" latinLnBrk="0" hangingPunct="1">
                        <a:defRPr sz="1799" kern="1200">
                          <a:solidFill>
                            <a:schemeClr val="dk1"/>
                          </a:solidFill>
                          <a:latin typeface="Arial"/>
                        </a:defRPr>
                      </a:lvl6pPr>
                      <a:lvl7pPr marL="2742377" algn="l" defTabSz="914126" rtl="0" eaLnBrk="1" latinLnBrk="0" hangingPunct="1">
                        <a:defRPr sz="1799" kern="1200">
                          <a:solidFill>
                            <a:schemeClr val="dk1"/>
                          </a:solidFill>
                          <a:latin typeface="Arial"/>
                        </a:defRPr>
                      </a:lvl7pPr>
                      <a:lvl8pPr marL="3199440" algn="l" defTabSz="914126" rtl="0" eaLnBrk="1" latinLnBrk="0" hangingPunct="1">
                        <a:defRPr sz="1799" kern="1200">
                          <a:solidFill>
                            <a:schemeClr val="dk1"/>
                          </a:solidFill>
                          <a:latin typeface="Arial"/>
                        </a:defRPr>
                      </a:lvl8pPr>
                      <a:lvl9pPr marL="3656503" algn="l" defTabSz="914126" rtl="0" eaLnBrk="1" latinLnBrk="0" hangingPunct="1">
                        <a:defRPr sz="1799" kern="1200">
                          <a:solidFill>
                            <a:schemeClr val="dk1"/>
                          </a:solidFill>
                          <a:latin typeface="Arial"/>
                        </a:defRPr>
                      </a:lvl9p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200" kern="1200" dirty="0" err="1">
                          <a:solidFill>
                            <a:schemeClr val="dk1"/>
                          </a:solidFill>
                          <a:latin typeface="+mn-lt"/>
                          <a:ea typeface="+mn-ea"/>
                          <a:cs typeface="+mn-cs"/>
                        </a:rPr>
                        <a:t>bool</a:t>
                      </a:r>
                      <a:r>
                        <a:rPr lang="en-US" sz="1200" kern="1200" baseline="0" dirty="0">
                          <a:solidFill>
                            <a:schemeClr val="dk1"/>
                          </a:solidFill>
                          <a:latin typeface="+mn-lt"/>
                          <a:ea typeface="+mn-ea"/>
                          <a:cs typeface="+mn-cs"/>
                        </a:rPr>
                        <a:t> t = </a:t>
                      </a:r>
                      <a:r>
                        <a:rPr lang="en-US" sz="1200" kern="1200" baseline="0" dirty="0" err="1">
                          <a:solidFill>
                            <a:schemeClr val="dk1"/>
                          </a:solidFill>
                          <a:latin typeface="+mn-lt"/>
                          <a:ea typeface="+mn-ea"/>
                          <a:cs typeface="+mn-cs"/>
                        </a:rPr>
                        <a:t>var.test</a:t>
                      </a:r>
                      <a:r>
                        <a:rPr lang="en-US" sz="1200" kern="1200" baseline="0" dirty="0">
                          <a:solidFill>
                            <a:schemeClr val="dk1"/>
                          </a:solidFill>
                          <a:latin typeface="+mn-lt"/>
                          <a:ea typeface="+mn-ea"/>
                          <a:cs typeface="+mn-cs"/>
                        </a:rPr>
                        <a:t>(bit-number)</a:t>
                      </a:r>
                      <a:endParaRPr lang="en-US" sz="1200" kern="1200" dirty="0">
                        <a:solidFill>
                          <a:schemeClr val="dk1"/>
                        </a:solidFill>
                        <a:latin typeface="+mn-lt"/>
                        <a:ea typeface="+mn-ea"/>
                        <a:cs typeface="+mn-cs"/>
                      </a:endParaRPr>
                    </a:p>
                  </a:txBody>
                  <a:tcPr marL="121888" marR="121888">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008CA8">
                        <a:tint val="40000"/>
                      </a:srgbClr>
                    </a:solidFill>
                  </a:tcPr>
                </a:tc>
                <a:extLst>
                  <a:ext uri="{0D108BD9-81ED-4DB2-BD59-A6C34878D82A}">
                    <a16:rowId xmlns:a16="http://schemas.microsoft.com/office/drawing/2014/main" val="10008"/>
                  </a:ext>
                </a:extLst>
              </a:tr>
              <a:tr h="0">
                <a:tc>
                  <a:txBody>
                    <a:bodyPr/>
                    <a:lstStyle>
                      <a:lvl1pPr marL="0" algn="l" defTabSz="914126" rtl="0" eaLnBrk="1" latinLnBrk="0" hangingPunct="1">
                        <a:defRPr sz="1799" b="1" kern="1200">
                          <a:solidFill>
                            <a:schemeClr val="lt1"/>
                          </a:solidFill>
                          <a:latin typeface="Arial"/>
                        </a:defRPr>
                      </a:lvl1pPr>
                      <a:lvl2pPr marL="457063" algn="l" defTabSz="914126" rtl="0" eaLnBrk="1" latinLnBrk="0" hangingPunct="1">
                        <a:defRPr sz="1799" b="1" kern="1200">
                          <a:solidFill>
                            <a:schemeClr val="lt1"/>
                          </a:solidFill>
                          <a:latin typeface="Arial"/>
                        </a:defRPr>
                      </a:lvl2pPr>
                      <a:lvl3pPr marL="914126" algn="l" defTabSz="914126" rtl="0" eaLnBrk="1" latinLnBrk="0" hangingPunct="1">
                        <a:defRPr sz="1799" b="1" kern="1200">
                          <a:solidFill>
                            <a:schemeClr val="lt1"/>
                          </a:solidFill>
                          <a:latin typeface="Arial"/>
                        </a:defRPr>
                      </a:lvl3pPr>
                      <a:lvl4pPr marL="1371189" algn="l" defTabSz="914126" rtl="0" eaLnBrk="1" latinLnBrk="0" hangingPunct="1">
                        <a:defRPr sz="1799" b="1" kern="1200">
                          <a:solidFill>
                            <a:schemeClr val="lt1"/>
                          </a:solidFill>
                          <a:latin typeface="Arial"/>
                        </a:defRPr>
                      </a:lvl4pPr>
                      <a:lvl5pPr marL="1828251" algn="l" defTabSz="914126" rtl="0" eaLnBrk="1" latinLnBrk="0" hangingPunct="1">
                        <a:defRPr sz="1799" b="1" kern="1200">
                          <a:solidFill>
                            <a:schemeClr val="lt1"/>
                          </a:solidFill>
                          <a:latin typeface="Arial"/>
                        </a:defRPr>
                      </a:lvl5pPr>
                      <a:lvl6pPr marL="2285314" algn="l" defTabSz="914126" rtl="0" eaLnBrk="1" latinLnBrk="0" hangingPunct="1">
                        <a:defRPr sz="1799" b="1" kern="1200">
                          <a:solidFill>
                            <a:schemeClr val="lt1"/>
                          </a:solidFill>
                          <a:latin typeface="Arial"/>
                        </a:defRPr>
                      </a:lvl6pPr>
                      <a:lvl7pPr marL="2742377" algn="l" defTabSz="914126" rtl="0" eaLnBrk="1" latinLnBrk="0" hangingPunct="1">
                        <a:defRPr sz="1799" b="1" kern="1200">
                          <a:solidFill>
                            <a:schemeClr val="lt1"/>
                          </a:solidFill>
                          <a:latin typeface="Arial"/>
                        </a:defRPr>
                      </a:lvl7pPr>
                      <a:lvl8pPr marL="3199440" algn="l" defTabSz="914126" rtl="0" eaLnBrk="1" latinLnBrk="0" hangingPunct="1">
                        <a:defRPr sz="1799" b="1" kern="1200">
                          <a:solidFill>
                            <a:schemeClr val="lt1"/>
                          </a:solidFill>
                          <a:latin typeface="Arial"/>
                        </a:defRPr>
                      </a:lvl8pPr>
                      <a:lvl9pPr marL="3656503" algn="l" defTabSz="914126" rtl="0" eaLnBrk="1" latinLnBrk="0" hangingPunct="1">
                        <a:defRPr sz="1799" b="1" kern="1200">
                          <a:solidFill>
                            <a:schemeClr val="lt1"/>
                          </a:solidFill>
                          <a:latin typeface="Arial"/>
                        </a:defRPr>
                      </a:lvl9pPr>
                    </a:lstStyle>
                    <a:p>
                      <a:r>
                        <a:rPr lang="en-US" sz="1200" dirty="0"/>
                        <a:t>Set bit value</a:t>
                      </a:r>
                    </a:p>
                  </a:txBody>
                  <a:tcPr marL="121888" marR="121888">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008CA8"/>
                    </a:solidFill>
                  </a:tcPr>
                </a:tc>
                <a:tc>
                  <a:txBody>
                    <a:bodyPr/>
                    <a:lstStyle>
                      <a:lvl1pPr marL="0" algn="l" defTabSz="914126" rtl="0" eaLnBrk="1" latinLnBrk="0" hangingPunct="1">
                        <a:defRPr sz="1799" kern="1200">
                          <a:solidFill>
                            <a:schemeClr val="dk1"/>
                          </a:solidFill>
                          <a:latin typeface="Arial"/>
                        </a:defRPr>
                      </a:lvl1pPr>
                      <a:lvl2pPr marL="457063" algn="l" defTabSz="914126" rtl="0" eaLnBrk="1" latinLnBrk="0" hangingPunct="1">
                        <a:defRPr sz="1799" kern="1200">
                          <a:solidFill>
                            <a:schemeClr val="dk1"/>
                          </a:solidFill>
                          <a:latin typeface="Arial"/>
                        </a:defRPr>
                      </a:lvl2pPr>
                      <a:lvl3pPr marL="914126" algn="l" defTabSz="914126" rtl="0" eaLnBrk="1" latinLnBrk="0" hangingPunct="1">
                        <a:defRPr sz="1799" kern="1200">
                          <a:solidFill>
                            <a:schemeClr val="dk1"/>
                          </a:solidFill>
                          <a:latin typeface="Arial"/>
                        </a:defRPr>
                      </a:lvl3pPr>
                      <a:lvl4pPr marL="1371189" algn="l" defTabSz="914126" rtl="0" eaLnBrk="1" latinLnBrk="0" hangingPunct="1">
                        <a:defRPr sz="1799" kern="1200">
                          <a:solidFill>
                            <a:schemeClr val="dk1"/>
                          </a:solidFill>
                          <a:latin typeface="Arial"/>
                        </a:defRPr>
                      </a:lvl4pPr>
                      <a:lvl5pPr marL="1828251" algn="l" defTabSz="914126" rtl="0" eaLnBrk="1" latinLnBrk="0" hangingPunct="1">
                        <a:defRPr sz="1799" kern="1200">
                          <a:solidFill>
                            <a:schemeClr val="dk1"/>
                          </a:solidFill>
                          <a:latin typeface="Arial"/>
                        </a:defRPr>
                      </a:lvl5pPr>
                      <a:lvl6pPr marL="2285314" algn="l" defTabSz="914126" rtl="0" eaLnBrk="1" latinLnBrk="0" hangingPunct="1">
                        <a:defRPr sz="1799" kern="1200">
                          <a:solidFill>
                            <a:schemeClr val="dk1"/>
                          </a:solidFill>
                          <a:latin typeface="Arial"/>
                        </a:defRPr>
                      </a:lvl6pPr>
                      <a:lvl7pPr marL="2742377" algn="l" defTabSz="914126" rtl="0" eaLnBrk="1" latinLnBrk="0" hangingPunct="1">
                        <a:defRPr sz="1799" kern="1200">
                          <a:solidFill>
                            <a:schemeClr val="dk1"/>
                          </a:solidFill>
                          <a:latin typeface="Arial"/>
                        </a:defRPr>
                      </a:lvl7pPr>
                      <a:lvl8pPr marL="3199440" algn="l" defTabSz="914126" rtl="0" eaLnBrk="1" latinLnBrk="0" hangingPunct="1">
                        <a:defRPr sz="1799" kern="1200">
                          <a:solidFill>
                            <a:schemeClr val="dk1"/>
                          </a:solidFill>
                          <a:latin typeface="Arial"/>
                        </a:defRPr>
                      </a:lvl8pPr>
                      <a:lvl9pPr marL="3656503" algn="l" defTabSz="914126" rtl="0" eaLnBrk="1" latinLnBrk="0" hangingPunct="1">
                        <a:defRPr sz="1799" kern="1200">
                          <a:solidFill>
                            <a:schemeClr val="dk1"/>
                          </a:solidFill>
                          <a:latin typeface="Arial"/>
                        </a:defRPr>
                      </a:lvl9p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200" kern="1200" dirty="0">
                          <a:solidFill>
                            <a:schemeClr val="dk1"/>
                          </a:solidFill>
                          <a:latin typeface="+mn-lt"/>
                          <a:ea typeface="+mn-ea"/>
                          <a:cs typeface="+mn-cs"/>
                        </a:rPr>
                        <a:t>Sets the value of a specific bit</a:t>
                      </a:r>
                    </a:p>
                  </a:txBody>
                  <a:tcPr marL="121888" marR="121888">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008CA8">
                        <a:tint val="20000"/>
                      </a:srgbClr>
                    </a:solidFill>
                  </a:tcPr>
                </a:tc>
                <a:tc>
                  <a:txBody>
                    <a:bodyPr/>
                    <a:lstStyle>
                      <a:lvl1pPr marL="0" algn="l" defTabSz="914126" rtl="0" eaLnBrk="1" latinLnBrk="0" hangingPunct="1">
                        <a:defRPr sz="1799" kern="1200">
                          <a:solidFill>
                            <a:schemeClr val="dk1"/>
                          </a:solidFill>
                          <a:latin typeface="Arial"/>
                        </a:defRPr>
                      </a:lvl1pPr>
                      <a:lvl2pPr marL="457063" algn="l" defTabSz="914126" rtl="0" eaLnBrk="1" latinLnBrk="0" hangingPunct="1">
                        <a:defRPr sz="1799" kern="1200">
                          <a:solidFill>
                            <a:schemeClr val="dk1"/>
                          </a:solidFill>
                          <a:latin typeface="Arial"/>
                        </a:defRPr>
                      </a:lvl2pPr>
                      <a:lvl3pPr marL="914126" algn="l" defTabSz="914126" rtl="0" eaLnBrk="1" latinLnBrk="0" hangingPunct="1">
                        <a:defRPr sz="1799" kern="1200">
                          <a:solidFill>
                            <a:schemeClr val="dk1"/>
                          </a:solidFill>
                          <a:latin typeface="Arial"/>
                        </a:defRPr>
                      </a:lvl3pPr>
                      <a:lvl4pPr marL="1371189" algn="l" defTabSz="914126" rtl="0" eaLnBrk="1" latinLnBrk="0" hangingPunct="1">
                        <a:defRPr sz="1799" kern="1200">
                          <a:solidFill>
                            <a:schemeClr val="dk1"/>
                          </a:solidFill>
                          <a:latin typeface="Arial"/>
                        </a:defRPr>
                      </a:lvl4pPr>
                      <a:lvl5pPr marL="1828251" algn="l" defTabSz="914126" rtl="0" eaLnBrk="1" latinLnBrk="0" hangingPunct="1">
                        <a:defRPr sz="1799" kern="1200">
                          <a:solidFill>
                            <a:schemeClr val="dk1"/>
                          </a:solidFill>
                          <a:latin typeface="Arial"/>
                        </a:defRPr>
                      </a:lvl5pPr>
                      <a:lvl6pPr marL="2285314" algn="l" defTabSz="914126" rtl="0" eaLnBrk="1" latinLnBrk="0" hangingPunct="1">
                        <a:defRPr sz="1799" kern="1200">
                          <a:solidFill>
                            <a:schemeClr val="dk1"/>
                          </a:solidFill>
                          <a:latin typeface="Arial"/>
                        </a:defRPr>
                      </a:lvl6pPr>
                      <a:lvl7pPr marL="2742377" algn="l" defTabSz="914126" rtl="0" eaLnBrk="1" latinLnBrk="0" hangingPunct="1">
                        <a:defRPr sz="1799" kern="1200">
                          <a:solidFill>
                            <a:schemeClr val="dk1"/>
                          </a:solidFill>
                          <a:latin typeface="Arial"/>
                        </a:defRPr>
                      </a:lvl7pPr>
                      <a:lvl8pPr marL="3199440" algn="l" defTabSz="914126" rtl="0" eaLnBrk="1" latinLnBrk="0" hangingPunct="1">
                        <a:defRPr sz="1799" kern="1200">
                          <a:solidFill>
                            <a:schemeClr val="dk1"/>
                          </a:solidFill>
                          <a:latin typeface="Arial"/>
                        </a:defRPr>
                      </a:lvl8pPr>
                      <a:lvl9pPr marL="3656503" algn="l" defTabSz="914126" rtl="0" eaLnBrk="1" latinLnBrk="0" hangingPunct="1">
                        <a:defRPr sz="1799" kern="1200">
                          <a:solidFill>
                            <a:schemeClr val="dk1"/>
                          </a:solidFill>
                          <a:latin typeface="Arial"/>
                        </a:defRPr>
                      </a:lvl9p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200" kern="1200" dirty="0" err="1">
                          <a:solidFill>
                            <a:schemeClr val="dk1"/>
                          </a:solidFill>
                          <a:latin typeface="+mn-lt"/>
                          <a:ea typeface="+mn-ea"/>
                          <a:cs typeface="+mn-cs"/>
                        </a:rPr>
                        <a:t>var.set_bit</a:t>
                      </a:r>
                      <a:r>
                        <a:rPr lang="en-US" sz="1200" kern="1200" dirty="0">
                          <a:solidFill>
                            <a:schemeClr val="dk1"/>
                          </a:solidFill>
                          <a:latin typeface="+mn-lt"/>
                          <a:ea typeface="+mn-ea"/>
                          <a:cs typeface="+mn-cs"/>
                        </a:rPr>
                        <a:t>(bit-number, value)</a:t>
                      </a:r>
                    </a:p>
                  </a:txBody>
                  <a:tcPr marL="121888" marR="121888">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008CA8">
                        <a:tint val="20000"/>
                      </a:srgbClr>
                    </a:solidFill>
                  </a:tcPr>
                </a:tc>
                <a:extLst>
                  <a:ext uri="{0D108BD9-81ED-4DB2-BD59-A6C34878D82A}">
                    <a16:rowId xmlns:a16="http://schemas.microsoft.com/office/drawing/2014/main" val="10009"/>
                  </a:ext>
                </a:extLst>
              </a:tr>
              <a:tr h="0">
                <a:tc>
                  <a:txBody>
                    <a:bodyPr/>
                    <a:lstStyle>
                      <a:lvl1pPr marL="0" algn="l" defTabSz="914126" rtl="0" eaLnBrk="1" latinLnBrk="0" hangingPunct="1">
                        <a:defRPr sz="1799" b="1" kern="1200">
                          <a:solidFill>
                            <a:schemeClr val="lt1"/>
                          </a:solidFill>
                          <a:latin typeface="Arial"/>
                        </a:defRPr>
                      </a:lvl1pPr>
                      <a:lvl2pPr marL="457063" algn="l" defTabSz="914126" rtl="0" eaLnBrk="1" latinLnBrk="0" hangingPunct="1">
                        <a:defRPr sz="1799" b="1" kern="1200">
                          <a:solidFill>
                            <a:schemeClr val="lt1"/>
                          </a:solidFill>
                          <a:latin typeface="Arial"/>
                        </a:defRPr>
                      </a:lvl2pPr>
                      <a:lvl3pPr marL="914126" algn="l" defTabSz="914126" rtl="0" eaLnBrk="1" latinLnBrk="0" hangingPunct="1">
                        <a:defRPr sz="1799" b="1" kern="1200">
                          <a:solidFill>
                            <a:schemeClr val="lt1"/>
                          </a:solidFill>
                          <a:latin typeface="Arial"/>
                        </a:defRPr>
                      </a:lvl3pPr>
                      <a:lvl4pPr marL="1371189" algn="l" defTabSz="914126" rtl="0" eaLnBrk="1" latinLnBrk="0" hangingPunct="1">
                        <a:defRPr sz="1799" b="1" kern="1200">
                          <a:solidFill>
                            <a:schemeClr val="lt1"/>
                          </a:solidFill>
                          <a:latin typeface="Arial"/>
                        </a:defRPr>
                      </a:lvl4pPr>
                      <a:lvl5pPr marL="1828251" algn="l" defTabSz="914126" rtl="0" eaLnBrk="1" latinLnBrk="0" hangingPunct="1">
                        <a:defRPr sz="1799" b="1" kern="1200">
                          <a:solidFill>
                            <a:schemeClr val="lt1"/>
                          </a:solidFill>
                          <a:latin typeface="Arial"/>
                        </a:defRPr>
                      </a:lvl5pPr>
                      <a:lvl6pPr marL="2285314" algn="l" defTabSz="914126" rtl="0" eaLnBrk="1" latinLnBrk="0" hangingPunct="1">
                        <a:defRPr sz="1799" b="1" kern="1200">
                          <a:solidFill>
                            <a:schemeClr val="lt1"/>
                          </a:solidFill>
                          <a:latin typeface="Arial"/>
                        </a:defRPr>
                      </a:lvl6pPr>
                      <a:lvl7pPr marL="2742377" algn="l" defTabSz="914126" rtl="0" eaLnBrk="1" latinLnBrk="0" hangingPunct="1">
                        <a:defRPr sz="1799" b="1" kern="1200">
                          <a:solidFill>
                            <a:schemeClr val="lt1"/>
                          </a:solidFill>
                          <a:latin typeface="Arial"/>
                        </a:defRPr>
                      </a:lvl7pPr>
                      <a:lvl8pPr marL="3199440" algn="l" defTabSz="914126" rtl="0" eaLnBrk="1" latinLnBrk="0" hangingPunct="1">
                        <a:defRPr sz="1799" b="1" kern="1200">
                          <a:solidFill>
                            <a:schemeClr val="lt1"/>
                          </a:solidFill>
                          <a:latin typeface="Arial"/>
                        </a:defRPr>
                      </a:lvl8pPr>
                      <a:lvl9pPr marL="3656503" algn="l" defTabSz="914126" rtl="0" eaLnBrk="1" latinLnBrk="0" hangingPunct="1">
                        <a:defRPr sz="1799" b="1" kern="1200">
                          <a:solidFill>
                            <a:schemeClr val="lt1"/>
                          </a:solidFill>
                          <a:latin typeface="Arial"/>
                        </a:defRPr>
                      </a:lvl9pPr>
                    </a:lstStyle>
                    <a:p>
                      <a:r>
                        <a:rPr lang="en-US" sz="1200" dirty="0"/>
                        <a:t>Set bit</a:t>
                      </a:r>
                    </a:p>
                  </a:txBody>
                  <a:tcPr marL="121888" marR="121888">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008CA8"/>
                    </a:solidFill>
                  </a:tcPr>
                </a:tc>
                <a:tc>
                  <a:txBody>
                    <a:bodyPr/>
                    <a:lstStyle>
                      <a:lvl1pPr marL="0" algn="l" defTabSz="914126" rtl="0" eaLnBrk="1" latinLnBrk="0" hangingPunct="1">
                        <a:defRPr sz="1799" kern="1200">
                          <a:solidFill>
                            <a:schemeClr val="dk1"/>
                          </a:solidFill>
                          <a:latin typeface="Arial"/>
                        </a:defRPr>
                      </a:lvl1pPr>
                      <a:lvl2pPr marL="457063" algn="l" defTabSz="914126" rtl="0" eaLnBrk="1" latinLnBrk="0" hangingPunct="1">
                        <a:defRPr sz="1799" kern="1200">
                          <a:solidFill>
                            <a:schemeClr val="dk1"/>
                          </a:solidFill>
                          <a:latin typeface="Arial"/>
                        </a:defRPr>
                      </a:lvl2pPr>
                      <a:lvl3pPr marL="914126" algn="l" defTabSz="914126" rtl="0" eaLnBrk="1" latinLnBrk="0" hangingPunct="1">
                        <a:defRPr sz="1799" kern="1200">
                          <a:solidFill>
                            <a:schemeClr val="dk1"/>
                          </a:solidFill>
                          <a:latin typeface="Arial"/>
                        </a:defRPr>
                      </a:lvl3pPr>
                      <a:lvl4pPr marL="1371189" algn="l" defTabSz="914126" rtl="0" eaLnBrk="1" latinLnBrk="0" hangingPunct="1">
                        <a:defRPr sz="1799" kern="1200">
                          <a:solidFill>
                            <a:schemeClr val="dk1"/>
                          </a:solidFill>
                          <a:latin typeface="Arial"/>
                        </a:defRPr>
                      </a:lvl4pPr>
                      <a:lvl5pPr marL="1828251" algn="l" defTabSz="914126" rtl="0" eaLnBrk="1" latinLnBrk="0" hangingPunct="1">
                        <a:defRPr sz="1799" kern="1200">
                          <a:solidFill>
                            <a:schemeClr val="dk1"/>
                          </a:solidFill>
                          <a:latin typeface="Arial"/>
                        </a:defRPr>
                      </a:lvl5pPr>
                      <a:lvl6pPr marL="2285314" algn="l" defTabSz="914126" rtl="0" eaLnBrk="1" latinLnBrk="0" hangingPunct="1">
                        <a:defRPr sz="1799" kern="1200">
                          <a:solidFill>
                            <a:schemeClr val="dk1"/>
                          </a:solidFill>
                          <a:latin typeface="Arial"/>
                        </a:defRPr>
                      </a:lvl6pPr>
                      <a:lvl7pPr marL="2742377" algn="l" defTabSz="914126" rtl="0" eaLnBrk="1" latinLnBrk="0" hangingPunct="1">
                        <a:defRPr sz="1799" kern="1200">
                          <a:solidFill>
                            <a:schemeClr val="dk1"/>
                          </a:solidFill>
                          <a:latin typeface="Arial"/>
                        </a:defRPr>
                      </a:lvl7pPr>
                      <a:lvl8pPr marL="3199440" algn="l" defTabSz="914126" rtl="0" eaLnBrk="1" latinLnBrk="0" hangingPunct="1">
                        <a:defRPr sz="1799" kern="1200">
                          <a:solidFill>
                            <a:schemeClr val="dk1"/>
                          </a:solidFill>
                          <a:latin typeface="Arial"/>
                        </a:defRPr>
                      </a:lvl8pPr>
                      <a:lvl9pPr marL="3656503" algn="l" defTabSz="914126" rtl="0" eaLnBrk="1" latinLnBrk="0" hangingPunct="1">
                        <a:defRPr sz="1799" kern="1200">
                          <a:solidFill>
                            <a:schemeClr val="dk1"/>
                          </a:solidFill>
                          <a:latin typeface="Arial"/>
                        </a:defRPr>
                      </a:lvl9p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200" kern="1200" dirty="0">
                          <a:solidFill>
                            <a:schemeClr val="dk1"/>
                          </a:solidFill>
                          <a:latin typeface="+mn-lt"/>
                          <a:ea typeface="+mn-ea"/>
                          <a:cs typeface="+mn-cs"/>
                        </a:rPr>
                        <a:t>Set a specific</a:t>
                      </a:r>
                      <a:r>
                        <a:rPr lang="en-US" sz="1200" kern="1200" baseline="0" dirty="0">
                          <a:solidFill>
                            <a:schemeClr val="dk1"/>
                          </a:solidFill>
                          <a:latin typeface="+mn-lt"/>
                          <a:ea typeface="+mn-ea"/>
                          <a:cs typeface="+mn-cs"/>
                        </a:rPr>
                        <a:t> bit to one</a:t>
                      </a:r>
                      <a:endParaRPr lang="en-US" sz="1200" kern="1200" dirty="0">
                        <a:solidFill>
                          <a:schemeClr val="dk1"/>
                        </a:solidFill>
                        <a:latin typeface="+mn-lt"/>
                        <a:ea typeface="+mn-ea"/>
                        <a:cs typeface="+mn-cs"/>
                      </a:endParaRPr>
                    </a:p>
                  </a:txBody>
                  <a:tcPr marL="121888" marR="121888">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008CA8">
                        <a:tint val="40000"/>
                      </a:srgbClr>
                    </a:solidFill>
                  </a:tcPr>
                </a:tc>
                <a:tc>
                  <a:txBody>
                    <a:bodyPr/>
                    <a:lstStyle>
                      <a:lvl1pPr marL="0" algn="l" defTabSz="914126" rtl="0" eaLnBrk="1" latinLnBrk="0" hangingPunct="1">
                        <a:defRPr sz="1799" kern="1200">
                          <a:solidFill>
                            <a:schemeClr val="dk1"/>
                          </a:solidFill>
                          <a:latin typeface="Arial"/>
                        </a:defRPr>
                      </a:lvl1pPr>
                      <a:lvl2pPr marL="457063" algn="l" defTabSz="914126" rtl="0" eaLnBrk="1" latinLnBrk="0" hangingPunct="1">
                        <a:defRPr sz="1799" kern="1200">
                          <a:solidFill>
                            <a:schemeClr val="dk1"/>
                          </a:solidFill>
                          <a:latin typeface="Arial"/>
                        </a:defRPr>
                      </a:lvl2pPr>
                      <a:lvl3pPr marL="914126" algn="l" defTabSz="914126" rtl="0" eaLnBrk="1" latinLnBrk="0" hangingPunct="1">
                        <a:defRPr sz="1799" kern="1200">
                          <a:solidFill>
                            <a:schemeClr val="dk1"/>
                          </a:solidFill>
                          <a:latin typeface="Arial"/>
                        </a:defRPr>
                      </a:lvl3pPr>
                      <a:lvl4pPr marL="1371189" algn="l" defTabSz="914126" rtl="0" eaLnBrk="1" latinLnBrk="0" hangingPunct="1">
                        <a:defRPr sz="1799" kern="1200">
                          <a:solidFill>
                            <a:schemeClr val="dk1"/>
                          </a:solidFill>
                          <a:latin typeface="Arial"/>
                        </a:defRPr>
                      </a:lvl4pPr>
                      <a:lvl5pPr marL="1828251" algn="l" defTabSz="914126" rtl="0" eaLnBrk="1" latinLnBrk="0" hangingPunct="1">
                        <a:defRPr sz="1799" kern="1200">
                          <a:solidFill>
                            <a:schemeClr val="dk1"/>
                          </a:solidFill>
                          <a:latin typeface="Arial"/>
                        </a:defRPr>
                      </a:lvl5pPr>
                      <a:lvl6pPr marL="2285314" algn="l" defTabSz="914126" rtl="0" eaLnBrk="1" latinLnBrk="0" hangingPunct="1">
                        <a:defRPr sz="1799" kern="1200">
                          <a:solidFill>
                            <a:schemeClr val="dk1"/>
                          </a:solidFill>
                          <a:latin typeface="Arial"/>
                        </a:defRPr>
                      </a:lvl6pPr>
                      <a:lvl7pPr marL="2742377" algn="l" defTabSz="914126" rtl="0" eaLnBrk="1" latinLnBrk="0" hangingPunct="1">
                        <a:defRPr sz="1799" kern="1200">
                          <a:solidFill>
                            <a:schemeClr val="dk1"/>
                          </a:solidFill>
                          <a:latin typeface="Arial"/>
                        </a:defRPr>
                      </a:lvl7pPr>
                      <a:lvl8pPr marL="3199440" algn="l" defTabSz="914126" rtl="0" eaLnBrk="1" latinLnBrk="0" hangingPunct="1">
                        <a:defRPr sz="1799" kern="1200">
                          <a:solidFill>
                            <a:schemeClr val="dk1"/>
                          </a:solidFill>
                          <a:latin typeface="Arial"/>
                        </a:defRPr>
                      </a:lvl8pPr>
                      <a:lvl9pPr marL="3656503" algn="l" defTabSz="914126" rtl="0" eaLnBrk="1" latinLnBrk="0" hangingPunct="1">
                        <a:defRPr sz="1799" kern="1200">
                          <a:solidFill>
                            <a:schemeClr val="dk1"/>
                          </a:solidFill>
                          <a:latin typeface="Arial"/>
                        </a:defRPr>
                      </a:lvl9p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200" kern="1200" dirty="0" err="1">
                          <a:solidFill>
                            <a:schemeClr val="dk1"/>
                          </a:solidFill>
                          <a:latin typeface="+mn-lt"/>
                          <a:ea typeface="+mn-ea"/>
                          <a:cs typeface="+mn-cs"/>
                        </a:rPr>
                        <a:t>var.set</a:t>
                      </a:r>
                      <a:r>
                        <a:rPr lang="en-US" sz="1200" kern="1200" dirty="0">
                          <a:solidFill>
                            <a:schemeClr val="dk1"/>
                          </a:solidFill>
                          <a:latin typeface="+mn-lt"/>
                          <a:ea typeface="+mn-ea"/>
                          <a:cs typeface="+mn-cs"/>
                        </a:rPr>
                        <a:t>(bit-number);</a:t>
                      </a:r>
                    </a:p>
                  </a:txBody>
                  <a:tcPr marL="121888" marR="121888">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008CA8">
                        <a:tint val="40000"/>
                      </a:srgbClr>
                    </a:solidFill>
                  </a:tcPr>
                </a:tc>
                <a:extLst>
                  <a:ext uri="{0D108BD9-81ED-4DB2-BD59-A6C34878D82A}">
                    <a16:rowId xmlns:a16="http://schemas.microsoft.com/office/drawing/2014/main" val="10010"/>
                  </a:ext>
                </a:extLst>
              </a:tr>
              <a:tr h="0">
                <a:tc>
                  <a:txBody>
                    <a:bodyPr/>
                    <a:lstStyle>
                      <a:lvl1pPr marL="0" algn="l" defTabSz="914126" rtl="0" eaLnBrk="1" latinLnBrk="0" hangingPunct="1">
                        <a:defRPr sz="1799" b="1" kern="1200">
                          <a:solidFill>
                            <a:schemeClr val="lt1"/>
                          </a:solidFill>
                          <a:latin typeface="Arial"/>
                        </a:defRPr>
                      </a:lvl1pPr>
                      <a:lvl2pPr marL="457063" algn="l" defTabSz="914126" rtl="0" eaLnBrk="1" latinLnBrk="0" hangingPunct="1">
                        <a:defRPr sz="1799" b="1" kern="1200">
                          <a:solidFill>
                            <a:schemeClr val="lt1"/>
                          </a:solidFill>
                          <a:latin typeface="Arial"/>
                        </a:defRPr>
                      </a:lvl2pPr>
                      <a:lvl3pPr marL="914126" algn="l" defTabSz="914126" rtl="0" eaLnBrk="1" latinLnBrk="0" hangingPunct="1">
                        <a:defRPr sz="1799" b="1" kern="1200">
                          <a:solidFill>
                            <a:schemeClr val="lt1"/>
                          </a:solidFill>
                          <a:latin typeface="Arial"/>
                        </a:defRPr>
                      </a:lvl3pPr>
                      <a:lvl4pPr marL="1371189" algn="l" defTabSz="914126" rtl="0" eaLnBrk="1" latinLnBrk="0" hangingPunct="1">
                        <a:defRPr sz="1799" b="1" kern="1200">
                          <a:solidFill>
                            <a:schemeClr val="lt1"/>
                          </a:solidFill>
                          <a:latin typeface="Arial"/>
                        </a:defRPr>
                      </a:lvl4pPr>
                      <a:lvl5pPr marL="1828251" algn="l" defTabSz="914126" rtl="0" eaLnBrk="1" latinLnBrk="0" hangingPunct="1">
                        <a:defRPr sz="1799" b="1" kern="1200">
                          <a:solidFill>
                            <a:schemeClr val="lt1"/>
                          </a:solidFill>
                          <a:latin typeface="Arial"/>
                        </a:defRPr>
                      </a:lvl5pPr>
                      <a:lvl6pPr marL="2285314" algn="l" defTabSz="914126" rtl="0" eaLnBrk="1" latinLnBrk="0" hangingPunct="1">
                        <a:defRPr sz="1799" b="1" kern="1200">
                          <a:solidFill>
                            <a:schemeClr val="lt1"/>
                          </a:solidFill>
                          <a:latin typeface="Arial"/>
                        </a:defRPr>
                      </a:lvl6pPr>
                      <a:lvl7pPr marL="2742377" algn="l" defTabSz="914126" rtl="0" eaLnBrk="1" latinLnBrk="0" hangingPunct="1">
                        <a:defRPr sz="1799" b="1" kern="1200">
                          <a:solidFill>
                            <a:schemeClr val="lt1"/>
                          </a:solidFill>
                          <a:latin typeface="Arial"/>
                        </a:defRPr>
                      </a:lvl7pPr>
                      <a:lvl8pPr marL="3199440" algn="l" defTabSz="914126" rtl="0" eaLnBrk="1" latinLnBrk="0" hangingPunct="1">
                        <a:defRPr sz="1799" b="1" kern="1200">
                          <a:solidFill>
                            <a:schemeClr val="lt1"/>
                          </a:solidFill>
                          <a:latin typeface="Arial"/>
                        </a:defRPr>
                      </a:lvl8pPr>
                      <a:lvl9pPr marL="3656503" algn="l" defTabSz="914126" rtl="0" eaLnBrk="1" latinLnBrk="0" hangingPunct="1">
                        <a:defRPr sz="1799" b="1" kern="1200">
                          <a:solidFill>
                            <a:schemeClr val="lt1"/>
                          </a:solidFill>
                          <a:latin typeface="Arial"/>
                        </a:defRPr>
                      </a:lvl9pPr>
                    </a:lstStyle>
                    <a:p>
                      <a:r>
                        <a:rPr lang="en-US" sz="1200" dirty="0"/>
                        <a:t>Clear bit</a:t>
                      </a:r>
                    </a:p>
                  </a:txBody>
                  <a:tcPr marL="121888" marR="121888">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008CA8"/>
                    </a:solidFill>
                  </a:tcPr>
                </a:tc>
                <a:tc>
                  <a:txBody>
                    <a:bodyPr/>
                    <a:lstStyle>
                      <a:lvl1pPr marL="0" algn="l" defTabSz="914126" rtl="0" eaLnBrk="1" latinLnBrk="0" hangingPunct="1">
                        <a:defRPr sz="1799" kern="1200">
                          <a:solidFill>
                            <a:schemeClr val="dk1"/>
                          </a:solidFill>
                          <a:latin typeface="Arial"/>
                        </a:defRPr>
                      </a:lvl1pPr>
                      <a:lvl2pPr marL="457063" algn="l" defTabSz="914126" rtl="0" eaLnBrk="1" latinLnBrk="0" hangingPunct="1">
                        <a:defRPr sz="1799" kern="1200">
                          <a:solidFill>
                            <a:schemeClr val="dk1"/>
                          </a:solidFill>
                          <a:latin typeface="Arial"/>
                        </a:defRPr>
                      </a:lvl2pPr>
                      <a:lvl3pPr marL="914126" algn="l" defTabSz="914126" rtl="0" eaLnBrk="1" latinLnBrk="0" hangingPunct="1">
                        <a:defRPr sz="1799" kern="1200">
                          <a:solidFill>
                            <a:schemeClr val="dk1"/>
                          </a:solidFill>
                          <a:latin typeface="Arial"/>
                        </a:defRPr>
                      </a:lvl3pPr>
                      <a:lvl4pPr marL="1371189" algn="l" defTabSz="914126" rtl="0" eaLnBrk="1" latinLnBrk="0" hangingPunct="1">
                        <a:defRPr sz="1799" kern="1200">
                          <a:solidFill>
                            <a:schemeClr val="dk1"/>
                          </a:solidFill>
                          <a:latin typeface="Arial"/>
                        </a:defRPr>
                      </a:lvl4pPr>
                      <a:lvl5pPr marL="1828251" algn="l" defTabSz="914126" rtl="0" eaLnBrk="1" latinLnBrk="0" hangingPunct="1">
                        <a:defRPr sz="1799" kern="1200">
                          <a:solidFill>
                            <a:schemeClr val="dk1"/>
                          </a:solidFill>
                          <a:latin typeface="Arial"/>
                        </a:defRPr>
                      </a:lvl5pPr>
                      <a:lvl6pPr marL="2285314" algn="l" defTabSz="914126" rtl="0" eaLnBrk="1" latinLnBrk="0" hangingPunct="1">
                        <a:defRPr sz="1799" kern="1200">
                          <a:solidFill>
                            <a:schemeClr val="dk1"/>
                          </a:solidFill>
                          <a:latin typeface="Arial"/>
                        </a:defRPr>
                      </a:lvl6pPr>
                      <a:lvl7pPr marL="2742377" algn="l" defTabSz="914126" rtl="0" eaLnBrk="1" latinLnBrk="0" hangingPunct="1">
                        <a:defRPr sz="1799" kern="1200">
                          <a:solidFill>
                            <a:schemeClr val="dk1"/>
                          </a:solidFill>
                          <a:latin typeface="Arial"/>
                        </a:defRPr>
                      </a:lvl7pPr>
                      <a:lvl8pPr marL="3199440" algn="l" defTabSz="914126" rtl="0" eaLnBrk="1" latinLnBrk="0" hangingPunct="1">
                        <a:defRPr sz="1799" kern="1200">
                          <a:solidFill>
                            <a:schemeClr val="dk1"/>
                          </a:solidFill>
                          <a:latin typeface="Arial"/>
                        </a:defRPr>
                      </a:lvl8pPr>
                      <a:lvl9pPr marL="3656503" algn="l" defTabSz="914126" rtl="0" eaLnBrk="1" latinLnBrk="0" hangingPunct="1">
                        <a:defRPr sz="1799" kern="1200">
                          <a:solidFill>
                            <a:schemeClr val="dk1"/>
                          </a:solidFill>
                          <a:latin typeface="Arial"/>
                        </a:defRPr>
                      </a:lvl9p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200" kern="1200" dirty="0">
                          <a:solidFill>
                            <a:schemeClr val="dk1"/>
                          </a:solidFill>
                          <a:latin typeface="+mn-lt"/>
                          <a:ea typeface="+mn-ea"/>
                          <a:cs typeface="+mn-cs"/>
                        </a:rPr>
                        <a:t>Clear a</a:t>
                      </a:r>
                      <a:r>
                        <a:rPr lang="en-US" sz="1200" kern="1200" baseline="0" dirty="0">
                          <a:solidFill>
                            <a:schemeClr val="dk1"/>
                          </a:solidFill>
                          <a:latin typeface="+mn-lt"/>
                          <a:ea typeface="+mn-ea"/>
                          <a:cs typeface="+mn-cs"/>
                        </a:rPr>
                        <a:t> specific bit to zero</a:t>
                      </a:r>
                      <a:endParaRPr lang="en-US" sz="1200" kern="1200" dirty="0">
                        <a:solidFill>
                          <a:schemeClr val="dk1"/>
                        </a:solidFill>
                        <a:latin typeface="+mn-lt"/>
                        <a:ea typeface="+mn-ea"/>
                        <a:cs typeface="+mn-cs"/>
                      </a:endParaRPr>
                    </a:p>
                  </a:txBody>
                  <a:tcPr marL="121888" marR="121888">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008CA8">
                        <a:tint val="20000"/>
                      </a:srgbClr>
                    </a:solidFill>
                  </a:tcPr>
                </a:tc>
                <a:tc>
                  <a:txBody>
                    <a:bodyPr/>
                    <a:lstStyle>
                      <a:lvl1pPr marL="0" algn="l" defTabSz="914126" rtl="0" eaLnBrk="1" latinLnBrk="0" hangingPunct="1">
                        <a:defRPr sz="1799" kern="1200">
                          <a:solidFill>
                            <a:schemeClr val="dk1"/>
                          </a:solidFill>
                          <a:latin typeface="Arial"/>
                        </a:defRPr>
                      </a:lvl1pPr>
                      <a:lvl2pPr marL="457063" algn="l" defTabSz="914126" rtl="0" eaLnBrk="1" latinLnBrk="0" hangingPunct="1">
                        <a:defRPr sz="1799" kern="1200">
                          <a:solidFill>
                            <a:schemeClr val="dk1"/>
                          </a:solidFill>
                          <a:latin typeface="Arial"/>
                        </a:defRPr>
                      </a:lvl2pPr>
                      <a:lvl3pPr marL="914126" algn="l" defTabSz="914126" rtl="0" eaLnBrk="1" latinLnBrk="0" hangingPunct="1">
                        <a:defRPr sz="1799" kern="1200">
                          <a:solidFill>
                            <a:schemeClr val="dk1"/>
                          </a:solidFill>
                          <a:latin typeface="Arial"/>
                        </a:defRPr>
                      </a:lvl3pPr>
                      <a:lvl4pPr marL="1371189" algn="l" defTabSz="914126" rtl="0" eaLnBrk="1" latinLnBrk="0" hangingPunct="1">
                        <a:defRPr sz="1799" kern="1200">
                          <a:solidFill>
                            <a:schemeClr val="dk1"/>
                          </a:solidFill>
                          <a:latin typeface="Arial"/>
                        </a:defRPr>
                      </a:lvl4pPr>
                      <a:lvl5pPr marL="1828251" algn="l" defTabSz="914126" rtl="0" eaLnBrk="1" latinLnBrk="0" hangingPunct="1">
                        <a:defRPr sz="1799" kern="1200">
                          <a:solidFill>
                            <a:schemeClr val="dk1"/>
                          </a:solidFill>
                          <a:latin typeface="Arial"/>
                        </a:defRPr>
                      </a:lvl5pPr>
                      <a:lvl6pPr marL="2285314" algn="l" defTabSz="914126" rtl="0" eaLnBrk="1" latinLnBrk="0" hangingPunct="1">
                        <a:defRPr sz="1799" kern="1200">
                          <a:solidFill>
                            <a:schemeClr val="dk1"/>
                          </a:solidFill>
                          <a:latin typeface="Arial"/>
                        </a:defRPr>
                      </a:lvl6pPr>
                      <a:lvl7pPr marL="2742377" algn="l" defTabSz="914126" rtl="0" eaLnBrk="1" latinLnBrk="0" hangingPunct="1">
                        <a:defRPr sz="1799" kern="1200">
                          <a:solidFill>
                            <a:schemeClr val="dk1"/>
                          </a:solidFill>
                          <a:latin typeface="Arial"/>
                        </a:defRPr>
                      </a:lvl7pPr>
                      <a:lvl8pPr marL="3199440" algn="l" defTabSz="914126" rtl="0" eaLnBrk="1" latinLnBrk="0" hangingPunct="1">
                        <a:defRPr sz="1799" kern="1200">
                          <a:solidFill>
                            <a:schemeClr val="dk1"/>
                          </a:solidFill>
                          <a:latin typeface="Arial"/>
                        </a:defRPr>
                      </a:lvl8pPr>
                      <a:lvl9pPr marL="3656503" algn="l" defTabSz="914126" rtl="0" eaLnBrk="1" latinLnBrk="0" hangingPunct="1">
                        <a:defRPr sz="1799" kern="1200">
                          <a:solidFill>
                            <a:schemeClr val="dk1"/>
                          </a:solidFill>
                          <a:latin typeface="Arial"/>
                        </a:defRPr>
                      </a:lvl9p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200" kern="1200" dirty="0" err="1">
                          <a:solidFill>
                            <a:schemeClr val="dk1"/>
                          </a:solidFill>
                          <a:latin typeface="+mn-lt"/>
                          <a:ea typeface="+mn-ea"/>
                          <a:cs typeface="+mn-cs"/>
                        </a:rPr>
                        <a:t>var.clear</a:t>
                      </a:r>
                      <a:r>
                        <a:rPr lang="en-US" sz="1200" kern="1200" dirty="0">
                          <a:solidFill>
                            <a:schemeClr val="dk1"/>
                          </a:solidFill>
                          <a:latin typeface="+mn-lt"/>
                          <a:ea typeface="+mn-ea"/>
                          <a:cs typeface="+mn-cs"/>
                        </a:rPr>
                        <a:t>(bit-number);</a:t>
                      </a:r>
                    </a:p>
                  </a:txBody>
                  <a:tcPr marL="121888" marR="121888">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008CA8">
                        <a:tint val="20000"/>
                      </a:srgbClr>
                    </a:solidFill>
                  </a:tcPr>
                </a:tc>
                <a:extLst>
                  <a:ext uri="{0D108BD9-81ED-4DB2-BD59-A6C34878D82A}">
                    <a16:rowId xmlns:a16="http://schemas.microsoft.com/office/drawing/2014/main" val="10011"/>
                  </a:ext>
                </a:extLst>
              </a:tr>
              <a:tr h="0">
                <a:tc>
                  <a:txBody>
                    <a:bodyPr/>
                    <a:lstStyle>
                      <a:lvl1pPr marL="0" algn="l" defTabSz="914126" rtl="0" eaLnBrk="1" latinLnBrk="0" hangingPunct="1">
                        <a:defRPr sz="1799" b="1" kern="1200">
                          <a:solidFill>
                            <a:schemeClr val="lt1"/>
                          </a:solidFill>
                          <a:latin typeface="Arial"/>
                        </a:defRPr>
                      </a:lvl1pPr>
                      <a:lvl2pPr marL="457063" algn="l" defTabSz="914126" rtl="0" eaLnBrk="1" latinLnBrk="0" hangingPunct="1">
                        <a:defRPr sz="1799" b="1" kern="1200">
                          <a:solidFill>
                            <a:schemeClr val="lt1"/>
                          </a:solidFill>
                          <a:latin typeface="Arial"/>
                        </a:defRPr>
                      </a:lvl2pPr>
                      <a:lvl3pPr marL="914126" algn="l" defTabSz="914126" rtl="0" eaLnBrk="1" latinLnBrk="0" hangingPunct="1">
                        <a:defRPr sz="1799" b="1" kern="1200">
                          <a:solidFill>
                            <a:schemeClr val="lt1"/>
                          </a:solidFill>
                          <a:latin typeface="Arial"/>
                        </a:defRPr>
                      </a:lvl3pPr>
                      <a:lvl4pPr marL="1371189" algn="l" defTabSz="914126" rtl="0" eaLnBrk="1" latinLnBrk="0" hangingPunct="1">
                        <a:defRPr sz="1799" b="1" kern="1200">
                          <a:solidFill>
                            <a:schemeClr val="lt1"/>
                          </a:solidFill>
                          <a:latin typeface="Arial"/>
                        </a:defRPr>
                      </a:lvl4pPr>
                      <a:lvl5pPr marL="1828251" algn="l" defTabSz="914126" rtl="0" eaLnBrk="1" latinLnBrk="0" hangingPunct="1">
                        <a:defRPr sz="1799" b="1" kern="1200">
                          <a:solidFill>
                            <a:schemeClr val="lt1"/>
                          </a:solidFill>
                          <a:latin typeface="Arial"/>
                        </a:defRPr>
                      </a:lvl5pPr>
                      <a:lvl6pPr marL="2285314" algn="l" defTabSz="914126" rtl="0" eaLnBrk="1" latinLnBrk="0" hangingPunct="1">
                        <a:defRPr sz="1799" b="1" kern="1200">
                          <a:solidFill>
                            <a:schemeClr val="lt1"/>
                          </a:solidFill>
                          <a:latin typeface="Arial"/>
                        </a:defRPr>
                      </a:lvl6pPr>
                      <a:lvl7pPr marL="2742377" algn="l" defTabSz="914126" rtl="0" eaLnBrk="1" latinLnBrk="0" hangingPunct="1">
                        <a:defRPr sz="1799" b="1" kern="1200">
                          <a:solidFill>
                            <a:schemeClr val="lt1"/>
                          </a:solidFill>
                          <a:latin typeface="Arial"/>
                        </a:defRPr>
                      </a:lvl7pPr>
                      <a:lvl8pPr marL="3199440" algn="l" defTabSz="914126" rtl="0" eaLnBrk="1" latinLnBrk="0" hangingPunct="1">
                        <a:defRPr sz="1799" b="1" kern="1200">
                          <a:solidFill>
                            <a:schemeClr val="lt1"/>
                          </a:solidFill>
                          <a:latin typeface="Arial"/>
                        </a:defRPr>
                      </a:lvl8pPr>
                      <a:lvl9pPr marL="3656503" algn="l" defTabSz="914126" rtl="0" eaLnBrk="1" latinLnBrk="0" hangingPunct="1">
                        <a:defRPr sz="1799" b="1" kern="1200">
                          <a:solidFill>
                            <a:schemeClr val="lt1"/>
                          </a:solidFill>
                          <a:latin typeface="Arial"/>
                        </a:defRPr>
                      </a:lvl9pPr>
                    </a:lstStyle>
                    <a:p>
                      <a:r>
                        <a:rPr lang="en-US" sz="1200" dirty="0"/>
                        <a:t>Invert Bit</a:t>
                      </a:r>
                    </a:p>
                  </a:txBody>
                  <a:tcPr marL="121888" marR="121888">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008CA8"/>
                    </a:solidFill>
                  </a:tcPr>
                </a:tc>
                <a:tc>
                  <a:txBody>
                    <a:bodyPr/>
                    <a:lstStyle>
                      <a:lvl1pPr marL="0" algn="l" defTabSz="914126" rtl="0" eaLnBrk="1" latinLnBrk="0" hangingPunct="1">
                        <a:defRPr sz="1799" kern="1200">
                          <a:solidFill>
                            <a:schemeClr val="dk1"/>
                          </a:solidFill>
                          <a:latin typeface="Arial"/>
                        </a:defRPr>
                      </a:lvl1pPr>
                      <a:lvl2pPr marL="457063" algn="l" defTabSz="914126" rtl="0" eaLnBrk="1" latinLnBrk="0" hangingPunct="1">
                        <a:defRPr sz="1799" kern="1200">
                          <a:solidFill>
                            <a:schemeClr val="dk1"/>
                          </a:solidFill>
                          <a:latin typeface="Arial"/>
                        </a:defRPr>
                      </a:lvl2pPr>
                      <a:lvl3pPr marL="914126" algn="l" defTabSz="914126" rtl="0" eaLnBrk="1" latinLnBrk="0" hangingPunct="1">
                        <a:defRPr sz="1799" kern="1200">
                          <a:solidFill>
                            <a:schemeClr val="dk1"/>
                          </a:solidFill>
                          <a:latin typeface="Arial"/>
                        </a:defRPr>
                      </a:lvl3pPr>
                      <a:lvl4pPr marL="1371189" algn="l" defTabSz="914126" rtl="0" eaLnBrk="1" latinLnBrk="0" hangingPunct="1">
                        <a:defRPr sz="1799" kern="1200">
                          <a:solidFill>
                            <a:schemeClr val="dk1"/>
                          </a:solidFill>
                          <a:latin typeface="Arial"/>
                        </a:defRPr>
                      </a:lvl4pPr>
                      <a:lvl5pPr marL="1828251" algn="l" defTabSz="914126" rtl="0" eaLnBrk="1" latinLnBrk="0" hangingPunct="1">
                        <a:defRPr sz="1799" kern="1200">
                          <a:solidFill>
                            <a:schemeClr val="dk1"/>
                          </a:solidFill>
                          <a:latin typeface="Arial"/>
                        </a:defRPr>
                      </a:lvl5pPr>
                      <a:lvl6pPr marL="2285314" algn="l" defTabSz="914126" rtl="0" eaLnBrk="1" latinLnBrk="0" hangingPunct="1">
                        <a:defRPr sz="1799" kern="1200">
                          <a:solidFill>
                            <a:schemeClr val="dk1"/>
                          </a:solidFill>
                          <a:latin typeface="Arial"/>
                        </a:defRPr>
                      </a:lvl6pPr>
                      <a:lvl7pPr marL="2742377" algn="l" defTabSz="914126" rtl="0" eaLnBrk="1" latinLnBrk="0" hangingPunct="1">
                        <a:defRPr sz="1799" kern="1200">
                          <a:solidFill>
                            <a:schemeClr val="dk1"/>
                          </a:solidFill>
                          <a:latin typeface="Arial"/>
                        </a:defRPr>
                      </a:lvl7pPr>
                      <a:lvl8pPr marL="3199440" algn="l" defTabSz="914126" rtl="0" eaLnBrk="1" latinLnBrk="0" hangingPunct="1">
                        <a:defRPr sz="1799" kern="1200">
                          <a:solidFill>
                            <a:schemeClr val="dk1"/>
                          </a:solidFill>
                          <a:latin typeface="Arial"/>
                        </a:defRPr>
                      </a:lvl8pPr>
                      <a:lvl9pPr marL="3656503" algn="l" defTabSz="914126" rtl="0" eaLnBrk="1" latinLnBrk="0" hangingPunct="1">
                        <a:defRPr sz="1799" kern="1200">
                          <a:solidFill>
                            <a:schemeClr val="dk1"/>
                          </a:solidFill>
                          <a:latin typeface="Arial"/>
                        </a:defRPr>
                      </a:lvl9p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200" kern="1200" dirty="0">
                          <a:solidFill>
                            <a:schemeClr val="dk1"/>
                          </a:solidFill>
                          <a:latin typeface="+mn-lt"/>
                          <a:ea typeface="+mn-ea"/>
                          <a:cs typeface="+mn-cs"/>
                        </a:rPr>
                        <a:t>Invert a specific</a:t>
                      </a:r>
                      <a:r>
                        <a:rPr lang="en-US" sz="1200" kern="1200" baseline="0" dirty="0">
                          <a:solidFill>
                            <a:schemeClr val="dk1"/>
                          </a:solidFill>
                          <a:latin typeface="+mn-lt"/>
                          <a:ea typeface="+mn-ea"/>
                          <a:cs typeface="+mn-cs"/>
                        </a:rPr>
                        <a:t> bit</a:t>
                      </a:r>
                      <a:endParaRPr lang="en-US" sz="1200" kern="1200" dirty="0">
                        <a:solidFill>
                          <a:schemeClr val="dk1"/>
                        </a:solidFill>
                        <a:latin typeface="+mn-lt"/>
                        <a:ea typeface="+mn-ea"/>
                        <a:cs typeface="+mn-cs"/>
                      </a:endParaRPr>
                    </a:p>
                  </a:txBody>
                  <a:tcPr marL="121888" marR="121888">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008CA8">
                        <a:tint val="40000"/>
                      </a:srgbClr>
                    </a:solidFill>
                  </a:tcPr>
                </a:tc>
                <a:tc>
                  <a:txBody>
                    <a:bodyPr/>
                    <a:lstStyle>
                      <a:lvl1pPr marL="0" algn="l" defTabSz="914126" rtl="0" eaLnBrk="1" latinLnBrk="0" hangingPunct="1">
                        <a:defRPr sz="1799" kern="1200">
                          <a:solidFill>
                            <a:schemeClr val="dk1"/>
                          </a:solidFill>
                          <a:latin typeface="Arial"/>
                        </a:defRPr>
                      </a:lvl1pPr>
                      <a:lvl2pPr marL="457063" algn="l" defTabSz="914126" rtl="0" eaLnBrk="1" latinLnBrk="0" hangingPunct="1">
                        <a:defRPr sz="1799" kern="1200">
                          <a:solidFill>
                            <a:schemeClr val="dk1"/>
                          </a:solidFill>
                          <a:latin typeface="Arial"/>
                        </a:defRPr>
                      </a:lvl2pPr>
                      <a:lvl3pPr marL="914126" algn="l" defTabSz="914126" rtl="0" eaLnBrk="1" latinLnBrk="0" hangingPunct="1">
                        <a:defRPr sz="1799" kern="1200">
                          <a:solidFill>
                            <a:schemeClr val="dk1"/>
                          </a:solidFill>
                          <a:latin typeface="Arial"/>
                        </a:defRPr>
                      </a:lvl3pPr>
                      <a:lvl4pPr marL="1371189" algn="l" defTabSz="914126" rtl="0" eaLnBrk="1" latinLnBrk="0" hangingPunct="1">
                        <a:defRPr sz="1799" kern="1200">
                          <a:solidFill>
                            <a:schemeClr val="dk1"/>
                          </a:solidFill>
                          <a:latin typeface="Arial"/>
                        </a:defRPr>
                      </a:lvl4pPr>
                      <a:lvl5pPr marL="1828251" algn="l" defTabSz="914126" rtl="0" eaLnBrk="1" latinLnBrk="0" hangingPunct="1">
                        <a:defRPr sz="1799" kern="1200">
                          <a:solidFill>
                            <a:schemeClr val="dk1"/>
                          </a:solidFill>
                          <a:latin typeface="Arial"/>
                        </a:defRPr>
                      </a:lvl5pPr>
                      <a:lvl6pPr marL="2285314" algn="l" defTabSz="914126" rtl="0" eaLnBrk="1" latinLnBrk="0" hangingPunct="1">
                        <a:defRPr sz="1799" kern="1200">
                          <a:solidFill>
                            <a:schemeClr val="dk1"/>
                          </a:solidFill>
                          <a:latin typeface="Arial"/>
                        </a:defRPr>
                      </a:lvl6pPr>
                      <a:lvl7pPr marL="2742377" algn="l" defTabSz="914126" rtl="0" eaLnBrk="1" latinLnBrk="0" hangingPunct="1">
                        <a:defRPr sz="1799" kern="1200">
                          <a:solidFill>
                            <a:schemeClr val="dk1"/>
                          </a:solidFill>
                          <a:latin typeface="Arial"/>
                        </a:defRPr>
                      </a:lvl7pPr>
                      <a:lvl8pPr marL="3199440" algn="l" defTabSz="914126" rtl="0" eaLnBrk="1" latinLnBrk="0" hangingPunct="1">
                        <a:defRPr sz="1799" kern="1200">
                          <a:solidFill>
                            <a:schemeClr val="dk1"/>
                          </a:solidFill>
                          <a:latin typeface="Arial"/>
                        </a:defRPr>
                      </a:lvl8pPr>
                      <a:lvl9pPr marL="3656503" algn="l" defTabSz="914126" rtl="0" eaLnBrk="1" latinLnBrk="0" hangingPunct="1">
                        <a:defRPr sz="1799" kern="1200">
                          <a:solidFill>
                            <a:schemeClr val="dk1"/>
                          </a:solidFill>
                          <a:latin typeface="Arial"/>
                        </a:defRPr>
                      </a:lvl9p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200" kern="1200" dirty="0" err="1">
                          <a:solidFill>
                            <a:schemeClr val="dk1"/>
                          </a:solidFill>
                          <a:latin typeface="+mn-lt"/>
                          <a:ea typeface="+mn-ea"/>
                          <a:cs typeface="+mn-cs"/>
                        </a:rPr>
                        <a:t>var.invert</a:t>
                      </a:r>
                      <a:r>
                        <a:rPr lang="en-US" sz="1200" kern="1200" dirty="0">
                          <a:solidFill>
                            <a:schemeClr val="dk1"/>
                          </a:solidFill>
                          <a:latin typeface="+mn-lt"/>
                          <a:ea typeface="+mn-ea"/>
                          <a:cs typeface="+mn-cs"/>
                        </a:rPr>
                        <a:t>(bit-number);</a:t>
                      </a:r>
                    </a:p>
                  </a:txBody>
                  <a:tcPr marL="121888" marR="121888">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008CA8">
                        <a:tint val="40000"/>
                      </a:srgbClr>
                    </a:solidFill>
                  </a:tcPr>
                </a:tc>
                <a:extLst>
                  <a:ext uri="{0D108BD9-81ED-4DB2-BD59-A6C34878D82A}">
                    <a16:rowId xmlns:a16="http://schemas.microsoft.com/office/drawing/2014/main" val="10012"/>
                  </a:ext>
                </a:extLst>
              </a:tr>
              <a:tr h="0">
                <a:tc>
                  <a:txBody>
                    <a:bodyPr/>
                    <a:lstStyle>
                      <a:lvl1pPr marL="0" algn="l" defTabSz="914126" rtl="0" eaLnBrk="1" latinLnBrk="0" hangingPunct="1">
                        <a:defRPr sz="1799" b="1" kern="1200">
                          <a:solidFill>
                            <a:schemeClr val="lt1"/>
                          </a:solidFill>
                          <a:latin typeface="Arial"/>
                        </a:defRPr>
                      </a:lvl1pPr>
                      <a:lvl2pPr marL="457063" algn="l" defTabSz="914126" rtl="0" eaLnBrk="1" latinLnBrk="0" hangingPunct="1">
                        <a:defRPr sz="1799" b="1" kern="1200">
                          <a:solidFill>
                            <a:schemeClr val="lt1"/>
                          </a:solidFill>
                          <a:latin typeface="Arial"/>
                        </a:defRPr>
                      </a:lvl2pPr>
                      <a:lvl3pPr marL="914126" algn="l" defTabSz="914126" rtl="0" eaLnBrk="1" latinLnBrk="0" hangingPunct="1">
                        <a:defRPr sz="1799" b="1" kern="1200">
                          <a:solidFill>
                            <a:schemeClr val="lt1"/>
                          </a:solidFill>
                          <a:latin typeface="Arial"/>
                        </a:defRPr>
                      </a:lvl3pPr>
                      <a:lvl4pPr marL="1371189" algn="l" defTabSz="914126" rtl="0" eaLnBrk="1" latinLnBrk="0" hangingPunct="1">
                        <a:defRPr sz="1799" b="1" kern="1200">
                          <a:solidFill>
                            <a:schemeClr val="lt1"/>
                          </a:solidFill>
                          <a:latin typeface="Arial"/>
                        </a:defRPr>
                      </a:lvl4pPr>
                      <a:lvl5pPr marL="1828251" algn="l" defTabSz="914126" rtl="0" eaLnBrk="1" latinLnBrk="0" hangingPunct="1">
                        <a:defRPr sz="1799" b="1" kern="1200">
                          <a:solidFill>
                            <a:schemeClr val="lt1"/>
                          </a:solidFill>
                          <a:latin typeface="Arial"/>
                        </a:defRPr>
                      </a:lvl5pPr>
                      <a:lvl6pPr marL="2285314" algn="l" defTabSz="914126" rtl="0" eaLnBrk="1" latinLnBrk="0" hangingPunct="1">
                        <a:defRPr sz="1799" b="1" kern="1200">
                          <a:solidFill>
                            <a:schemeClr val="lt1"/>
                          </a:solidFill>
                          <a:latin typeface="Arial"/>
                        </a:defRPr>
                      </a:lvl6pPr>
                      <a:lvl7pPr marL="2742377" algn="l" defTabSz="914126" rtl="0" eaLnBrk="1" latinLnBrk="0" hangingPunct="1">
                        <a:defRPr sz="1799" b="1" kern="1200">
                          <a:solidFill>
                            <a:schemeClr val="lt1"/>
                          </a:solidFill>
                          <a:latin typeface="Arial"/>
                        </a:defRPr>
                      </a:lvl7pPr>
                      <a:lvl8pPr marL="3199440" algn="l" defTabSz="914126" rtl="0" eaLnBrk="1" latinLnBrk="0" hangingPunct="1">
                        <a:defRPr sz="1799" b="1" kern="1200">
                          <a:solidFill>
                            <a:schemeClr val="lt1"/>
                          </a:solidFill>
                          <a:latin typeface="Arial"/>
                        </a:defRPr>
                      </a:lvl8pPr>
                      <a:lvl9pPr marL="3656503" algn="l" defTabSz="914126" rtl="0" eaLnBrk="1" latinLnBrk="0" hangingPunct="1">
                        <a:defRPr sz="1799" b="1" kern="1200">
                          <a:solidFill>
                            <a:schemeClr val="lt1"/>
                          </a:solidFill>
                          <a:latin typeface="Arial"/>
                        </a:defRPr>
                      </a:lvl9pPr>
                    </a:lstStyle>
                    <a:p>
                      <a:r>
                        <a:rPr lang="en-US" sz="1200" dirty="0"/>
                        <a:t>Rotate right</a:t>
                      </a:r>
                    </a:p>
                  </a:txBody>
                  <a:tcPr marL="121888" marR="121888">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008CA8"/>
                    </a:solidFill>
                  </a:tcPr>
                </a:tc>
                <a:tc>
                  <a:txBody>
                    <a:bodyPr/>
                    <a:lstStyle>
                      <a:lvl1pPr marL="0" algn="l" defTabSz="914126" rtl="0" eaLnBrk="1" latinLnBrk="0" hangingPunct="1">
                        <a:defRPr sz="1799" kern="1200">
                          <a:solidFill>
                            <a:schemeClr val="dk1"/>
                          </a:solidFill>
                          <a:latin typeface="Arial"/>
                        </a:defRPr>
                      </a:lvl1pPr>
                      <a:lvl2pPr marL="457063" algn="l" defTabSz="914126" rtl="0" eaLnBrk="1" latinLnBrk="0" hangingPunct="1">
                        <a:defRPr sz="1799" kern="1200">
                          <a:solidFill>
                            <a:schemeClr val="dk1"/>
                          </a:solidFill>
                          <a:latin typeface="Arial"/>
                        </a:defRPr>
                      </a:lvl2pPr>
                      <a:lvl3pPr marL="914126" algn="l" defTabSz="914126" rtl="0" eaLnBrk="1" latinLnBrk="0" hangingPunct="1">
                        <a:defRPr sz="1799" kern="1200">
                          <a:solidFill>
                            <a:schemeClr val="dk1"/>
                          </a:solidFill>
                          <a:latin typeface="Arial"/>
                        </a:defRPr>
                      </a:lvl3pPr>
                      <a:lvl4pPr marL="1371189" algn="l" defTabSz="914126" rtl="0" eaLnBrk="1" latinLnBrk="0" hangingPunct="1">
                        <a:defRPr sz="1799" kern="1200">
                          <a:solidFill>
                            <a:schemeClr val="dk1"/>
                          </a:solidFill>
                          <a:latin typeface="Arial"/>
                        </a:defRPr>
                      </a:lvl4pPr>
                      <a:lvl5pPr marL="1828251" algn="l" defTabSz="914126" rtl="0" eaLnBrk="1" latinLnBrk="0" hangingPunct="1">
                        <a:defRPr sz="1799" kern="1200">
                          <a:solidFill>
                            <a:schemeClr val="dk1"/>
                          </a:solidFill>
                          <a:latin typeface="Arial"/>
                        </a:defRPr>
                      </a:lvl5pPr>
                      <a:lvl6pPr marL="2285314" algn="l" defTabSz="914126" rtl="0" eaLnBrk="1" latinLnBrk="0" hangingPunct="1">
                        <a:defRPr sz="1799" kern="1200">
                          <a:solidFill>
                            <a:schemeClr val="dk1"/>
                          </a:solidFill>
                          <a:latin typeface="Arial"/>
                        </a:defRPr>
                      </a:lvl6pPr>
                      <a:lvl7pPr marL="2742377" algn="l" defTabSz="914126" rtl="0" eaLnBrk="1" latinLnBrk="0" hangingPunct="1">
                        <a:defRPr sz="1799" kern="1200">
                          <a:solidFill>
                            <a:schemeClr val="dk1"/>
                          </a:solidFill>
                          <a:latin typeface="Arial"/>
                        </a:defRPr>
                      </a:lvl7pPr>
                      <a:lvl8pPr marL="3199440" algn="l" defTabSz="914126" rtl="0" eaLnBrk="1" latinLnBrk="0" hangingPunct="1">
                        <a:defRPr sz="1799" kern="1200">
                          <a:solidFill>
                            <a:schemeClr val="dk1"/>
                          </a:solidFill>
                          <a:latin typeface="Arial"/>
                        </a:defRPr>
                      </a:lvl8pPr>
                      <a:lvl9pPr marL="3656503" algn="l" defTabSz="914126" rtl="0" eaLnBrk="1" latinLnBrk="0" hangingPunct="1">
                        <a:defRPr sz="1799" kern="1200">
                          <a:solidFill>
                            <a:schemeClr val="dk1"/>
                          </a:solidFill>
                          <a:latin typeface="Arial"/>
                        </a:defRPr>
                      </a:lvl9p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200" kern="1200" dirty="0">
                          <a:solidFill>
                            <a:schemeClr val="dk1"/>
                          </a:solidFill>
                          <a:latin typeface="+mn-lt"/>
                          <a:ea typeface="+mn-ea"/>
                          <a:cs typeface="+mn-cs"/>
                        </a:rPr>
                        <a:t>Rotate the N-bits</a:t>
                      </a:r>
                      <a:r>
                        <a:rPr lang="en-US" sz="1200" kern="1200" baseline="0" dirty="0">
                          <a:solidFill>
                            <a:schemeClr val="dk1"/>
                          </a:solidFill>
                          <a:latin typeface="+mn-lt"/>
                          <a:ea typeface="+mn-ea"/>
                          <a:cs typeface="+mn-cs"/>
                        </a:rPr>
                        <a:t> to the right</a:t>
                      </a:r>
                      <a:endParaRPr lang="en-US" sz="1200" kern="1200" dirty="0">
                        <a:solidFill>
                          <a:schemeClr val="dk1"/>
                        </a:solidFill>
                        <a:latin typeface="+mn-lt"/>
                        <a:ea typeface="+mn-ea"/>
                        <a:cs typeface="+mn-cs"/>
                      </a:endParaRPr>
                    </a:p>
                  </a:txBody>
                  <a:tcPr marL="121888" marR="121888">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008CA8">
                        <a:tint val="20000"/>
                      </a:srgbClr>
                    </a:solidFill>
                  </a:tcPr>
                </a:tc>
                <a:tc>
                  <a:txBody>
                    <a:bodyPr/>
                    <a:lstStyle>
                      <a:lvl1pPr marL="0" algn="l" defTabSz="914126" rtl="0" eaLnBrk="1" latinLnBrk="0" hangingPunct="1">
                        <a:defRPr sz="1799" kern="1200">
                          <a:solidFill>
                            <a:schemeClr val="dk1"/>
                          </a:solidFill>
                          <a:latin typeface="Arial"/>
                        </a:defRPr>
                      </a:lvl1pPr>
                      <a:lvl2pPr marL="457063" algn="l" defTabSz="914126" rtl="0" eaLnBrk="1" latinLnBrk="0" hangingPunct="1">
                        <a:defRPr sz="1799" kern="1200">
                          <a:solidFill>
                            <a:schemeClr val="dk1"/>
                          </a:solidFill>
                          <a:latin typeface="Arial"/>
                        </a:defRPr>
                      </a:lvl2pPr>
                      <a:lvl3pPr marL="914126" algn="l" defTabSz="914126" rtl="0" eaLnBrk="1" latinLnBrk="0" hangingPunct="1">
                        <a:defRPr sz="1799" kern="1200">
                          <a:solidFill>
                            <a:schemeClr val="dk1"/>
                          </a:solidFill>
                          <a:latin typeface="Arial"/>
                        </a:defRPr>
                      </a:lvl3pPr>
                      <a:lvl4pPr marL="1371189" algn="l" defTabSz="914126" rtl="0" eaLnBrk="1" latinLnBrk="0" hangingPunct="1">
                        <a:defRPr sz="1799" kern="1200">
                          <a:solidFill>
                            <a:schemeClr val="dk1"/>
                          </a:solidFill>
                          <a:latin typeface="Arial"/>
                        </a:defRPr>
                      </a:lvl4pPr>
                      <a:lvl5pPr marL="1828251" algn="l" defTabSz="914126" rtl="0" eaLnBrk="1" latinLnBrk="0" hangingPunct="1">
                        <a:defRPr sz="1799" kern="1200">
                          <a:solidFill>
                            <a:schemeClr val="dk1"/>
                          </a:solidFill>
                          <a:latin typeface="Arial"/>
                        </a:defRPr>
                      </a:lvl5pPr>
                      <a:lvl6pPr marL="2285314" algn="l" defTabSz="914126" rtl="0" eaLnBrk="1" latinLnBrk="0" hangingPunct="1">
                        <a:defRPr sz="1799" kern="1200">
                          <a:solidFill>
                            <a:schemeClr val="dk1"/>
                          </a:solidFill>
                          <a:latin typeface="Arial"/>
                        </a:defRPr>
                      </a:lvl6pPr>
                      <a:lvl7pPr marL="2742377" algn="l" defTabSz="914126" rtl="0" eaLnBrk="1" latinLnBrk="0" hangingPunct="1">
                        <a:defRPr sz="1799" kern="1200">
                          <a:solidFill>
                            <a:schemeClr val="dk1"/>
                          </a:solidFill>
                          <a:latin typeface="Arial"/>
                        </a:defRPr>
                      </a:lvl7pPr>
                      <a:lvl8pPr marL="3199440" algn="l" defTabSz="914126" rtl="0" eaLnBrk="1" latinLnBrk="0" hangingPunct="1">
                        <a:defRPr sz="1799" kern="1200">
                          <a:solidFill>
                            <a:schemeClr val="dk1"/>
                          </a:solidFill>
                          <a:latin typeface="Arial"/>
                        </a:defRPr>
                      </a:lvl8pPr>
                      <a:lvl9pPr marL="3656503" algn="l" defTabSz="914126" rtl="0" eaLnBrk="1" latinLnBrk="0" hangingPunct="1">
                        <a:defRPr sz="1799" kern="1200">
                          <a:solidFill>
                            <a:schemeClr val="dk1"/>
                          </a:solidFill>
                          <a:latin typeface="Arial"/>
                        </a:defRPr>
                      </a:lvl9p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200" kern="1200" dirty="0" err="1">
                          <a:solidFill>
                            <a:schemeClr val="dk1"/>
                          </a:solidFill>
                          <a:latin typeface="+mn-lt"/>
                          <a:ea typeface="+mn-ea"/>
                          <a:cs typeface="+mn-cs"/>
                        </a:rPr>
                        <a:t>var.rrotate</a:t>
                      </a:r>
                      <a:r>
                        <a:rPr lang="en-US" sz="1200" kern="1200" dirty="0">
                          <a:solidFill>
                            <a:schemeClr val="dk1"/>
                          </a:solidFill>
                          <a:latin typeface="+mn-lt"/>
                          <a:ea typeface="+mn-ea"/>
                          <a:cs typeface="+mn-cs"/>
                        </a:rPr>
                        <a:t>(N);</a:t>
                      </a:r>
                    </a:p>
                  </a:txBody>
                  <a:tcPr marL="121888" marR="121888">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008CA8">
                        <a:tint val="20000"/>
                      </a:srgbClr>
                    </a:solidFill>
                  </a:tcPr>
                </a:tc>
                <a:extLst>
                  <a:ext uri="{0D108BD9-81ED-4DB2-BD59-A6C34878D82A}">
                    <a16:rowId xmlns:a16="http://schemas.microsoft.com/office/drawing/2014/main" val="10013"/>
                  </a:ext>
                </a:extLst>
              </a:tr>
              <a:tr h="254225">
                <a:tc>
                  <a:txBody>
                    <a:bodyPr/>
                    <a:lstStyle>
                      <a:lvl1pPr marL="0" algn="l" defTabSz="914126" rtl="0" eaLnBrk="1" latinLnBrk="0" hangingPunct="1">
                        <a:defRPr sz="1799" b="1" kern="1200">
                          <a:solidFill>
                            <a:schemeClr val="lt1"/>
                          </a:solidFill>
                          <a:latin typeface="Arial"/>
                        </a:defRPr>
                      </a:lvl1pPr>
                      <a:lvl2pPr marL="457063" algn="l" defTabSz="914126" rtl="0" eaLnBrk="1" latinLnBrk="0" hangingPunct="1">
                        <a:defRPr sz="1799" b="1" kern="1200">
                          <a:solidFill>
                            <a:schemeClr val="lt1"/>
                          </a:solidFill>
                          <a:latin typeface="Arial"/>
                        </a:defRPr>
                      </a:lvl2pPr>
                      <a:lvl3pPr marL="914126" algn="l" defTabSz="914126" rtl="0" eaLnBrk="1" latinLnBrk="0" hangingPunct="1">
                        <a:defRPr sz="1799" b="1" kern="1200">
                          <a:solidFill>
                            <a:schemeClr val="lt1"/>
                          </a:solidFill>
                          <a:latin typeface="Arial"/>
                        </a:defRPr>
                      </a:lvl3pPr>
                      <a:lvl4pPr marL="1371189" algn="l" defTabSz="914126" rtl="0" eaLnBrk="1" latinLnBrk="0" hangingPunct="1">
                        <a:defRPr sz="1799" b="1" kern="1200">
                          <a:solidFill>
                            <a:schemeClr val="lt1"/>
                          </a:solidFill>
                          <a:latin typeface="Arial"/>
                        </a:defRPr>
                      </a:lvl4pPr>
                      <a:lvl5pPr marL="1828251" algn="l" defTabSz="914126" rtl="0" eaLnBrk="1" latinLnBrk="0" hangingPunct="1">
                        <a:defRPr sz="1799" b="1" kern="1200">
                          <a:solidFill>
                            <a:schemeClr val="lt1"/>
                          </a:solidFill>
                          <a:latin typeface="Arial"/>
                        </a:defRPr>
                      </a:lvl5pPr>
                      <a:lvl6pPr marL="2285314" algn="l" defTabSz="914126" rtl="0" eaLnBrk="1" latinLnBrk="0" hangingPunct="1">
                        <a:defRPr sz="1799" b="1" kern="1200">
                          <a:solidFill>
                            <a:schemeClr val="lt1"/>
                          </a:solidFill>
                          <a:latin typeface="Arial"/>
                        </a:defRPr>
                      </a:lvl6pPr>
                      <a:lvl7pPr marL="2742377" algn="l" defTabSz="914126" rtl="0" eaLnBrk="1" latinLnBrk="0" hangingPunct="1">
                        <a:defRPr sz="1799" b="1" kern="1200">
                          <a:solidFill>
                            <a:schemeClr val="lt1"/>
                          </a:solidFill>
                          <a:latin typeface="Arial"/>
                        </a:defRPr>
                      </a:lvl7pPr>
                      <a:lvl8pPr marL="3199440" algn="l" defTabSz="914126" rtl="0" eaLnBrk="1" latinLnBrk="0" hangingPunct="1">
                        <a:defRPr sz="1799" b="1" kern="1200">
                          <a:solidFill>
                            <a:schemeClr val="lt1"/>
                          </a:solidFill>
                          <a:latin typeface="Arial"/>
                        </a:defRPr>
                      </a:lvl8pPr>
                      <a:lvl9pPr marL="3656503" algn="l" defTabSz="914126" rtl="0" eaLnBrk="1" latinLnBrk="0" hangingPunct="1">
                        <a:defRPr sz="1799" b="1" kern="1200">
                          <a:solidFill>
                            <a:schemeClr val="lt1"/>
                          </a:solidFill>
                          <a:latin typeface="Arial"/>
                        </a:defRPr>
                      </a:lvl9pPr>
                    </a:lstStyle>
                    <a:p>
                      <a:r>
                        <a:rPr lang="en-US" sz="1200" dirty="0"/>
                        <a:t>Rotate left</a:t>
                      </a:r>
                    </a:p>
                  </a:txBody>
                  <a:tcPr marL="121888" marR="121888">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008CA8"/>
                    </a:solidFill>
                  </a:tcPr>
                </a:tc>
                <a:tc>
                  <a:txBody>
                    <a:bodyPr/>
                    <a:lstStyle>
                      <a:lvl1pPr marL="0" algn="l" defTabSz="914126" rtl="0" eaLnBrk="1" latinLnBrk="0" hangingPunct="1">
                        <a:defRPr sz="1799" kern="1200">
                          <a:solidFill>
                            <a:schemeClr val="dk1"/>
                          </a:solidFill>
                          <a:latin typeface="Arial"/>
                        </a:defRPr>
                      </a:lvl1pPr>
                      <a:lvl2pPr marL="457063" algn="l" defTabSz="914126" rtl="0" eaLnBrk="1" latinLnBrk="0" hangingPunct="1">
                        <a:defRPr sz="1799" kern="1200">
                          <a:solidFill>
                            <a:schemeClr val="dk1"/>
                          </a:solidFill>
                          <a:latin typeface="Arial"/>
                        </a:defRPr>
                      </a:lvl2pPr>
                      <a:lvl3pPr marL="914126" algn="l" defTabSz="914126" rtl="0" eaLnBrk="1" latinLnBrk="0" hangingPunct="1">
                        <a:defRPr sz="1799" kern="1200">
                          <a:solidFill>
                            <a:schemeClr val="dk1"/>
                          </a:solidFill>
                          <a:latin typeface="Arial"/>
                        </a:defRPr>
                      </a:lvl3pPr>
                      <a:lvl4pPr marL="1371189" algn="l" defTabSz="914126" rtl="0" eaLnBrk="1" latinLnBrk="0" hangingPunct="1">
                        <a:defRPr sz="1799" kern="1200">
                          <a:solidFill>
                            <a:schemeClr val="dk1"/>
                          </a:solidFill>
                          <a:latin typeface="Arial"/>
                        </a:defRPr>
                      </a:lvl4pPr>
                      <a:lvl5pPr marL="1828251" algn="l" defTabSz="914126" rtl="0" eaLnBrk="1" latinLnBrk="0" hangingPunct="1">
                        <a:defRPr sz="1799" kern="1200">
                          <a:solidFill>
                            <a:schemeClr val="dk1"/>
                          </a:solidFill>
                          <a:latin typeface="Arial"/>
                        </a:defRPr>
                      </a:lvl5pPr>
                      <a:lvl6pPr marL="2285314" algn="l" defTabSz="914126" rtl="0" eaLnBrk="1" latinLnBrk="0" hangingPunct="1">
                        <a:defRPr sz="1799" kern="1200">
                          <a:solidFill>
                            <a:schemeClr val="dk1"/>
                          </a:solidFill>
                          <a:latin typeface="Arial"/>
                        </a:defRPr>
                      </a:lvl6pPr>
                      <a:lvl7pPr marL="2742377" algn="l" defTabSz="914126" rtl="0" eaLnBrk="1" latinLnBrk="0" hangingPunct="1">
                        <a:defRPr sz="1799" kern="1200">
                          <a:solidFill>
                            <a:schemeClr val="dk1"/>
                          </a:solidFill>
                          <a:latin typeface="Arial"/>
                        </a:defRPr>
                      </a:lvl7pPr>
                      <a:lvl8pPr marL="3199440" algn="l" defTabSz="914126" rtl="0" eaLnBrk="1" latinLnBrk="0" hangingPunct="1">
                        <a:defRPr sz="1799" kern="1200">
                          <a:solidFill>
                            <a:schemeClr val="dk1"/>
                          </a:solidFill>
                          <a:latin typeface="Arial"/>
                        </a:defRPr>
                      </a:lvl8pPr>
                      <a:lvl9pPr marL="3656503" algn="l" defTabSz="914126" rtl="0" eaLnBrk="1" latinLnBrk="0" hangingPunct="1">
                        <a:defRPr sz="1799" kern="1200">
                          <a:solidFill>
                            <a:schemeClr val="dk1"/>
                          </a:solidFill>
                          <a:latin typeface="Arial"/>
                        </a:defRPr>
                      </a:lvl9p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200" kern="1200" dirty="0">
                          <a:solidFill>
                            <a:schemeClr val="dk1"/>
                          </a:solidFill>
                          <a:latin typeface="+mn-lt"/>
                          <a:ea typeface="+mn-ea"/>
                          <a:cs typeface="+mn-cs"/>
                        </a:rPr>
                        <a:t>Rotate the N-bits</a:t>
                      </a:r>
                      <a:r>
                        <a:rPr lang="en-US" sz="1200" kern="1200" baseline="0" dirty="0">
                          <a:solidFill>
                            <a:schemeClr val="dk1"/>
                          </a:solidFill>
                          <a:latin typeface="+mn-lt"/>
                          <a:ea typeface="+mn-ea"/>
                          <a:cs typeface="+mn-cs"/>
                        </a:rPr>
                        <a:t> to the left</a:t>
                      </a:r>
                      <a:endParaRPr lang="en-US" sz="1200" kern="1200" dirty="0">
                        <a:solidFill>
                          <a:schemeClr val="dk1"/>
                        </a:solidFill>
                        <a:latin typeface="+mn-lt"/>
                        <a:ea typeface="+mn-ea"/>
                        <a:cs typeface="+mn-cs"/>
                      </a:endParaRPr>
                    </a:p>
                  </a:txBody>
                  <a:tcPr marL="121888" marR="121888">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008CA8">
                        <a:tint val="40000"/>
                      </a:srgbClr>
                    </a:solidFill>
                  </a:tcPr>
                </a:tc>
                <a:tc>
                  <a:txBody>
                    <a:bodyPr/>
                    <a:lstStyle>
                      <a:lvl1pPr marL="0" algn="l" defTabSz="914126" rtl="0" eaLnBrk="1" latinLnBrk="0" hangingPunct="1">
                        <a:defRPr sz="1799" kern="1200">
                          <a:solidFill>
                            <a:schemeClr val="dk1"/>
                          </a:solidFill>
                          <a:latin typeface="Arial"/>
                        </a:defRPr>
                      </a:lvl1pPr>
                      <a:lvl2pPr marL="457063" algn="l" defTabSz="914126" rtl="0" eaLnBrk="1" latinLnBrk="0" hangingPunct="1">
                        <a:defRPr sz="1799" kern="1200">
                          <a:solidFill>
                            <a:schemeClr val="dk1"/>
                          </a:solidFill>
                          <a:latin typeface="Arial"/>
                        </a:defRPr>
                      </a:lvl2pPr>
                      <a:lvl3pPr marL="914126" algn="l" defTabSz="914126" rtl="0" eaLnBrk="1" latinLnBrk="0" hangingPunct="1">
                        <a:defRPr sz="1799" kern="1200">
                          <a:solidFill>
                            <a:schemeClr val="dk1"/>
                          </a:solidFill>
                          <a:latin typeface="Arial"/>
                        </a:defRPr>
                      </a:lvl3pPr>
                      <a:lvl4pPr marL="1371189" algn="l" defTabSz="914126" rtl="0" eaLnBrk="1" latinLnBrk="0" hangingPunct="1">
                        <a:defRPr sz="1799" kern="1200">
                          <a:solidFill>
                            <a:schemeClr val="dk1"/>
                          </a:solidFill>
                          <a:latin typeface="Arial"/>
                        </a:defRPr>
                      </a:lvl4pPr>
                      <a:lvl5pPr marL="1828251" algn="l" defTabSz="914126" rtl="0" eaLnBrk="1" latinLnBrk="0" hangingPunct="1">
                        <a:defRPr sz="1799" kern="1200">
                          <a:solidFill>
                            <a:schemeClr val="dk1"/>
                          </a:solidFill>
                          <a:latin typeface="Arial"/>
                        </a:defRPr>
                      </a:lvl5pPr>
                      <a:lvl6pPr marL="2285314" algn="l" defTabSz="914126" rtl="0" eaLnBrk="1" latinLnBrk="0" hangingPunct="1">
                        <a:defRPr sz="1799" kern="1200">
                          <a:solidFill>
                            <a:schemeClr val="dk1"/>
                          </a:solidFill>
                          <a:latin typeface="Arial"/>
                        </a:defRPr>
                      </a:lvl6pPr>
                      <a:lvl7pPr marL="2742377" algn="l" defTabSz="914126" rtl="0" eaLnBrk="1" latinLnBrk="0" hangingPunct="1">
                        <a:defRPr sz="1799" kern="1200">
                          <a:solidFill>
                            <a:schemeClr val="dk1"/>
                          </a:solidFill>
                          <a:latin typeface="Arial"/>
                        </a:defRPr>
                      </a:lvl7pPr>
                      <a:lvl8pPr marL="3199440" algn="l" defTabSz="914126" rtl="0" eaLnBrk="1" latinLnBrk="0" hangingPunct="1">
                        <a:defRPr sz="1799" kern="1200">
                          <a:solidFill>
                            <a:schemeClr val="dk1"/>
                          </a:solidFill>
                          <a:latin typeface="Arial"/>
                        </a:defRPr>
                      </a:lvl8pPr>
                      <a:lvl9pPr marL="3656503" algn="l" defTabSz="914126" rtl="0" eaLnBrk="1" latinLnBrk="0" hangingPunct="1">
                        <a:defRPr sz="1799" kern="1200">
                          <a:solidFill>
                            <a:schemeClr val="dk1"/>
                          </a:solidFill>
                          <a:latin typeface="Arial"/>
                        </a:defRPr>
                      </a:lvl9p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200" kern="1200" dirty="0" err="1">
                          <a:solidFill>
                            <a:schemeClr val="dk1"/>
                          </a:solidFill>
                          <a:latin typeface="+mn-lt"/>
                          <a:ea typeface="+mn-ea"/>
                          <a:cs typeface="+mn-cs"/>
                        </a:rPr>
                        <a:t>var.lrotate</a:t>
                      </a:r>
                      <a:r>
                        <a:rPr lang="en-US" sz="1200" kern="1200" dirty="0">
                          <a:solidFill>
                            <a:schemeClr val="dk1"/>
                          </a:solidFill>
                          <a:latin typeface="+mn-lt"/>
                          <a:ea typeface="+mn-ea"/>
                          <a:cs typeface="+mn-cs"/>
                        </a:rPr>
                        <a:t>(N);</a:t>
                      </a:r>
                    </a:p>
                  </a:txBody>
                  <a:tcPr marL="121888" marR="121888">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008CA8">
                        <a:tint val="40000"/>
                      </a:srgbClr>
                    </a:solidFill>
                  </a:tcPr>
                </a:tc>
                <a:extLst>
                  <a:ext uri="{0D108BD9-81ED-4DB2-BD59-A6C34878D82A}">
                    <a16:rowId xmlns:a16="http://schemas.microsoft.com/office/drawing/2014/main" val="10014"/>
                  </a:ext>
                </a:extLst>
              </a:tr>
              <a:tr h="0">
                <a:tc>
                  <a:txBody>
                    <a:bodyPr/>
                    <a:lstStyle>
                      <a:lvl1pPr marL="0" algn="l" defTabSz="914126" rtl="0" eaLnBrk="1" latinLnBrk="0" hangingPunct="1">
                        <a:defRPr sz="1799" b="1" kern="1200">
                          <a:solidFill>
                            <a:schemeClr val="lt1"/>
                          </a:solidFill>
                          <a:latin typeface="Arial"/>
                        </a:defRPr>
                      </a:lvl1pPr>
                      <a:lvl2pPr marL="457063" algn="l" defTabSz="914126" rtl="0" eaLnBrk="1" latinLnBrk="0" hangingPunct="1">
                        <a:defRPr sz="1799" b="1" kern="1200">
                          <a:solidFill>
                            <a:schemeClr val="lt1"/>
                          </a:solidFill>
                          <a:latin typeface="Arial"/>
                        </a:defRPr>
                      </a:lvl2pPr>
                      <a:lvl3pPr marL="914126" algn="l" defTabSz="914126" rtl="0" eaLnBrk="1" latinLnBrk="0" hangingPunct="1">
                        <a:defRPr sz="1799" b="1" kern="1200">
                          <a:solidFill>
                            <a:schemeClr val="lt1"/>
                          </a:solidFill>
                          <a:latin typeface="Arial"/>
                        </a:defRPr>
                      </a:lvl3pPr>
                      <a:lvl4pPr marL="1371189" algn="l" defTabSz="914126" rtl="0" eaLnBrk="1" latinLnBrk="0" hangingPunct="1">
                        <a:defRPr sz="1799" b="1" kern="1200">
                          <a:solidFill>
                            <a:schemeClr val="lt1"/>
                          </a:solidFill>
                          <a:latin typeface="Arial"/>
                        </a:defRPr>
                      </a:lvl4pPr>
                      <a:lvl5pPr marL="1828251" algn="l" defTabSz="914126" rtl="0" eaLnBrk="1" latinLnBrk="0" hangingPunct="1">
                        <a:defRPr sz="1799" b="1" kern="1200">
                          <a:solidFill>
                            <a:schemeClr val="lt1"/>
                          </a:solidFill>
                          <a:latin typeface="Arial"/>
                        </a:defRPr>
                      </a:lvl5pPr>
                      <a:lvl6pPr marL="2285314" algn="l" defTabSz="914126" rtl="0" eaLnBrk="1" latinLnBrk="0" hangingPunct="1">
                        <a:defRPr sz="1799" b="1" kern="1200">
                          <a:solidFill>
                            <a:schemeClr val="lt1"/>
                          </a:solidFill>
                          <a:latin typeface="Arial"/>
                        </a:defRPr>
                      </a:lvl6pPr>
                      <a:lvl7pPr marL="2742377" algn="l" defTabSz="914126" rtl="0" eaLnBrk="1" latinLnBrk="0" hangingPunct="1">
                        <a:defRPr sz="1799" b="1" kern="1200">
                          <a:solidFill>
                            <a:schemeClr val="lt1"/>
                          </a:solidFill>
                          <a:latin typeface="Arial"/>
                        </a:defRPr>
                      </a:lvl7pPr>
                      <a:lvl8pPr marL="3199440" algn="l" defTabSz="914126" rtl="0" eaLnBrk="1" latinLnBrk="0" hangingPunct="1">
                        <a:defRPr sz="1799" b="1" kern="1200">
                          <a:solidFill>
                            <a:schemeClr val="lt1"/>
                          </a:solidFill>
                          <a:latin typeface="Arial"/>
                        </a:defRPr>
                      </a:lvl8pPr>
                      <a:lvl9pPr marL="3656503" algn="l" defTabSz="914126" rtl="0" eaLnBrk="1" latinLnBrk="0" hangingPunct="1">
                        <a:defRPr sz="1799" b="1" kern="1200">
                          <a:solidFill>
                            <a:schemeClr val="lt1"/>
                          </a:solidFill>
                          <a:latin typeface="Arial"/>
                        </a:defRPr>
                      </a:lvl9pPr>
                    </a:lstStyle>
                    <a:p>
                      <a:r>
                        <a:rPr lang="en-US" sz="1200" dirty="0"/>
                        <a:t>Bit</a:t>
                      </a:r>
                      <a:r>
                        <a:rPr lang="en-US" sz="1200" baseline="0" dirty="0"/>
                        <a:t>wise Invert</a:t>
                      </a:r>
                      <a:endParaRPr lang="en-US" sz="1200" dirty="0"/>
                    </a:p>
                  </a:txBody>
                  <a:tcPr marL="121888" marR="121888">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008CA8"/>
                    </a:solidFill>
                  </a:tcPr>
                </a:tc>
                <a:tc>
                  <a:txBody>
                    <a:bodyPr/>
                    <a:lstStyle>
                      <a:lvl1pPr marL="0" algn="l" defTabSz="914126" rtl="0" eaLnBrk="1" latinLnBrk="0" hangingPunct="1">
                        <a:defRPr sz="1799" kern="1200">
                          <a:solidFill>
                            <a:schemeClr val="dk1"/>
                          </a:solidFill>
                          <a:latin typeface="Arial"/>
                        </a:defRPr>
                      </a:lvl1pPr>
                      <a:lvl2pPr marL="457063" algn="l" defTabSz="914126" rtl="0" eaLnBrk="1" latinLnBrk="0" hangingPunct="1">
                        <a:defRPr sz="1799" kern="1200">
                          <a:solidFill>
                            <a:schemeClr val="dk1"/>
                          </a:solidFill>
                          <a:latin typeface="Arial"/>
                        </a:defRPr>
                      </a:lvl2pPr>
                      <a:lvl3pPr marL="914126" algn="l" defTabSz="914126" rtl="0" eaLnBrk="1" latinLnBrk="0" hangingPunct="1">
                        <a:defRPr sz="1799" kern="1200">
                          <a:solidFill>
                            <a:schemeClr val="dk1"/>
                          </a:solidFill>
                          <a:latin typeface="Arial"/>
                        </a:defRPr>
                      </a:lvl3pPr>
                      <a:lvl4pPr marL="1371189" algn="l" defTabSz="914126" rtl="0" eaLnBrk="1" latinLnBrk="0" hangingPunct="1">
                        <a:defRPr sz="1799" kern="1200">
                          <a:solidFill>
                            <a:schemeClr val="dk1"/>
                          </a:solidFill>
                          <a:latin typeface="Arial"/>
                        </a:defRPr>
                      </a:lvl4pPr>
                      <a:lvl5pPr marL="1828251" algn="l" defTabSz="914126" rtl="0" eaLnBrk="1" latinLnBrk="0" hangingPunct="1">
                        <a:defRPr sz="1799" kern="1200">
                          <a:solidFill>
                            <a:schemeClr val="dk1"/>
                          </a:solidFill>
                          <a:latin typeface="Arial"/>
                        </a:defRPr>
                      </a:lvl5pPr>
                      <a:lvl6pPr marL="2285314" algn="l" defTabSz="914126" rtl="0" eaLnBrk="1" latinLnBrk="0" hangingPunct="1">
                        <a:defRPr sz="1799" kern="1200">
                          <a:solidFill>
                            <a:schemeClr val="dk1"/>
                          </a:solidFill>
                          <a:latin typeface="Arial"/>
                        </a:defRPr>
                      </a:lvl6pPr>
                      <a:lvl7pPr marL="2742377" algn="l" defTabSz="914126" rtl="0" eaLnBrk="1" latinLnBrk="0" hangingPunct="1">
                        <a:defRPr sz="1799" kern="1200">
                          <a:solidFill>
                            <a:schemeClr val="dk1"/>
                          </a:solidFill>
                          <a:latin typeface="Arial"/>
                        </a:defRPr>
                      </a:lvl7pPr>
                      <a:lvl8pPr marL="3199440" algn="l" defTabSz="914126" rtl="0" eaLnBrk="1" latinLnBrk="0" hangingPunct="1">
                        <a:defRPr sz="1799" kern="1200">
                          <a:solidFill>
                            <a:schemeClr val="dk1"/>
                          </a:solidFill>
                          <a:latin typeface="Arial"/>
                        </a:defRPr>
                      </a:lvl8pPr>
                      <a:lvl9pPr marL="3656503" algn="l" defTabSz="914126" rtl="0" eaLnBrk="1" latinLnBrk="0" hangingPunct="1">
                        <a:defRPr sz="1799" kern="1200">
                          <a:solidFill>
                            <a:schemeClr val="dk1"/>
                          </a:solidFill>
                          <a:latin typeface="Arial"/>
                        </a:defRPr>
                      </a:lvl9p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200" kern="1200" dirty="0">
                          <a:solidFill>
                            <a:schemeClr val="dk1"/>
                          </a:solidFill>
                          <a:latin typeface="+mn-lt"/>
                          <a:ea typeface="+mn-ea"/>
                          <a:cs typeface="+mn-cs"/>
                        </a:rPr>
                        <a:t>Invert</a:t>
                      </a:r>
                      <a:r>
                        <a:rPr lang="en-US" sz="1200" kern="1200" baseline="0" dirty="0">
                          <a:solidFill>
                            <a:schemeClr val="dk1"/>
                          </a:solidFill>
                          <a:latin typeface="+mn-lt"/>
                          <a:ea typeface="+mn-ea"/>
                          <a:cs typeface="+mn-cs"/>
                        </a:rPr>
                        <a:t> all bits</a:t>
                      </a:r>
                      <a:endParaRPr lang="en-US" sz="1200" kern="1200" dirty="0">
                        <a:solidFill>
                          <a:schemeClr val="dk1"/>
                        </a:solidFill>
                        <a:latin typeface="+mn-lt"/>
                        <a:ea typeface="+mn-ea"/>
                        <a:cs typeface="+mn-cs"/>
                      </a:endParaRPr>
                    </a:p>
                  </a:txBody>
                  <a:tcPr marL="121888" marR="121888">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008CA8">
                        <a:tint val="20000"/>
                      </a:srgbClr>
                    </a:solidFill>
                  </a:tcPr>
                </a:tc>
                <a:tc>
                  <a:txBody>
                    <a:bodyPr/>
                    <a:lstStyle>
                      <a:lvl1pPr marL="0" algn="l" defTabSz="914126" rtl="0" eaLnBrk="1" latinLnBrk="0" hangingPunct="1">
                        <a:defRPr sz="1799" kern="1200">
                          <a:solidFill>
                            <a:schemeClr val="dk1"/>
                          </a:solidFill>
                          <a:latin typeface="Arial"/>
                        </a:defRPr>
                      </a:lvl1pPr>
                      <a:lvl2pPr marL="457063" algn="l" defTabSz="914126" rtl="0" eaLnBrk="1" latinLnBrk="0" hangingPunct="1">
                        <a:defRPr sz="1799" kern="1200">
                          <a:solidFill>
                            <a:schemeClr val="dk1"/>
                          </a:solidFill>
                          <a:latin typeface="Arial"/>
                        </a:defRPr>
                      </a:lvl2pPr>
                      <a:lvl3pPr marL="914126" algn="l" defTabSz="914126" rtl="0" eaLnBrk="1" latinLnBrk="0" hangingPunct="1">
                        <a:defRPr sz="1799" kern="1200">
                          <a:solidFill>
                            <a:schemeClr val="dk1"/>
                          </a:solidFill>
                          <a:latin typeface="Arial"/>
                        </a:defRPr>
                      </a:lvl3pPr>
                      <a:lvl4pPr marL="1371189" algn="l" defTabSz="914126" rtl="0" eaLnBrk="1" latinLnBrk="0" hangingPunct="1">
                        <a:defRPr sz="1799" kern="1200">
                          <a:solidFill>
                            <a:schemeClr val="dk1"/>
                          </a:solidFill>
                          <a:latin typeface="Arial"/>
                        </a:defRPr>
                      </a:lvl4pPr>
                      <a:lvl5pPr marL="1828251" algn="l" defTabSz="914126" rtl="0" eaLnBrk="1" latinLnBrk="0" hangingPunct="1">
                        <a:defRPr sz="1799" kern="1200">
                          <a:solidFill>
                            <a:schemeClr val="dk1"/>
                          </a:solidFill>
                          <a:latin typeface="Arial"/>
                        </a:defRPr>
                      </a:lvl5pPr>
                      <a:lvl6pPr marL="2285314" algn="l" defTabSz="914126" rtl="0" eaLnBrk="1" latinLnBrk="0" hangingPunct="1">
                        <a:defRPr sz="1799" kern="1200">
                          <a:solidFill>
                            <a:schemeClr val="dk1"/>
                          </a:solidFill>
                          <a:latin typeface="Arial"/>
                        </a:defRPr>
                      </a:lvl6pPr>
                      <a:lvl7pPr marL="2742377" algn="l" defTabSz="914126" rtl="0" eaLnBrk="1" latinLnBrk="0" hangingPunct="1">
                        <a:defRPr sz="1799" kern="1200">
                          <a:solidFill>
                            <a:schemeClr val="dk1"/>
                          </a:solidFill>
                          <a:latin typeface="Arial"/>
                        </a:defRPr>
                      </a:lvl7pPr>
                      <a:lvl8pPr marL="3199440" algn="l" defTabSz="914126" rtl="0" eaLnBrk="1" latinLnBrk="0" hangingPunct="1">
                        <a:defRPr sz="1799" kern="1200">
                          <a:solidFill>
                            <a:schemeClr val="dk1"/>
                          </a:solidFill>
                          <a:latin typeface="Arial"/>
                        </a:defRPr>
                      </a:lvl8pPr>
                      <a:lvl9pPr marL="3656503" algn="l" defTabSz="914126" rtl="0" eaLnBrk="1" latinLnBrk="0" hangingPunct="1">
                        <a:defRPr sz="1799" kern="1200">
                          <a:solidFill>
                            <a:schemeClr val="dk1"/>
                          </a:solidFill>
                          <a:latin typeface="Arial"/>
                        </a:defRPr>
                      </a:lvl9p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200" kern="1200" dirty="0" err="1">
                          <a:solidFill>
                            <a:schemeClr val="dk1"/>
                          </a:solidFill>
                          <a:latin typeface="+mn-lt"/>
                          <a:ea typeface="+mn-ea"/>
                          <a:cs typeface="+mn-cs"/>
                        </a:rPr>
                        <a:t>var.b_not</a:t>
                      </a:r>
                      <a:r>
                        <a:rPr lang="en-US" sz="1200" kern="1200" dirty="0">
                          <a:solidFill>
                            <a:schemeClr val="dk1"/>
                          </a:solidFill>
                          <a:latin typeface="+mn-lt"/>
                          <a:ea typeface="+mn-ea"/>
                          <a:cs typeface="+mn-cs"/>
                        </a:rPr>
                        <a:t>();</a:t>
                      </a:r>
                    </a:p>
                  </a:txBody>
                  <a:tcPr marL="121888" marR="121888">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008CA8">
                        <a:tint val="20000"/>
                      </a:srgbClr>
                    </a:solidFill>
                  </a:tcPr>
                </a:tc>
                <a:extLst>
                  <a:ext uri="{0D108BD9-81ED-4DB2-BD59-A6C34878D82A}">
                    <a16:rowId xmlns:a16="http://schemas.microsoft.com/office/drawing/2014/main" val="10015"/>
                  </a:ext>
                </a:extLst>
              </a:tr>
              <a:tr h="0">
                <a:tc>
                  <a:txBody>
                    <a:bodyPr/>
                    <a:lstStyle>
                      <a:lvl1pPr marL="0" algn="l" defTabSz="914126" rtl="0" eaLnBrk="1" latinLnBrk="0" hangingPunct="1">
                        <a:defRPr sz="1799" b="1" kern="1200">
                          <a:solidFill>
                            <a:schemeClr val="lt1"/>
                          </a:solidFill>
                          <a:latin typeface="Arial"/>
                        </a:defRPr>
                      </a:lvl1pPr>
                      <a:lvl2pPr marL="457063" algn="l" defTabSz="914126" rtl="0" eaLnBrk="1" latinLnBrk="0" hangingPunct="1">
                        <a:defRPr sz="1799" b="1" kern="1200">
                          <a:solidFill>
                            <a:schemeClr val="lt1"/>
                          </a:solidFill>
                          <a:latin typeface="Arial"/>
                        </a:defRPr>
                      </a:lvl2pPr>
                      <a:lvl3pPr marL="914126" algn="l" defTabSz="914126" rtl="0" eaLnBrk="1" latinLnBrk="0" hangingPunct="1">
                        <a:defRPr sz="1799" b="1" kern="1200">
                          <a:solidFill>
                            <a:schemeClr val="lt1"/>
                          </a:solidFill>
                          <a:latin typeface="Arial"/>
                        </a:defRPr>
                      </a:lvl3pPr>
                      <a:lvl4pPr marL="1371189" algn="l" defTabSz="914126" rtl="0" eaLnBrk="1" latinLnBrk="0" hangingPunct="1">
                        <a:defRPr sz="1799" b="1" kern="1200">
                          <a:solidFill>
                            <a:schemeClr val="lt1"/>
                          </a:solidFill>
                          <a:latin typeface="Arial"/>
                        </a:defRPr>
                      </a:lvl4pPr>
                      <a:lvl5pPr marL="1828251" algn="l" defTabSz="914126" rtl="0" eaLnBrk="1" latinLnBrk="0" hangingPunct="1">
                        <a:defRPr sz="1799" b="1" kern="1200">
                          <a:solidFill>
                            <a:schemeClr val="lt1"/>
                          </a:solidFill>
                          <a:latin typeface="Arial"/>
                        </a:defRPr>
                      </a:lvl5pPr>
                      <a:lvl6pPr marL="2285314" algn="l" defTabSz="914126" rtl="0" eaLnBrk="1" latinLnBrk="0" hangingPunct="1">
                        <a:defRPr sz="1799" b="1" kern="1200">
                          <a:solidFill>
                            <a:schemeClr val="lt1"/>
                          </a:solidFill>
                          <a:latin typeface="Arial"/>
                        </a:defRPr>
                      </a:lvl6pPr>
                      <a:lvl7pPr marL="2742377" algn="l" defTabSz="914126" rtl="0" eaLnBrk="1" latinLnBrk="0" hangingPunct="1">
                        <a:defRPr sz="1799" b="1" kern="1200">
                          <a:solidFill>
                            <a:schemeClr val="lt1"/>
                          </a:solidFill>
                          <a:latin typeface="Arial"/>
                        </a:defRPr>
                      </a:lvl7pPr>
                      <a:lvl8pPr marL="3199440" algn="l" defTabSz="914126" rtl="0" eaLnBrk="1" latinLnBrk="0" hangingPunct="1">
                        <a:defRPr sz="1799" b="1" kern="1200">
                          <a:solidFill>
                            <a:schemeClr val="lt1"/>
                          </a:solidFill>
                          <a:latin typeface="Arial"/>
                        </a:defRPr>
                      </a:lvl8pPr>
                      <a:lvl9pPr marL="3656503" algn="l" defTabSz="914126" rtl="0" eaLnBrk="1" latinLnBrk="0" hangingPunct="1">
                        <a:defRPr sz="1799" b="1" kern="1200">
                          <a:solidFill>
                            <a:schemeClr val="lt1"/>
                          </a:solidFill>
                          <a:latin typeface="Arial"/>
                        </a:defRPr>
                      </a:lvl9pPr>
                    </a:lstStyle>
                    <a:p>
                      <a:r>
                        <a:rPr lang="en-US" sz="1200" dirty="0"/>
                        <a:t>Test sign</a:t>
                      </a:r>
                    </a:p>
                  </a:txBody>
                  <a:tcPr marL="121888" marR="121888">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008CA8"/>
                    </a:solidFill>
                  </a:tcPr>
                </a:tc>
                <a:tc>
                  <a:txBody>
                    <a:bodyPr/>
                    <a:lstStyle>
                      <a:lvl1pPr marL="0" algn="l" defTabSz="914126" rtl="0" eaLnBrk="1" latinLnBrk="0" hangingPunct="1">
                        <a:defRPr sz="1799" kern="1200">
                          <a:solidFill>
                            <a:schemeClr val="dk1"/>
                          </a:solidFill>
                          <a:latin typeface="Arial"/>
                        </a:defRPr>
                      </a:lvl1pPr>
                      <a:lvl2pPr marL="457063" algn="l" defTabSz="914126" rtl="0" eaLnBrk="1" latinLnBrk="0" hangingPunct="1">
                        <a:defRPr sz="1799" kern="1200">
                          <a:solidFill>
                            <a:schemeClr val="dk1"/>
                          </a:solidFill>
                          <a:latin typeface="Arial"/>
                        </a:defRPr>
                      </a:lvl2pPr>
                      <a:lvl3pPr marL="914126" algn="l" defTabSz="914126" rtl="0" eaLnBrk="1" latinLnBrk="0" hangingPunct="1">
                        <a:defRPr sz="1799" kern="1200">
                          <a:solidFill>
                            <a:schemeClr val="dk1"/>
                          </a:solidFill>
                          <a:latin typeface="Arial"/>
                        </a:defRPr>
                      </a:lvl3pPr>
                      <a:lvl4pPr marL="1371189" algn="l" defTabSz="914126" rtl="0" eaLnBrk="1" latinLnBrk="0" hangingPunct="1">
                        <a:defRPr sz="1799" kern="1200">
                          <a:solidFill>
                            <a:schemeClr val="dk1"/>
                          </a:solidFill>
                          <a:latin typeface="Arial"/>
                        </a:defRPr>
                      </a:lvl4pPr>
                      <a:lvl5pPr marL="1828251" algn="l" defTabSz="914126" rtl="0" eaLnBrk="1" latinLnBrk="0" hangingPunct="1">
                        <a:defRPr sz="1799" kern="1200">
                          <a:solidFill>
                            <a:schemeClr val="dk1"/>
                          </a:solidFill>
                          <a:latin typeface="Arial"/>
                        </a:defRPr>
                      </a:lvl5pPr>
                      <a:lvl6pPr marL="2285314" algn="l" defTabSz="914126" rtl="0" eaLnBrk="1" latinLnBrk="0" hangingPunct="1">
                        <a:defRPr sz="1799" kern="1200">
                          <a:solidFill>
                            <a:schemeClr val="dk1"/>
                          </a:solidFill>
                          <a:latin typeface="Arial"/>
                        </a:defRPr>
                      </a:lvl6pPr>
                      <a:lvl7pPr marL="2742377" algn="l" defTabSz="914126" rtl="0" eaLnBrk="1" latinLnBrk="0" hangingPunct="1">
                        <a:defRPr sz="1799" kern="1200">
                          <a:solidFill>
                            <a:schemeClr val="dk1"/>
                          </a:solidFill>
                          <a:latin typeface="Arial"/>
                        </a:defRPr>
                      </a:lvl7pPr>
                      <a:lvl8pPr marL="3199440" algn="l" defTabSz="914126" rtl="0" eaLnBrk="1" latinLnBrk="0" hangingPunct="1">
                        <a:defRPr sz="1799" kern="1200">
                          <a:solidFill>
                            <a:schemeClr val="dk1"/>
                          </a:solidFill>
                          <a:latin typeface="Arial"/>
                        </a:defRPr>
                      </a:lvl8pPr>
                      <a:lvl9pPr marL="3656503" algn="l" defTabSz="914126" rtl="0" eaLnBrk="1" latinLnBrk="0" hangingPunct="1">
                        <a:defRPr sz="1799" kern="1200">
                          <a:solidFill>
                            <a:schemeClr val="dk1"/>
                          </a:solidFill>
                          <a:latin typeface="Arial"/>
                        </a:defRPr>
                      </a:lvl9p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200" kern="1200" dirty="0">
                          <a:solidFill>
                            <a:schemeClr val="dk1"/>
                          </a:solidFill>
                          <a:latin typeface="+mn-lt"/>
                          <a:ea typeface="+mn-ea"/>
                          <a:cs typeface="+mn-cs"/>
                        </a:rPr>
                        <a:t>Test if</a:t>
                      </a:r>
                      <a:r>
                        <a:rPr lang="en-US" sz="1200" kern="1200" baseline="0" dirty="0">
                          <a:solidFill>
                            <a:schemeClr val="dk1"/>
                          </a:solidFill>
                          <a:latin typeface="+mn-lt"/>
                          <a:ea typeface="+mn-ea"/>
                          <a:cs typeface="+mn-cs"/>
                        </a:rPr>
                        <a:t> the sign is negative (return true)</a:t>
                      </a:r>
                      <a:endParaRPr lang="en-US" sz="1200" kern="1200" dirty="0">
                        <a:solidFill>
                          <a:schemeClr val="dk1"/>
                        </a:solidFill>
                        <a:latin typeface="+mn-lt"/>
                        <a:ea typeface="+mn-ea"/>
                        <a:cs typeface="+mn-cs"/>
                      </a:endParaRPr>
                    </a:p>
                  </a:txBody>
                  <a:tcPr marL="121888" marR="121888">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008CA8">
                        <a:tint val="40000"/>
                      </a:srgbClr>
                    </a:solidFill>
                  </a:tcPr>
                </a:tc>
                <a:tc>
                  <a:txBody>
                    <a:bodyPr/>
                    <a:lstStyle>
                      <a:lvl1pPr marL="0" algn="l" defTabSz="914126" rtl="0" eaLnBrk="1" latinLnBrk="0" hangingPunct="1">
                        <a:defRPr sz="1799" kern="1200">
                          <a:solidFill>
                            <a:schemeClr val="dk1"/>
                          </a:solidFill>
                          <a:latin typeface="Arial"/>
                        </a:defRPr>
                      </a:lvl1pPr>
                      <a:lvl2pPr marL="457063" algn="l" defTabSz="914126" rtl="0" eaLnBrk="1" latinLnBrk="0" hangingPunct="1">
                        <a:defRPr sz="1799" kern="1200">
                          <a:solidFill>
                            <a:schemeClr val="dk1"/>
                          </a:solidFill>
                          <a:latin typeface="Arial"/>
                        </a:defRPr>
                      </a:lvl2pPr>
                      <a:lvl3pPr marL="914126" algn="l" defTabSz="914126" rtl="0" eaLnBrk="1" latinLnBrk="0" hangingPunct="1">
                        <a:defRPr sz="1799" kern="1200">
                          <a:solidFill>
                            <a:schemeClr val="dk1"/>
                          </a:solidFill>
                          <a:latin typeface="Arial"/>
                        </a:defRPr>
                      </a:lvl3pPr>
                      <a:lvl4pPr marL="1371189" algn="l" defTabSz="914126" rtl="0" eaLnBrk="1" latinLnBrk="0" hangingPunct="1">
                        <a:defRPr sz="1799" kern="1200">
                          <a:solidFill>
                            <a:schemeClr val="dk1"/>
                          </a:solidFill>
                          <a:latin typeface="Arial"/>
                        </a:defRPr>
                      </a:lvl4pPr>
                      <a:lvl5pPr marL="1828251" algn="l" defTabSz="914126" rtl="0" eaLnBrk="1" latinLnBrk="0" hangingPunct="1">
                        <a:defRPr sz="1799" kern="1200">
                          <a:solidFill>
                            <a:schemeClr val="dk1"/>
                          </a:solidFill>
                          <a:latin typeface="Arial"/>
                        </a:defRPr>
                      </a:lvl5pPr>
                      <a:lvl6pPr marL="2285314" algn="l" defTabSz="914126" rtl="0" eaLnBrk="1" latinLnBrk="0" hangingPunct="1">
                        <a:defRPr sz="1799" kern="1200">
                          <a:solidFill>
                            <a:schemeClr val="dk1"/>
                          </a:solidFill>
                          <a:latin typeface="Arial"/>
                        </a:defRPr>
                      </a:lvl6pPr>
                      <a:lvl7pPr marL="2742377" algn="l" defTabSz="914126" rtl="0" eaLnBrk="1" latinLnBrk="0" hangingPunct="1">
                        <a:defRPr sz="1799" kern="1200">
                          <a:solidFill>
                            <a:schemeClr val="dk1"/>
                          </a:solidFill>
                          <a:latin typeface="Arial"/>
                        </a:defRPr>
                      </a:lvl7pPr>
                      <a:lvl8pPr marL="3199440" algn="l" defTabSz="914126" rtl="0" eaLnBrk="1" latinLnBrk="0" hangingPunct="1">
                        <a:defRPr sz="1799" kern="1200">
                          <a:solidFill>
                            <a:schemeClr val="dk1"/>
                          </a:solidFill>
                          <a:latin typeface="Arial"/>
                        </a:defRPr>
                      </a:lvl8pPr>
                      <a:lvl9pPr marL="3656503" algn="l" defTabSz="914126" rtl="0" eaLnBrk="1" latinLnBrk="0" hangingPunct="1">
                        <a:defRPr sz="1799" kern="1200">
                          <a:solidFill>
                            <a:schemeClr val="dk1"/>
                          </a:solidFill>
                          <a:latin typeface="Arial"/>
                        </a:defRPr>
                      </a:lvl9p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200" kern="1200" dirty="0" err="1">
                          <a:solidFill>
                            <a:schemeClr val="dk1"/>
                          </a:solidFill>
                          <a:latin typeface="+mn-lt"/>
                          <a:ea typeface="+mn-ea"/>
                          <a:cs typeface="+mn-cs"/>
                        </a:rPr>
                        <a:t>bool</a:t>
                      </a:r>
                      <a:r>
                        <a:rPr lang="en-US" sz="1200" kern="1200" dirty="0">
                          <a:solidFill>
                            <a:schemeClr val="dk1"/>
                          </a:solidFill>
                          <a:latin typeface="+mn-lt"/>
                          <a:ea typeface="+mn-ea"/>
                          <a:cs typeface="+mn-cs"/>
                        </a:rPr>
                        <a:t> t = </a:t>
                      </a:r>
                      <a:r>
                        <a:rPr lang="en-US" sz="1200" kern="1200" dirty="0" err="1">
                          <a:solidFill>
                            <a:schemeClr val="dk1"/>
                          </a:solidFill>
                          <a:latin typeface="+mn-lt"/>
                          <a:ea typeface="+mn-ea"/>
                          <a:cs typeface="+mn-cs"/>
                        </a:rPr>
                        <a:t>var.sign</a:t>
                      </a:r>
                      <a:r>
                        <a:rPr lang="en-US" sz="1200" kern="1200" dirty="0">
                          <a:solidFill>
                            <a:schemeClr val="dk1"/>
                          </a:solidFill>
                          <a:latin typeface="+mn-lt"/>
                          <a:ea typeface="+mn-ea"/>
                          <a:cs typeface="+mn-cs"/>
                        </a:rPr>
                        <a:t>();</a:t>
                      </a:r>
                    </a:p>
                  </a:txBody>
                  <a:tcPr marL="121888" marR="121888">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008CA8">
                        <a:tint val="40000"/>
                      </a:srgbClr>
                    </a:solidFill>
                  </a:tcPr>
                </a:tc>
                <a:extLst>
                  <a:ext uri="{0D108BD9-81ED-4DB2-BD59-A6C34878D82A}">
                    <a16:rowId xmlns:a16="http://schemas.microsoft.com/office/drawing/2014/main" val="10016"/>
                  </a:ext>
                </a:extLst>
              </a:tr>
            </a:tbl>
          </a:graphicData>
        </a:graphic>
      </p:graphicFrame>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Arbitrary Precision : C++ ap_fixed types </a:t>
            </a:r>
          </a:p>
        </p:txBody>
      </p:sp>
      <p:sp>
        <p:nvSpPr>
          <p:cNvPr id="3" name="Content Placeholder 2"/>
          <p:cNvSpPr>
            <a:spLocks noGrp="1"/>
          </p:cNvSpPr>
          <p:nvPr>
            <p:ph idx="1"/>
          </p:nvPr>
        </p:nvSpPr>
        <p:spPr>
          <a:xfrm>
            <a:off x="579121" y="1112520"/>
            <a:ext cx="11033760" cy="4632960"/>
          </a:xfrm>
        </p:spPr>
        <p:txBody>
          <a:bodyPr>
            <a:normAutofit lnSpcReduction="10000"/>
          </a:bodyPr>
          <a:lstStyle/>
          <a:p>
            <a:r>
              <a:rPr lang="en-US" dirty="0"/>
              <a:t>Support for fixed point datatypes in C++</a:t>
            </a:r>
          </a:p>
          <a:p>
            <a:pPr lvl="1"/>
            <a:r>
              <a:rPr lang="en-US" altLang="zh-CN" dirty="0">
                <a:ea typeface="宋体" charset="-122"/>
              </a:rPr>
              <a:t>Include the path to the ap_fixed.h header file</a:t>
            </a:r>
          </a:p>
          <a:p>
            <a:pPr lvl="1"/>
            <a:r>
              <a:rPr lang="en-US" dirty="0"/>
              <a:t>Both signed (ap_fixed) and unsigned types (</a:t>
            </a:r>
            <a:r>
              <a:rPr lang="en-US" dirty="0" err="1"/>
              <a:t>ap_ufixed</a:t>
            </a:r>
            <a:r>
              <a:rPr lang="en-US" dirty="0"/>
              <a:t>)</a:t>
            </a:r>
          </a:p>
          <a:p>
            <a:pPr lvl="1"/>
            <a:endParaRPr lang="en-US" sz="1600" dirty="0"/>
          </a:p>
          <a:p>
            <a:pPr lvl="1"/>
            <a:endParaRPr lang="en-US" sz="1600" dirty="0"/>
          </a:p>
          <a:p>
            <a:pPr lvl="1"/>
            <a:endParaRPr lang="en-US" sz="1600" dirty="0"/>
          </a:p>
          <a:p>
            <a:pPr marL="457063" lvl="1" indent="0">
              <a:buNone/>
            </a:pPr>
            <a:br>
              <a:rPr lang="en-US" sz="1600" dirty="0"/>
            </a:br>
            <a:endParaRPr lang="en-US" sz="1600" dirty="0"/>
          </a:p>
          <a:p>
            <a:pPr lvl="1"/>
            <a:endParaRPr lang="en-US" sz="1100" dirty="0"/>
          </a:p>
          <a:p>
            <a:r>
              <a:rPr lang="en-US" dirty="0"/>
              <a:t>Advantages of Fixed Point types</a:t>
            </a:r>
          </a:p>
          <a:p>
            <a:pPr lvl="1"/>
            <a:r>
              <a:rPr lang="en-US" dirty="0"/>
              <a:t>The result of variables with different sizes is automatically taken care of</a:t>
            </a:r>
          </a:p>
          <a:p>
            <a:pPr lvl="1"/>
            <a:r>
              <a:rPr lang="en-US" dirty="0"/>
              <a:t>The binary point is automatically aligned</a:t>
            </a:r>
          </a:p>
          <a:p>
            <a:pPr lvl="2"/>
            <a:r>
              <a:rPr lang="en-US" dirty="0"/>
              <a:t>Quantization: Underflow is automatically handled</a:t>
            </a:r>
          </a:p>
          <a:p>
            <a:pPr lvl="2"/>
            <a:r>
              <a:rPr lang="en-US" dirty="0"/>
              <a:t>Overflow: Saturation  is automatically handled </a:t>
            </a:r>
          </a:p>
          <a:p>
            <a:pPr lvl="1"/>
            <a:endParaRPr lang="en-US" dirty="0"/>
          </a:p>
        </p:txBody>
      </p:sp>
      <p:sp>
        <p:nvSpPr>
          <p:cNvPr id="12" name="Slide Number Placeholder 11"/>
          <p:cNvSpPr>
            <a:spLocks noGrp="1"/>
          </p:cNvSpPr>
          <p:nvPr>
            <p:ph type="sldNum" sz="quarter" idx="4"/>
          </p:nvPr>
        </p:nvSpPr>
        <p:spPr/>
        <p:txBody>
          <a:bodyPr/>
          <a:lstStyle/>
          <a:p>
            <a:pPr>
              <a:defRPr/>
            </a:pPr>
            <a:r>
              <a:rPr lang="en-US" dirty="0"/>
              <a:t>Data Types 14- </a:t>
            </a:r>
            <a:fld id="{060BD193-E118-4B16-863C-C8C12C675E3E}" type="slidenum">
              <a:rPr lang="en-US" smtClean="0"/>
              <a:pPr>
                <a:defRPr/>
              </a:pPr>
              <a:t>23</a:t>
            </a:fld>
            <a:endParaRPr lang="en-US" dirty="0"/>
          </a:p>
        </p:txBody>
      </p:sp>
      <p:sp>
        <p:nvSpPr>
          <p:cNvPr id="10" name="TextBox 9">
            <a:extLst>
              <a:ext uri="{FF2B5EF4-FFF2-40B4-BE49-F238E27FC236}">
                <a16:creationId xmlns:a16="http://schemas.microsoft.com/office/drawing/2014/main" id="{80E23ED2-BB09-4654-BD8E-CF8437C65D21}"/>
              </a:ext>
            </a:extLst>
          </p:cNvPr>
          <p:cNvSpPr txBox="1"/>
          <p:nvPr/>
        </p:nvSpPr>
        <p:spPr>
          <a:xfrm>
            <a:off x="2021821" y="2290503"/>
            <a:ext cx="7525420" cy="1477328"/>
          </a:xfrm>
          <a:prstGeom prst="rect">
            <a:avLst/>
          </a:prstGeom>
          <a:gradFill rotWithShape="1">
            <a:gsLst>
              <a:gs pos="0">
                <a:srgbClr val="008CA8">
                  <a:tint val="50000"/>
                  <a:satMod val="300000"/>
                </a:srgbClr>
              </a:gs>
              <a:gs pos="35000">
                <a:srgbClr val="008CA8">
                  <a:tint val="37000"/>
                  <a:satMod val="300000"/>
                </a:srgbClr>
              </a:gs>
              <a:gs pos="100000">
                <a:srgbClr val="008CA8">
                  <a:tint val="15000"/>
                  <a:satMod val="350000"/>
                </a:srgbClr>
              </a:gs>
            </a:gsLst>
            <a:lin ang="16200000" scaled="1"/>
          </a:gradFill>
          <a:ln w="9525" cap="flat" cmpd="sng" algn="ctr">
            <a:solidFill>
              <a:srgbClr val="008CA8">
                <a:shade val="95000"/>
                <a:satMod val="105000"/>
              </a:srgbClr>
            </a:solidFill>
            <a:prstDash val="solid"/>
          </a:ln>
          <a:effectLst>
            <a:outerShdw blurRad="50800" dist="63500" dir="2700000" algn="tl" rotWithShape="0">
              <a:prstClr val="black">
                <a:alpha val="40000"/>
              </a:prstClr>
            </a:outerShdw>
          </a:effectLst>
        </p:spPr>
        <p:txBody>
          <a:bodyPr wrap="square" rtlCol="0">
            <a:spAutoFit/>
          </a:bodyPr>
          <a:lstStyle/>
          <a:p>
            <a:pPr defTabSz="914400" fontAlgn="base">
              <a:spcBef>
                <a:spcPct val="0"/>
              </a:spcBef>
              <a:spcAft>
                <a:spcPct val="0"/>
              </a:spcAft>
              <a:defRPr/>
            </a:pPr>
            <a:r>
              <a:rPr lang="en-US" sz="1000" b="1" kern="0" dirty="0">
                <a:solidFill>
                  <a:srgbClr val="000000"/>
                </a:solidFill>
                <a:latin typeface="Arial"/>
              </a:rPr>
              <a:t>#include ap_fixed.h</a:t>
            </a:r>
          </a:p>
          <a:p>
            <a:pPr defTabSz="914400" fontAlgn="base">
              <a:spcBef>
                <a:spcPct val="0"/>
              </a:spcBef>
              <a:spcAft>
                <a:spcPct val="0"/>
              </a:spcAft>
              <a:defRPr/>
            </a:pPr>
            <a:endParaRPr lang="en-US" sz="1000" b="1" kern="0" dirty="0">
              <a:solidFill>
                <a:srgbClr val="000000"/>
              </a:solidFill>
              <a:latin typeface="Arial"/>
            </a:endParaRPr>
          </a:p>
          <a:p>
            <a:pPr defTabSz="914400" fontAlgn="base">
              <a:spcBef>
                <a:spcPct val="0"/>
              </a:spcBef>
              <a:spcAft>
                <a:spcPct val="0"/>
              </a:spcAft>
              <a:defRPr/>
            </a:pPr>
            <a:r>
              <a:rPr lang="en-US" sz="1000" b="1" kern="0" dirty="0">
                <a:solidFill>
                  <a:srgbClr val="000000"/>
                </a:solidFill>
                <a:latin typeface="Arial"/>
              </a:rPr>
              <a:t>void foo_top (…) {</a:t>
            </a:r>
          </a:p>
          <a:p>
            <a:pPr defTabSz="914400" fontAlgn="base">
              <a:spcBef>
                <a:spcPct val="0"/>
              </a:spcBef>
              <a:spcAft>
                <a:spcPct val="0"/>
              </a:spcAft>
              <a:defRPr/>
            </a:pPr>
            <a:r>
              <a:rPr lang="en-US" sz="1000" b="1" kern="0" dirty="0">
                <a:solidFill>
                  <a:srgbClr val="000000"/>
                </a:solidFill>
                <a:latin typeface="Arial"/>
              </a:rPr>
              <a:t>  </a:t>
            </a:r>
          </a:p>
          <a:p>
            <a:pPr defTabSz="914400" fontAlgn="base">
              <a:spcBef>
                <a:spcPct val="0"/>
              </a:spcBef>
              <a:spcAft>
                <a:spcPct val="0"/>
              </a:spcAft>
              <a:defRPr/>
            </a:pPr>
            <a:r>
              <a:rPr lang="en-US" sz="1000" b="1" kern="0" dirty="0">
                <a:solidFill>
                  <a:srgbClr val="000000"/>
                </a:solidFill>
                <a:latin typeface="Arial"/>
              </a:rPr>
              <a:t> ap_fixed&lt;9, 5, AP_RND_CONV, AP_SAT&gt;  var1;	//  9-bit, </a:t>
            </a:r>
          </a:p>
          <a:p>
            <a:pPr defTabSz="914400" fontAlgn="base">
              <a:spcBef>
                <a:spcPct val="0"/>
              </a:spcBef>
              <a:spcAft>
                <a:spcPct val="0"/>
              </a:spcAft>
              <a:defRPr/>
            </a:pPr>
            <a:r>
              <a:rPr lang="en-US" sz="1000" b="1" kern="0" dirty="0">
                <a:solidFill>
                  <a:srgbClr val="000000"/>
                </a:solidFill>
                <a:latin typeface="Arial"/>
              </a:rPr>
              <a:t>				//  5 integer  bits, 4 decimal places</a:t>
            </a:r>
          </a:p>
          <a:p>
            <a:pPr defTabSz="914400" fontAlgn="base">
              <a:spcBef>
                <a:spcPct val="0"/>
              </a:spcBef>
              <a:spcAft>
                <a:spcPct val="0"/>
              </a:spcAft>
              <a:defRPr/>
            </a:pPr>
            <a:endParaRPr lang="en-US" sz="1000" b="1" kern="0" dirty="0">
              <a:solidFill>
                <a:srgbClr val="000000"/>
              </a:solidFill>
              <a:latin typeface="Arial"/>
            </a:endParaRPr>
          </a:p>
          <a:p>
            <a:pPr defTabSz="914400" fontAlgn="base">
              <a:spcBef>
                <a:spcPct val="0"/>
              </a:spcBef>
              <a:spcAft>
                <a:spcPct val="0"/>
              </a:spcAft>
              <a:defRPr/>
            </a:pPr>
            <a:r>
              <a:rPr lang="en-US" sz="1000" b="1" kern="0" dirty="0">
                <a:solidFill>
                  <a:srgbClr val="000000"/>
                </a:solidFill>
                <a:latin typeface="Arial"/>
              </a:rPr>
              <a:t> ap_ufixed&lt;10, 7, AP_RND_CONV, AP_SAT&gt;  var2;  	// 10-bit unsigned </a:t>
            </a:r>
          </a:p>
          <a:p>
            <a:pPr defTabSz="914400" fontAlgn="base">
              <a:spcBef>
                <a:spcPct val="0"/>
              </a:spcBef>
              <a:spcAft>
                <a:spcPct val="0"/>
              </a:spcAft>
              <a:defRPr/>
            </a:pPr>
            <a:r>
              <a:rPr lang="en-US" sz="1000" b="1" kern="0" dirty="0">
                <a:solidFill>
                  <a:srgbClr val="000000"/>
                </a:solidFill>
                <a:latin typeface="Arial"/>
              </a:rPr>
              <a:t>                                                                                         	//   7 integer bits, 3 decimal places</a:t>
            </a:r>
          </a:p>
        </p:txBody>
      </p:sp>
      <p:sp>
        <p:nvSpPr>
          <p:cNvPr id="11" name="TextBox 10">
            <a:extLst>
              <a:ext uri="{FF2B5EF4-FFF2-40B4-BE49-F238E27FC236}">
                <a16:creationId xmlns:a16="http://schemas.microsoft.com/office/drawing/2014/main" id="{874D50D0-6A82-455E-8B89-DAF08BC20CA6}"/>
              </a:ext>
            </a:extLst>
          </p:cNvPr>
          <p:cNvSpPr txBox="1"/>
          <p:nvPr/>
        </p:nvSpPr>
        <p:spPr>
          <a:xfrm>
            <a:off x="3864783" y="2311706"/>
            <a:ext cx="3583533" cy="261610"/>
          </a:xfrm>
          <a:prstGeom prst="rect">
            <a:avLst/>
          </a:prstGeom>
          <a:solidFill>
            <a:srgbClr val="FFFF99"/>
          </a:solidFill>
          <a:ln w="28575">
            <a:solidFill>
              <a:srgbClr val="000000"/>
            </a:solidFill>
          </a:ln>
          <a:effectLst>
            <a:innerShdw blurRad="63500" dist="50800" dir="2700000">
              <a:prstClr val="black">
                <a:alpha val="50000"/>
              </a:prstClr>
            </a:innerShdw>
          </a:effectLst>
        </p:spPr>
        <p:txBody>
          <a:bodyPr wrap="square" rtlCol="0">
            <a:spAutoFit/>
          </a:bodyPr>
          <a:lstStyle/>
          <a:p>
            <a:pPr algn="ctr" defTabSz="914400" fontAlgn="base">
              <a:spcBef>
                <a:spcPct val="0"/>
              </a:spcBef>
              <a:spcAft>
                <a:spcPct val="0"/>
              </a:spcAft>
              <a:defRPr/>
            </a:pPr>
            <a:r>
              <a:rPr lang="en-US" sz="1100" b="1" kern="0" dirty="0"/>
              <a:t>$AUTOESL</a:t>
            </a:r>
            <a:r>
              <a:rPr lang="en-US" sz="1100" b="1" kern="0" dirty="0">
                <a:solidFill>
                  <a:srgbClr val="000000"/>
                </a:solidFill>
              </a:rPr>
              <a:t>_HOME/include/</a:t>
            </a:r>
            <a:r>
              <a:rPr lang="en-US" sz="1100" b="1" kern="0" dirty="0" err="1">
                <a:solidFill>
                  <a:srgbClr val="000000"/>
                </a:solidFill>
              </a:rPr>
              <a:t>ap_fixed.h</a:t>
            </a:r>
            <a:endParaRPr lang="en-US" sz="1100" b="1" kern="0" dirty="0">
              <a:solidFill>
                <a:srgbClr val="000000"/>
              </a:solidFill>
            </a:endParaRPr>
          </a:p>
        </p:txBody>
      </p:sp>
      <p:sp>
        <p:nvSpPr>
          <p:cNvPr id="13" name="TextBox 12">
            <a:extLst>
              <a:ext uri="{FF2B5EF4-FFF2-40B4-BE49-F238E27FC236}">
                <a16:creationId xmlns:a16="http://schemas.microsoft.com/office/drawing/2014/main" id="{C16FAD23-4ED3-4540-B338-8CC256493473}"/>
              </a:ext>
            </a:extLst>
          </p:cNvPr>
          <p:cNvSpPr txBox="1"/>
          <p:nvPr/>
        </p:nvSpPr>
        <p:spPr>
          <a:xfrm>
            <a:off x="2532804" y="5628393"/>
            <a:ext cx="6501553" cy="523220"/>
          </a:xfrm>
          <a:prstGeom prst="rect">
            <a:avLst/>
          </a:prstGeom>
          <a:solidFill>
            <a:srgbClr val="FFFF99"/>
          </a:solidFill>
          <a:ln w="28575">
            <a:solidFill>
              <a:srgbClr val="000000"/>
            </a:solidFill>
          </a:ln>
          <a:effectLst>
            <a:innerShdw blurRad="63500" dist="50800" dir="2700000">
              <a:prstClr val="black">
                <a:alpha val="50000"/>
              </a:prstClr>
            </a:innerShdw>
          </a:effectLst>
        </p:spPr>
        <p:txBody>
          <a:bodyPr wrap="square" rtlCol="0">
            <a:spAutoFit/>
          </a:bodyPr>
          <a:lstStyle/>
          <a:p>
            <a:pPr algn="ctr" defTabSz="914400" fontAlgn="base">
              <a:spcBef>
                <a:spcPct val="0"/>
              </a:spcBef>
              <a:spcAft>
                <a:spcPct val="0"/>
              </a:spcAft>
              <a:defRPr/>
            </a:pPr>
            <a:r>
              <a:rPr lang="en-US" sz="1400" b="1" kern="0" dirty="0">
                <a:solidFill>
                  <a:srgbClr val="000000"/>
                </a:solidFill>
              </a:rPr>
              <a:t>Alternatively, make the result variable large enough such that overflow or underflow does not occur</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Arbitrary Precision : C++ ap_fixed types </a:t>
            </a:r>
          </a:p>
        </p:txBody>
      </p:sp>
      <p:sp>
        <p:nvSpPr>
          <p:cNvPr id="12" name="Slide Number Placeholder 11"/>
          <p:cNvSpPr>
            <a:spLocks noGrp="1"/>
          </p:cNvSpPr>
          <p:nvPr>
            <p:ph type="sldNum" sz="quarter" idx="10"/>
          </p:nvPr>
        </p:nvSpPr>
        <p:spPr/>
        <p:txBody>
          <a:bodyPr/>
          <a:lstStyle/>
          <a:p>
            <a:pPr defTabSz="914400">
              <a:defRPr/>
            </a:pPr>
            <a:r>
              <a:rPr lang="en-US" dirty="0">
                <a:solidFill>
                  <a:srgbClr val="0C0C0C">
                    <a:tint val="75000"/>
                  </a:srgbClr>
                </a:solidFill>
                <a:latin typeface="Arial"/>
              </a:rPr>
              <a:t>Data Types 14- </a:t>
            </a:r>
            <a:fld id="{060BD193-E118-4B16-863C-C8C12C675E3E}" type="slidenum">
              <a:rPr lang="en-US">
                <a:solidFill>
                  <a:srgbClr val="0C0C0C">
                    <a:tint val="75000"/>
                  </a:srgbClr>
                </a:solidFill>
                <a:latin typeface="Arial"/>
              </a:rPr>
              <a:pPr defTabSz="914400">
                <a:defRPr/>
              </a:pPr>
              <a:t>24</a:t>
            </a:fld>
            <a:endParaRPr lang="en-US" dirty="0">
              <a:solidFill>
                <a:srgbClr val="0C0C0C">
                  <a:tint val="75000"/>
                </a:srgbClr>
              </a:solidFill>
              <a:latin typeface="Arial"/>
            </a:endParaRPr>
          </a:p>
        </p:txBody>
      </p:sp>
      <p:sp>
        <p:nvSpPr>
          <p:cNvPr id="3" name="Content Placeholder 2"/>
          <p:cNvSpPr>
            <a:spLocks noGrp="1"/>
          </p:cNvSpPr>
          <p:nvPr>
            <p:ph idx="4294967295"/>
          </p:nvPr>
        </p:nvSpPr>
        <p:spPr>
          <a:xfrm>
            <a:off x="1689101" y="1327150"/>
            <a:ext cx="10501312" cy="4491038"/>
          </a:xfrm>
        </p:spPr>
        <p:txBody>
          <a:bodyPr>
            <a:normAutofit/>
          </a:bodyPr>
          <a:lstStyle/>
          <a:p>
            <a:r>
              <a:rPr lang="en-US" dirty="0"/>
              <a:t>Support for fixed point datatypes in C++</a:t>
            </a:r>
          </a:p>
          <a:p>
            <a:pPr lvl="1"/>
            <a:r>
              <a:rPr lang="en-US" altLang="zh-CN" dirty="0">
                <a:ea typeface="宋体" charset="-122"/>
              </a:rPr>
              <a:t>Include the path to the ap_fixed.h header file</a:t>
            </a:r>
          </a:p>
          <a:p>
            <a:pPr lvl="1"/>
            <a:r>
              <a:rPr lang="en-US" dirty="0"/>
              <a:t>Both signed (ap_fixed) and unsigned types (</a:t>
            </a:r>
            <a:r>
              <a:rPr lang="en-US" dirty="0" err="1"/>
              <a:t>ap_ufixed</a:t>
            </a:r>
            <a:r>
              <a:rPr lang="en-US" dirty="0"/>
              <a:t>)</a:t>
            </a:r>
          </a:p>
          <a:p>
            <a:pPr lvl="1"/>
            <a:endParaRPr lang="en-US" sz="1600" dirty="0"/>
          </a:p>
          <a:p>
            <a:pPr lvl="1"/>
            <a:endParaRPr lang="en-US" sz="1600" dirty="0"/>
          </a:p>
          <a:p>
            <a:pPr lvl="1"/>
            <a:endParaRPr lang="en-US" sz="1600" dirty="0"/>
          </a:p>
          <a:p>
            <a:pPr marL="457063" lvl="1" indent="0">
              <a:buNone/>
            </a:pPr>
            <a:br>
              <a:rPr lang="en-US" sz="1600" dirty="0"/>
            </a:br>
            <a:endParaRPr lang="en-US" sz="1600" dirty="0"/>
          </a:p>
          <a:p>
            <a:pPr lvl="1"/>
            <a:endParaRPr lang="en-US" sz="1100" dirty="0"/>
          </a:p>
          <a:p>
            <a:r>
              <a:rPr lang="en-US" dirty="0"/>
              <a:t>Advantages of Fixed Point types</a:t>
            </a:r>
          </a:p>
          <a:p>
            <a:pPr lvl="1"/>
            <a:r>
              <a:rPr lang="en-US" dirty="0"/>
              <a:t>The result of variables with different sizes is automatically taken care of</a:t>
            </a:r>
          </a:p>
          <a:p>
            <a:pPr lvl="1"/>
            <a:r>
              <a:rPr lang="en-US" dirty="0"/>
              <a:t>The binary point is automatically aligned</a:t>
            </a:r>
          </a:p>
          <a:p>
            <a:pPr lvl="2"/>
            <a:r>
              <a:rPr lang="en-US" dirty="0"/>
              <a:t>Quantization: Underflow is automatically handled</a:t>
            </a:r>
          </a:p>
          <a:p>
            <a:pPr lvl="2"/>
            <a:r>
              <a:rPr lang="en-US" dirty="0"/>
              <a:t>Overflow: Saturation  is automatically handled </a:t>
            </a:r>
          </a:p>
          <a:p>
            <a:pPr lvl="1"/>
            <a:endParaRPr lang="en-US" dirty="0"/>
          </a:p>
        </p:txBody>
      </p:sp>
      <p:sp>
        <p:nvSpPr>
          <p:cNvPr id="9" name="Slide Number Placeholder 4"/>
          <p:cNvSpPr txBox="1">
            <a:spLocks/>
          </p:cNvSpPr>
          <p:nvPr/>
        </p:nvSpPr>
        <p:spPr>
          <a:xfrm>
            <a:off x="611030" y="6347782"/>
            <a:ext cx="1117309" cy="244475"/>
          </a:xfrm>
          <a:prstGeom prst="rect">
            <a:avLst/>
          </a:prstGeom>
        </p:spPr>
        <p:txBody>
          <a:bodyPr/>
          <a:lstStyle/>
          <a:p>
            <a:pPr defTabSz="457200" fontAlgn="base">
              <a:spcBef>
                <a:spcPct val="0"/>
              </a:spcBef>
              <a:spcAft>
                <a:spcPct val="0"/>
              </a:spcAft>
              <a:defRPr/>
            </a:pPr>
            <a:r>
              <a:rPr lang="en-US" sz="1000">
                <a:solidFill>
                  <a:srgbClr val="FFFFFF"/>
                </a:solidFill>
                <a:latin typeface="Arial" charset="0"/>
                <a:ea typeface="ＭＳ Ｐゴシック" pitchFamily="34" charset="-128"/>
                <a:cs typeface="Arial" charset="0"/>
              </a:rPr>
              <a:t>14- </a:t>
            </a:r>
            <a:fld id="{0E88F696-905B-490D-9D4B-033243675593}" type="slidenum">
              <a:rPr lang="en-US" sz="1000">
                <a:solidFill>
                  <a:srgbClr val="FFFFFF"/>
                </a:solidFill>
                <a:latin typeface="Arial" charset="0"/>
                <a:ea typeface="ＭＳ Ｐゴシック" pitchFamily="34" charset="-128"/>
                <a:cs typeface="Arial" charset="0"/>
              </a:rPr>
              <a:pPr defTabSz="457200" fontAlgn="base">
                <a:spcBef>
                  <a:spcPct val="0"/>
                </a:spcBef>
                <a:spcAft>
                  <a:spcPct val="0"/>
                </a:spcAft>
                <a:defRPr/>
              </a:pPr>
              <a:t>24</a:t>
            </a:fld>
            <a:endParaRPr lang="en-US" sz="1000" dirty="0">
              <a:solidFill>
                <a:srgbClr val="FFFFFF"/>
              </a:solidFill>
              <a:latin typeface="Arial" charset="0"/>
              <a:ea typeface="ＭＳ Ｐゴシック" pitchFamily="34" charset="-128"/>
              <a:cs typeface="Arial" charset="0"/>
            </a:endParaRPr>
          </a:p>
        </p:txBody>
      </p:sp>
      <p:sp>
        <p:nvSpPr>
          <p:cNvPr id="10" name="TextBox 9">
            <a:extLst>
              <a:ext uri="{FF2B5EF4-FFF2-40B4-BE49-F238E27FC236}">
                <a16:creationId xmlns:a16="http://schemas.microsoft.com/office/drawing/2014/main" id="{80E23ED2-BB09-4654-BD8E-CF8437C65D21}"/>
              </a:ext>
            </a:extLst>
          </p:cNvPr>
          <p:cNvSpPr txBox="1"/>
          <p:nvPr/>
        </p:nvSpPr>
        <p:spPr>
          <a:xfrm>
            <a:off x="2608561" y="2424290"/>
            <a:ext cx="7525420" cy="1477328"/>
          </a:xfrm>
          <a:prstGeom prst="rect">
            <a:avLst/>
          </a:prstGeom>
          <a:gradFill rotWithShape="1">
            <a:gsLst>
              <a:gs pos="0">
                <a:srgbClr val="008CA8">
                  <a:tint val="50000"/>
                  <a:satMod val="300000"/>
                </a:srgbClr>
              </a:gs>
              <a:gs pos="35000">
                <a:srgbClr val="008CA8">
                  <a:tint val="37000"/>
                  <a:satMod val="300000"/>
                </a:srgbClr>
              </a:gs>
              <a:gs pos="100000">
                <a:srgbClr val="008CA8">
                  <a:tint val="15000"/>
                  <a:satMod val="350000"/>
                </a:srgbClr>
              </a:gs>
            </a:gsLst>
            <a:lin ang="16200000" scaled="1"/>
          </a:gradFill>
          <a:ln w="9525" cap="flat" cmpd="sng" algn="ctr">
            <a:solidFill>
              <a:srgbClr val="008CA8">
                <a:shade val="95000"/>
                <a:satMod val="105000"/>
              </a:srgbClr>
            </a:solidFill>
            <a:prstDash val="solid"/>
          </a:ln>
          <a:effectLst>
            <a:outerShdw blurRad="50800" dist="63500" dir="2700000" algn="tl" rotWithShape="0">
              <a:prstClr val="black">
                <a:alpha val="40000"/>
              </a:prstClr>
            </a:outerShdw>
          </a:effectLst>
        </p:spPr>
        <p:txBody>
          <a:bodyPr wrap="square" rtlCol="0">
            <a:spAutoFit/>
          </a:bodyPr>
          <a:lstStyle/>
          <a:p>
            <a:pPr defTabSz="914400" fontAlgn="base">
              <a:spcBef>
                <a:spcPct val="0"/>
              </a:spcBef>
              <a:spcAft>
                <a:spcPct val="0"/>
              </a:spcAft>
              <a:defRPr/>
            </a:pPr>
            <a:r>
              <a:rPr lang="en-US" sz="1000" b="1" kern="0" dirty="0">
                <a:solidFill>
                  <a:srgbClr val="000000"/>
                </a:solidFill>
                <a:latin typeface="Arial"/>
              </a:rPr>
              <a:t>#include ap_fixed.h</a:t>
            </a:r>
          </a:p>
          <a:p>
            <a:pPr defTabSz="914400" fontAlgn="base">
              <a:spcBef>
                <a:spcPct val="0"/>
              </a:spcBef>
              <a:spcAft>
                <a:spcPct val="0"/>
              </a:spcAft>
              <a:defRPr/>
            </a:pPr>
            <a:endParaRPr lang="en-US" sz="1000" b="1" kern="0" dirty="0">
              <a:solidFill>
                <a:srgbClr val="000000"/>
              </a:solidFill>
              <a:latin typeface="Arial"/>
            </a:endParaRPr>
          </a:p>
          <a:p>
            <a:pPr defTabSz="914400" fontAlgn="base">
              <a:spcBef>
                <a:spcPct val="0"/>
              </a:spcBef>
              <a:spcAft>
                <a:spcPct val="0"/>
              </a:spcAft>
              <a:defRPr/>
            </a:pPr>
            <a:r>
              <a:rPr lang="en-US" sz="1000" b="1" kern="0" dirty="0">
                <a:solidFill>
                  <a:srgbClr val="000000"/>
                </a:solidFill>
                <a:latin typeface="Arial"/>
              </a:rPr>
              <a:t>void foo_top (…) {</a:t>
            </a:r>
          </a:p>
          <a:p>
            <a:pPr defTabSz="914400" fontAlgn="base">
              <a:spcBef>
                <a:spcPct val="0"/>
              </a:spcBef>
              <a:spcAft>
                <a:spcPct val="0"/>
              </a:spcAft>
              <a:defRPr/>
            </a:pPr>
            <a:r>
              <a:rPr lang="en-US" sz="1000" b="1" kern="0" dirty="0">
                <a:solidFill>
                  <a:srgbClr val="000000"/>
                </a:solidFill>
                <a:latin typeface="Arial"/>
              </a:rPr>
              <a:t>  </a:t>
            </a:r>
          </a:p>
          <a:p>
            <a:pPr defTabSz="914400" fontAlgn="base">
              <a:spcBef>
                <a:spcPct val="0"/>
              </a:spcBef>
              <a:spcAft>
                <a:spcPct val="0"/>
              </a:spcAft>
              <a:defRPr/>
            </a:pPr>
            <a:r>
              <a:rPr lang="en-US" sz="1000" b="1" kern="0" dirty="0">
                <a:solidFill>
                  <a:srgbClr val="000000"/>
                </a:solidFill>
                <a:latin typeface="Arial"/>
              </a:rPr>
              <a:t> ap_fixed&lt;9, 5, AP_RND_CONV, AP_SAT&gt;  var1;	//  9-bit, </a:t>
            </a:r>
          </a:p>
          <a:p>
            <a:pPr defTabSz="914400" fontAlgn="base">
              <a:spcBef>
                <a:spcPct val="0"/>
              </a:spcBef>
              <a:spcAft>
                <a:spcPct val="0"/>
              </a:spcAft>
              <a:defRPr/>
            </a:pPr>
            <a:r>
              <a:rPr lang="en-US" sz="1000" b="1" kern="0" dirty="0">
                <a:solidFill>
                  <a:srgbClr val="000000"/>
                </a:solidFill>
                <a:latin typeface="Arial"/>
              </a:rPr>
              <a:t>				//  5 integer  bits, 4 decimal places</a:t>
            </a:r>
          </a:p>
          <a:p>
            <a:pPr defTabSz="914400" fontAlgn="base">
              <a:spcBef>
                <a:spcPct val="0"/>
              </a:spcBef>
              <a:spcAft>
                <a:spcPct val="0"/>
              </a:spcAft>
              <a:defRPr/>
            </a:pPr>
            <a:endParaRPr lang="en-US" sz="1000" b="1" kern="0" dirty="0">
              <a:solidFill>
                <a:srgbClr val="000000"/>
              </a:solidFill>
              <a:latin typeface="Arial"/>
            </a:endParaRPr>
          </a:p>
          <a:p>
            <a:pPr defTabSz="914400" fontAlgn="base">
              <a:spcBef>
                <a:spcPct val="0"/>
              </a:spcBef>
              <a:spcAft>
                <a:spcPct val="0"/>
              </a:spcAft>
              <a:defRPr/>
            </a:pPr>
            <a:r>
              <a:rPr lang="en-US" sz="1000" b="1" kern="0" dirty="0">
                <a:solidFill>
                  <a:srgbClr val="000000"/>
                </a:solidFill>
                <a:latin typeface="Arial"/>
              </a:rPr>
              <a:t> ap_ufixed&lt;10, 7, AP_RND_CONV, AP_SAT&gt;  var2;  	// 10-bit unsigned </a:t>
            </a:r>
          </a:p>
          <a:p>
            <a:pPr defTabSz="914400" fontAlgn="base">
              <a:spcBef>
                <a:spcPct val="0"/>
              </a:spcBef>
              <a:spcAft>
                <a:spcPct val="0"/>
              </a:spcAft>
              <a:defRPr/>
            </a:pPr>
            <a:r>
              <a:rPr lang="en-US" sz="1000" b="1" kern="0" dirty="0">
                <a:solidFill>
                  <a:srgbClr val="000000"/>
                </a:solidFill>
                <a:latin typeface="Arial"/>
              </a:rPr>
              <a:t>                                                                                         	//   7 integer bits, 3 decimal places</a:t>
            </a:r>
          </a:p>
        </p:txBody>
      </p:sp>
      <p:sp>
        <p:nvSpPr>
          <p:cNvPr id="11" name="TextBox 10">
            <a:extLst>
              <a:ext uri="{FF2B5EF4-FFF2-40B4-BE49-F238E27FC236}">
                <a16:creationId xmlns:a16="http://schemas.microsoft.com/office/drawing/2014/main" id="{874D50D0-6A82-455E-8B89-DAF08BC20CA6}"/>
              </a:ext>
            </a:extLst>
          </p:cNvPr>
          <p:cNvSpPr txBox="1"/>
          <p:nvPr/>
        </p:nvSpPr>
        <p:spPr>
          <a:xfrm>
            <a:off x="4451523" y="2445493"/>
            <a:ext cx="3583533" cy="261610"/>
          </a:xfrm>
          <a:prstGeom prst="rect">
            <a:avLst/>
          </a:prstGeom>
          <a:solidFill>
            <a:srgbClr val="FFFF99"/>
          </a:solidFill>
          <a:ln w="28575">
            <a:solidFill>
              <a:srgbClr val="000000"/>
            </a:solidFill>
          </a:ln>
          <a:effectLst>
            <a:innerShdw blurRad="63500" dist="50800" dir="2700000">
              <a:prstClr val="black">
                <a:alpha val="50000"/>
              </a:prstClr>
            </a:innerShdw>
          </a:effectLst>
        </p:spPr>
        <p:txBody>
          <a:bodyPr wrap="square" rtlCol="0">
            <a:spAutoFit/>
          </a:bodyPr>
          <a:lstStyle/>
          <a:p>
            <a:pPr algn="ctr" defTabSz="914400" fontAlgn="base">
              <a:spcBef>
                <a:spcPct val="0"/>
              </a:spcBef>
              <a:spcAft>
                <a:spcPct val="0"/>
              </a:spcAft>
              <a:defRPr/>
            </a:pPr>
            <a:r>
              <a:rPr lang="en-US" sz="1100" b="1" kern="0" dirty="0">
                <a:solidFill>
                  <a:srgbClr val="FF0000"/>
                </a:solidFill>
                <a:latin typeface="Arial"/>
              </a:rPr>
              <a:t>$AUTOESL</a:t>
            </a:r>
            <a:r>
              <a:rPr lang="en-US" sz="1100" b="1" kern="0" dirty="0">
                <a:solidFill>
                  <a:srgbClr val="000000"/>
                </a:solidFill>
                <a:latin typeface="Arial"/>
              </a:rPr>
              <a:t>_HOME/include/</a:t>
            </a:r>
            <a:r>
              <a:rPr lang="en-US" sz="1100" b="1" kern="0" dirty="0" err="1">
                <a:solidFill>
                  <a:srgbClr val="000000"/>
                </a:solidFill>
                <a:latin typeface="Arial"/>
              </a:rPr>
              <a:t>ap_fixed.h</a:t>
            </a:r>
            <a:endParaRPr lang="en-US" sz="1100" b="1" kern="0" dirty="0">
              <a:solidFill>
                <a:srgbClr val="000000"/>
              </a:solidFill>
              <a:latin typeface="Arial"/>
            </a:endParaRPr>
          </a:p>
        </p:txBody>
      </p:sp>
      <p:sp>
        <p:nvSpPr>
          <p:cNvPr id="13" name="TextBox 12">
            <a:extLst>
              <a:ext uri="{FF2B5EF4-FFF2-40B4-BE49-F238E27FC236}">
                <a16:creationId xmlns:a16="http://schemas.microsoft.com/office/drawing/2014/main" id="{C16FAD23-4ED3-4540-B338-8CC256493473}"/>
              </a:ext>
            </a:extLst>
          </p:cNvPr>
          <p:cNvSpPr txBox="1"/>
          <p:nvPr/>
        </p:nvSpPr>
        <p:spPr>
          <a:xfrm>
            <a:off x="2845224" y="5630615"/>
            <a:ext cx="6501553" cy="523220"/>
          </a:xfrm>
          <a:prstGeom prst="rect">
            <a:avLst/>
          </a:prstGeom>
          <a:solidFill>
            <a:srgbClr val="FFFF99"/>
          </a:solidFill>
          <a:ln w="28575">
            <a:solidFill>
              <a:srgbClr val="000000"/>
            </a:solidFill>
          </a:ln>
          <a:effectLst>
            <a:innerShdw blurRad="63500" dist="50800" dir="2700000">
              <a:prstClr val="black">
                <a:alpha val="50000"/>
              </a:prstClr>
            </a:innerShdw>
          </a:effectLst>
        </p:spPr>
        <p:txBody>
          <a:bodyPr wrap="square" rtlCol="0">
            <a:spAutoFit/>
          </a:bodyPr>
          <a:lstStyle/>
          <a:p>
            <a:pPr algn="ctr" defTabSz="914400" fontAlgn="base">
              <a:spcBef>
                <a:spcPct val="0"/>
              </a:spcBef>
              <a:spcAft>
                <a:spcPct val="0"/>
              </a:spcAft>
              <a:defRPr/>
            </a:pPr>
            <a:r>
              <a:rPr lang="en-US" sz="1400" b="1" kern="0" dirty="0">
                <a:solidFill>
                  <a:srgbClr val="000000"/>
                </a:solidFill>
                <a:latin typeface="Arial"/>
              </a:rPr>
              <a:t>Alternatively, make the result variable large enough such that overflow or underflow does not occur</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Definition of ap_fixed type</a:t>
            </a:r>
          </a:p>
        </p:txBody>
      </p:sp>
      <p:sp>
        <p:nvSpPr>
          <p:cNvPr id="3" name="Content Placeholder 2"/>
          <p:cNvSpPr>
            <a:spLocks noGrp="1"/>
          </p:cNvSpPr>
          <p:nvPr>
            <p:ph idx="1"/>
          </p:nvPr>
        </p:nvSpPr>
        <p:spPr>
          <a:xfrm>
            <a:off x="579121" y="1112520"/>
            <a:ext cx="11033760" cy="4632960"/>
          </a:xfrm>
        </p:spPr>
        <p:txBody>
          <a:bodyPr>
            <a:normAutofit/>
          </a:bodyPr>
          <a:lstStyle/>
          <a:p>
            <a:r>
              <a:rPr lang="en-US" sz="1800" dirty="0"/>
              <a:t>Fixed point types are specified by</a:t>
            </a:r>
          </a:p>
          <a:p>
            <a:pPr lvl="1"/>
            <a:r>
              <a:rPr lang="en-US" sz="1400" dirty="0"/>
              <a:t>Total bit width (W)</a:t>
            </a:r>
          </a:p>
          <a:p>
            <a:pPr lvl="1"/>
            <a:r>
              <a:rPr lang="en-US" sz="1400" dirty="0"/>
              <a:t>The number of integer bits (I)</a:t>
            </a:r>
          </a:p>
          <a:p>
            <a:pPr lvl="1"/>
            <a:r>
              <a:rPr lang="en-US" sz="1400" dirty="0"/>
              <a:t>The quantization/rounding mode (Q)</a:t>
            </a:r>
          </a:p>
          <a:p>
            <a:pPr lvl="1"/>
            <a:r>
              <a:rPr lang="en-US" sz="1400" dirty="0"/>
              <a:t>The overflow/saturation mode (O)</a:t>
            </a:r>
          </a:p>
          <a:p>
            <a:pPr lvl="1"/>
            <a:r>
              <a:rPr lang="en-US" sz="1400" dirty="0"/>
              <a:t>The number of saturation bits</a:t>
            </a:r>
          </a:p>
        </p:txBody>
      </p:sp>
      <p:sp>
        <p:nvSpPr>
          <p:cNvPr id="25" name="Slide Number Placeholder 24"/>
          <p:cNvSpPr>
            <a:spLocks noGrp="1"/>
          </p:cNvSpPr>
          <p:nvPr>
            <p:ph type="sldNum" sz="quarter" idx="4"/>
          </p:nvPr>
        </p:nvSpPr>
        <p:spPr/>
        <p:txBody>
          <a:bodyPr/>
          <a:lstStyle/>
          <a:p>
            <a:pPr>
              <a:defRPr/>
            </a:pPr>
            <a:r>
              <a:rPr lang="en-US" dirty="0"/>
              <a:t>Data Types 14- </a:t>
            </a:r>
            <a:fld id="{060BD193-E118-4B16-863C-C8C12C675E3E}" type="slidenum">
              <a:rPr lang="en-US" smtClean="0"/>
              <a:pPr>
                <a:defRPr/>
              </a:pPr>
              <a:t>25</a:t>
            </a:fld>
            <a:endParaRPr lang="en-US" dirty="0"/>
          </a:p>
        </p:txBody>
      </p:sp>
      <p:graphicFrame>
        <p:nvGraphicFramePr>
          <p:cNvPr id="27" name="Table 26">
            <a:extLst>
              <a:ext uri="{FF2B5EF4-FFF2-40B4-BE49-F238E27FC236}">
                <a16:creationId xmlns:a16="http://schemas.microsoft.com/office/drawing/2014/main" id="{7FEFE0FF-4BA2-4A93-B12D-0A1C5AF9E9AC}"/>
              </a:ext>
            </a:extLst>
          </p:cNvPr>
          <p:cNvGraphicFramePr>
            <a:graphicFrameLocks noGrp="1"/>
          </p:cNvGraphicFramePr>
          <p:nvPr>
            <p:extLst>
              <p:ext uri="{D42A27DB-BD31-4B8C-83A1-F6EECF244321}">
                <p14:modId xmlns:p14="http://schemas.microsoft.com/office/powerpoint/2010/main" val="3489178458"/>
              </p:ext>
            </p:extLst>
          </p:nvPr>
        </p:nvGraphicFramePr>
        <p:xfrm>
          <a:off x="720699" y="2951211"/>
          <a:ext cx="10750601" cy="3324437"/>
        </p:xfrm>
        <a:graphic>
          <a:graphicData uri="http://schemas.openxmlformats.org/drawingml/2006/table">
            <a:tbl>
              <a:tblPr/>
              <a:tblGrid>
                <a:gridCol w="767900">
                  <a:extLst>
                    <a:ext uri="{9D8B030D-6E8A-4147-A177-3AD203B41FA5}">
                      <a16:colId xmlns:a16="http://schemas.microsoft.com/office/drawing/2014/main" val="20000"/>
                    </a:ext>
                  </a:extLst>
                </a:gridCol>
                <a:gridCol w="3358644">
                  <a:extLst>
                    <a:ext uri="{9D8B030D-6E8A-4147-A177-3AD203B41FA5}">
                      <a16:colId xmlns:a16="http://schemas.microsoft.com/office/drawing/2014/main" val="20001"/>
                    </a:ext>
                  </a:extLst>
                </a:gridCol>
                <a:gridCol w="6624057">
                  <a:extLst>
                    <a:ext uri="{9D8B030D-6E8A-4147-A177-3AD203B41FA5}">
                      <a16:colId xmlns:a16="http://schemas.microsoft.com/office/drawing/2014/main" val="20002"/>
                    </a:ext>
                  </a:extLst>
                </a:gridCol>
              </a:tblGrid>
              <a:tr h="148733">
                <a:tc>
                  <a:txBody>
                    <a:bodyPr/>
                    <a:lstStyle>
                      <a:lvl1pPr marL="0" algn="l" defTabSz="914126" rtl="0" eaLnBrk="1" latinLnBrk="0" hangingPunct="1">
                        <a:defRPr sz="1799" kern="1200">
                          <a:solidFill>
                            <a:schemeClr val="tx1"/>
                          </a:solidFill>
                          <a:latin typeface="Arial"/>
                        </a:defRPr>
                      </a:lvl1pPr>
                      <a:lvl2pPr marL="457063" algn="l" defTabSz="914126" rtl="0" eaLnBrk="1" latinLnBrk="0" hangingPunct="1">
                        <a:defRPr sz="1799" kern="1200">
                          <a:solidFill>
                            <a:schemeClr val="tx1"/>
                          </a:solidFill>
                          <a:latin typeface="Arial"/>
                        </a:defRPr>
                      </a:lvl2pPr>
                      <a:lvl3pPr marL="914126" algn="l" defTabSz="914126" rtl="0" eaLnBrk="1" latinLnBrk="0" hangingPunct="1">
                        <a:defRPr sz="1799" kern="1200">
                          <a:solidFill>
                            <a:schemeClr val="tx1"/>
                          </a:solidFill>
                          <a:latin typeface="Arial"/>
                        </a:defRPr>
                      </a:lvl3pPr>
                      <a:lvl4pPr marL="1371189" algn="l" defTabSz="914126" rtl="0" eaLnBrk="1" latinLnBrk="0" hangingPunct="1">
                        <a:defRPr sz="1799" kern="1200">
                          <a:solidFill>
                            <a:schemeClr val="tx1"/>
                          </a:solidFill>
                          <a:latin typeface="Arial"/>
                        </a:defRPr>
                      </a:lvl4pPr>
                      <a:lvl5pPr marL="1828251" algn="l" defTabSz="914126" rtl="0" eaLnBrk="1" latinLnBrk="0" hangingPunct="1">
                        <a:defRPr sz="1799" kern="1200">
                          <a:solidFill>
                            <a:schemeClr val="tx1"/>
                          </a:solidFill>
                          <a:latin typeface="Arial"/>
                        </a:defRPr>
                      </a:lvl5pPr>
                      <a:lvl6pPr marL="2285314" algn="l" defTabSz="914126" rtl="0" eaLnBrk="1" latinLnBrk="0" hangingPunct="1">
                        <a:defRPr sz="1799" kern="1200">
                          <a:solidFill>
                            <a:schemeClr val="tx1"/>
                          </a:solidFill>
                          <a:latin typeface="Arial"/>
                        </a:defRPr>
                      </a:lvl6pPr>
                      <a:lvl7pPr marL="2742377" algn="l" defTabSz="914126" rtl="0" eaLnBrk="1" latinLnBrk="0" hangingPunct="1">
                        <a:defRPr sz="1799" kern="1200">
                          <a:solidFill>
                            <a:schemeClr val="tx1"/>
                          </a:solidFill>
                          <a:latin typeface="Arial"/>
                        </a:defRPr>
                      </a:lvl7pPr>
                      <a:lvl8pPr marL="3199440" algn="l" defTabSz="914126" rtl="0" eaLnBrk="1" latinLnBrk="0" hangingPunct="1">
                        <a:defRPr sz="1799" kern="1200">
                          <a:solidFill>
                            <a:schemeClr val="tx1"/>
                          </a:solidFill>
                          <a:latin typeface="Arial"/>
                        </a:defRPr>
                      </a:lvl8pPr>
                      <a:lvl9pPr marL="3656503" algn="l" defTabSz="914126" rtl="0" eaLnBrk="1" latinLnBrk="0" hangingPunct="1">
                        <a:defRPr sz="1799" kern="1200">
                          <a:solidFill>
                            <a:schemeClr val="tx1"/>
                          </a:solidFill>
                          <a:latin typeface="Arial"/>
                        </a:defRPr>
                      </a:lvl9pPr>
                    </a:lstStyle>
                    <a:p>
                      <a:pPr marL="0" marR="0" algn="just">
                        <a:spcBef>
                          <a:spcPts val="0"/>
                        </a:spcBef>
                        <a:spcAft>
                          <a:spcPts val="0"/>
                        </a:spcAft>
                      </a:pPr>
                      <a:endParaRPr lang="en-US" sz="1000" dirty="0">
                        <a:latin typeface="Verdana"/>
                        <a:ea typeface="Calibri"/>
                        <a:cs typeface="Times New Roman"/>
                      </a:endParaRPr>
                    </a:p>
                  </a:txBody>
                  <a:tcPr marL="7437" marR="743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4F81BD"/>
                    </a:solidFill>
                  </a:tcPr>
                </a:tc>
                <a:tc gridSpan="2">
                  <a:txBody>
                    <a:bodyPr/>
                    <a:lstStyle>
                      <a:lvl1pPr marL="0" algn="l" defTabSz="914126" rtl="0" eaLnBrk="1" latinLnBrk="0" hangingPunct="1">
                        <a:defRPr sz="1799" kern="1200">
                          <a:solidFill>
                            <a:schemeClr val="tx1"/>
                          </a:solidFill>
                          <a:latin typeface="Arial"/>
                        </a:defRPr>
                      </a:lvl1pPr>
                      <a:lvl2pPr marL="457063" algn="l" defTabSz="914126" rtl="0" eaLnBrk="1" latinLnBrk="0" hangingPunct="1">
                        <a:defRPr sz="1799" kern="1200">
                          <a:solidFill>
                            <a:schemeClr val="tx1"/>
                          </a:solidFill>
                          <a:latin typeface="Arial"/>
                        </a:defRPr>
                      </a:lvl2pPr>
                      <a:lvl3pPr marL="914126" algn="l" defTabSz="914126" rtl="0" eaLnBrk="1" latinLnBrk="0" hangingPunct="1">
                        <a:defRPr sz="1799" kern="1200">
                          <a:solidFill>
                            <a:schemeClr val="tx1"/>
                          </a:solidFill>
                          <a:latin typeface="Arial"/>
                        </a:defRPr>
                      </a:lvl3pPr>
                      <a:lvl4pPr marL="1371189" algn="l" defTabSz="914126" rtl="0" eaLnBrk="1" latinLnBrk="0" hangingPunct="1">
                        <a:defRPr sz="1799" kern="1200">
                          <a:solidFill>
                            <a:schemeClr val="tx1"/>
                          </a:solidFill>
                          <a:latin typeface="Arial"/>
                        </a:defRPr>
                      </a:lvl4pPr>
                      <a:lvl5pPr marL="1828251" algn="l" defTabSz="914126" rtl="0" eaLnBrk="1" latinLnBrk="0" hangingPunct="1">
                        <a:defRPr sz="1799" kern="1200">
                          <a:solidFill>
                            <a:schemeClr val="tx1"/>
                          </a:solidFill>
                          <a:latin typeface="Arial"/>
                        </a:defRPr>
                      </a:lvl5pPr>
                      <a:lvl6pPr marL="2285314" algn="l" defTabSz="914126" rtl="0" eaLnBrk="1" latinLnBrk="0" hangingPunct="1">
                        <a:defRPr sz="1799" kern="1200">
                          <a:solidFill>
                            <a:schemeClr val="tx1"/>
                          </a:solidFill>
                          <a:latin typeface="Arial"/>
                        </a:defRPr>
                      </a:lvl6pPr>
                      <a:lvl7pPr marL="2742377" algn="l" defTabSz="914126" rtl="0" eaLnBrk="1" latinLnBrk="0" hangingPunct="1">
                        <a:defRPr sz="1799" kern="1200">
                          <a:solidFill>
                            <a:schemeClr val="tx1"/>
                          </a:solidFill>
                          <a:latin typeface="Arial"/>
                        </a:defRPr>
                      </a:lvl7pPr>
                      <a:lvl8pPr marL="3199440" algn="l" defTabSz="914126" rtl="0" eaLnBrk="1" latinLnBrk="0" hangingPunct="1">
                        <a:defRPr sz="1799" kern="1200">
                          <a:solidFill>
                            <a:schemeClr val="tx1"/>
                          </a:solidFill>
                          <a:latin typeface="Arial"/>
                        </a:defRPr>
                      </a:lvl8pPr>
                      <a:lvl9pPr marL="3656503" algn="l" defTabSz="914126" rtl="0" eaLnBrk="1" latinLnBrk="0" hangingPunct="1">
                        <a:defRPr sz="1799" kern="1200">
                          <a:solidFill>
                            <a:schemeClr val="tx1"/>
                          </a:solidFill>
                          <a:latin typeface="Arial"/>
                        </a:defRPr>
                      </a:lvl9pPr>
                    </a:lstStyle>
                    <a:p>
                      <a:pPr marL="0" marR="0" algn="just">
                        <a:spcBef>
                          <a:spcPts val="0"/>
                        </a:spcBef>
                        <a:spcAft>
                          <a:spcPts val="0"/>
                        </a:spcAft>
                      </a:pPr>
                      <a:r>
                        <a:rPr lang="en-US" sz="1000" b="1" dirty="0">
                          <a:solidFill>
                            <a:srgbClr val="FFFFFF"/>
                          </a:solidFill>
                          <a:latin typeface="Verdana"/>
                          <a:ea typeface="Calibri"/>
                          <a:cs typeface="Times New Roman"/>
                        </a:rPr>
                        <a:t>Description</a:t>
                      </a:r>
                      <a:endParaRPr lang="en-US" sz="1000" dirty="0">
                        <a:latin typeface="Verdana"/>
                        <a:ea typeface="Calibri"/>
                        <a:cs typeface="Times New Roman"/>
                      </a:endParaRPr>
                    </a:p>
                  </a:txBody>
                  <a:tcPr marL="7437" marR="743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4F81BD"/>
                    </a:solidFill>
                  </a:tcPr>
                </a:tc>
                <a:tc hMerge="1">
                  <a:txBody>
                    <a:bodyPr/>
                    <a:lstStyle/>
                    <a:p>
                      <a:endParaRPr lang="en-US"/>
                    </a:p>
                  </a:txBody>
                  <a:tcPr/>
                </a:tc>
                <a:extLst>
                  <a:ext uri="{0D108BD9-81ED-4DB2-BD59-A6C34878D82A}">
                    <a16:rowId xmlns:a16="http://schemas.microsoft.com/office/drawing/2014/main" val="10000"/>
                  </a:ext>
                </a:extLst>
              </a:tr>
              <a:tr h="106860">
                <a:tc>
                  <a:txBody>
                    <a:bodyPr/>
                    <a:lstStyle>
                      <a:lvl1pPr marL="0" algn="l" defTabSz="914126" rtl="0" eaLnBrk="1" latinLnBrk="0" hangingPunct="1">
                        <a:defRPr sz="1799" kern="1200">
                          <a:solidFill>
                            <a:schemeClr val="tx1"/>
                          </a:solidFill>
                          <a:latin typeface="Arial"/>
                        </a:defRPr>
                      </a:lvl1pPr>
                      <a:lvl2pPr marL="457063" algn="l" defTabSz="914126" rtl="0" eaLnBrk="1" latinLnBrk="0" hangingPunct="1">
                        <a:defRPr sz="1799" kern="1200">
                          <a:solidFill>
                            <a:schemeClr val="tx1"/>
                          </a:solidFill>
                          <a:latin typeface="Arial"/>
                        </a:defRPr>
                      </a:lvl2pPr>
                      <a:lvl3pPr marL="914126" algn="l" defTabSz="914126" rtl="0" eaLnBrk="1" latinLnBrk="0" hangingPunct="1">
                        <a:defRPr sz="1799" kern="1200">
                          <a:solidFill>
                            <a:schemeClr val="tx1"/>
                          </a:solidFill>
                          <a:latin typeface="Arial"/>
                        </a:defRPr>
                      </a:lvl3pPr>
                      <a:lvl4pPr marL="1371189" algn="l" defTabSz="914126" rtl="0" eaLnBrk="1" latinLnBrk="0" hangingPunct="1">
                        <a:defRPr sz="1799" kern="1200">
                          <a:solidFill>
                            <a:schemeClr val="tx1"/>
                          </a:solidFill>
                          <a:latin typeface="Arial"/>
                        </a:defRPr>
                      </a:lvl4pPr>
                      <a:lvl5pPr marL="1828251" algn="l" defTabSz="914126" rtl="0" eaLnBrk="1" latinLnBrk="0" hangingPunct="1">
                        <a:defRPr sz="1799" kern="1200">
                          <a:solidFill>
                            <a:schemeClr val="tx1"/>
                          </a:solidFill>
                          <a:latin typeface="Arial"/>
                        </a:defRPr>
                      </a:lvl5pPr>
                      <a:lvl6pPr marL="2285314" algn="l" defTabSz="914126" rtl="0" eaLnBrk="1" latinLnBrk="0" hangingPunct="1">
                        <a:defRPr sz="1799" kern="1200">
                          <a:solidFill>
                            <a:schemeClr val="tx1"/>
                          </a:solidFill>
                          <a:latin typeface="Arial"/>
                        </a:defRPr>
                      </a:lvl6pPr>
                      <a:lvl7pPr marL="2742377" algn="l" defTabSz="914126" rtl="0" eaLnBrk="1" latinLnBrk="0" hangingPunct="1">
                        <a:defRPr sz="1799" kern="1200">
                          <a:solidFill>
                            <a:schemeClr val="tx1"/>
                          </a:solidFill>
                          <a:latin typeface="Arial"/>
                        </a:defRPr>
                      </a:lvl7pPr>
                      <a:lvl8pPr marL="3199440" algn="l" defTabSz="914126" rtl="0" eaLnBrk="1" latinLnBrk="0" hangingPunct="1">
                        <a:defRPr sz="1799" kern="1200">
                          <a:solidFill>
                            <a:schemeClr val="tx1"/>
                          </a:solidFill>
                          <a:latin typeface="Arial"/>
                        </a:defRPr>
                      </a:lvl8pPr>
                      <a:lvl9pPr marL="3656503" algn="l" defTabSz="914126" rtl="0" eaLnBrk="1" latinLnBrk="0" hangingPunct="1">
                        <a:defRPr sz="1799" kern="1200">
                          <a:solidFill>
                            <a:schemeClr val="tx1"/>
                          </a:solidFill>
                          <a:latin typeface="Arial"/>
                        </a:defRPr>
                      </a:lvl9pPr>
                    </a:lstStyle>
                    <a:p>
                      <a:pPr marL="0" marR="0" algn="ctr">
                        <a:spcBef>
                          <a:spcPts val="0"/>
                        </a:spcBef>
                        <a:spcAft>
                          <a:spcPts val="0"/>
                        </a:spcAft>
                      </a:pPr>
                      <a:r>
                        <a:rPr lang="en-US" sz="1000" b="1" dirty="0">
                          <a:solidFill>
                            <a:srgbClr val="FFFFFF"/>
                          </a:solidFill>
                          <a:latin typeface="Verdana"/>
                          <a:ea typeface="Calibri"/>
                          <a:cs typeface="Times New Roman"/>
                        </a:rPr>
                        <a:t>W</a:t>
                      </a:r>
                      <a:endParaRPr lang="en-US" sz="1000" dirty="0">
                        <a:latin typeface="Verdana"/>
                        <a:ea typeface="Calibri"/>
                        <a:cs typeface="Times New Roman"/>
                      </a:endParaRPr>
                    </a:p>
                  </a:txBody>
                  <a:tcPr marL="7437" marR="743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4F81BD"/>
                    </a:solidFill>
                  </a:tcPr>
                </a:tc>
                <a:tc gridSpan="2">
                  <a:txBody>
                    <a:bodyPr/>
                    <a:lstStyle>
                      <a:lvl1pPr marL="0" algn="l" defTabSz="914126" rtl="0" eaLnBrk="1" latinLnBrk="0" hangingPunct="1">
                        <a:defRPr sz="1799" kern="1200">
                          <a:solidFill>
                            <a:schemeClr val="tx1"/>
                          </a:solidFill>
                          <a:latin typeface="Arial"/>
                        </a:defRPr>
                      </a:lvl1pPr>
                      <a:lvl2pPr marL="457063" algn="l" defTabSz="914126" rtl="0" eaLnBrk="1" latinLnBrk="0" hangingPunct="1">
                        <a:defRPr sz="1799" kern="1200">
                          <a:solidFill>
                            <a:schemeClr val="tx1"/>
                          </a:solidFill>
                          <a:latin typeface="Arial"/>
                        </a:defRPr>
                      </a:lvl2pPr>
                      <a:lvl3pPr marL="914126" algn="l" defTabSz="914126" rtl="0" eaLnBrk="1" latinLnBrk="0" hangingPunct="1">
                        <a:defRPr sz="1799" kern="1200">
                          <a:solidFill>
                            <a:schemeClr val="tx1"/>
                          </a:solidFill>
                          <a:latin typeface="Arial"/>
                        </a:defRPr>
                      </a:lvl3pPr>
                      <a:lvl4pPr marL="1371189" algn="l" defTabSz="914126" rtl="0" eaLnBrk="1" latinLnBrk="0" hangingPunct="1">
                        <a:defRPr sz="1799" kern="1200">
                          <a:solidFill>
                            <a:schemeClr val="tx1"/>
                          </a:solidFill>
                          <a:latin typeface="Arial"/>
                        </a:defRPr>
                      </a:lvl4pPr>
                      <a:lvl5pPr marL="1828251" algn="l" defTabSz="914126" rtl="0" eaLnBrk="1" latinLnBrk="0" hangingPunct="1">
                        <a:defRPr sz="1799" kern="1200">
                          <a:solidFill>
                            <a:schemeClr val="tx1"/>
                          </a:solidFill>
                          <a:latin typeface="Arial"/>
                        </a:defRPr>
                      </a:lvl5pPr>
                      <a:lvl6pPr marL="2285314" algn="l" defTabSz="914126" rtl="0" eaLnBrk="1" latinLnBrk="0" hangingPunct="1">
                        <a:defRPr sz="1799" kern="1200">
                          <a:solidFill>
                            <a:schemeClr val="tx1"/>
                          </a:solidFill>
                          <a:latin typeface="Arial"/>
                        </a:defRPr>
                      </a:lvl6pPr>
                      <a:lvl7pPr marL="2742377" algn="l" defTabSz="914126" rtl="0" eaLnBrk="1" latinLnBrk="0" hangingPunct="1">
                        <a:defRPr sz="1799" kern="1200">
                          <a:solidFill>
                            <a:schemeClr val="tx1"/>
                          </a:solidFill>
                          <a:latin typeface="Arial"/>
                        </a:defRPr>
                      </a:lvl7pPr>
                      <a:lvl8pPr marL="3199440" algn="l" defTabSz="914126" rtl="0" eaLnBrk="1" latinLnBrk="0" hangingPunct="1">
                        <a:defRPr sz="1799" kern="1200">
                          <a:solidFill>
                            <a:schemeClr val="tx1"/>
                          </a:solidFill>
                          <a:latin typeface="Arial"/>
                        </a:defRPr>
                      </a:lvl8pPr>
                      <a:lvl9pPr marL="3656503" algn="l" defTabSz="914126" rtl="0" eaLnBrk="1" latinLnBrk="0" hangingPunct="1">
                        <a:defRPr sz="1799" kern="1200">
                          <a:solidFill>
                            <a:schemeClr val="tx1"/>
                          </a:solidFill>
                          <a:latin typeface="Arial"/>
                        </a:defRPr>
                      </a:lvl9pPr>
                    </a:lstStyle>
                    <a:p>
                      <a:pPr marL="0" marR="0" algn="just">
                        <a:spcBef>
                          <a:spcPts val="0"/>
                        </a:spcBef>
                        <a:spcAft>
                          <a:spcPts val="0"/>
                        </a:spcAft>
                      </a:pPr>
                      <a:r>
                        <a:rPr lang="en-US" sz="1000" dirty="0">
                          <a:latin typeface="Verdana"/>
                          <a:ea typeface="Calibri"/>
                          <a:cs typeface="Times New Roman"/>
                        </a:rPr>
                        <a:t>Word length in bits</a:t>
                      </a:r>
                    </a:p>
                  </a:txBody>
                  <a:tcPr marL="7437" marR="743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A7BFDE"/>
                    </a:solidFill>
                  </a:tcPr>
                </a:tc>
                <a:tc hMerge="1">
                  <a:txBody>
                    <a:bodyPr/>
                    <a:lstStyle/>
                    <a:p>
                      <a:endParaRPr lang="en-US"/>
                    </a:p>
                  </a:txBody>
                  <a:tcPr/>
                </a:tc>
                <a:extLst>
                  <a:ext uri="{0D108BD9-81ED-4DB2-BD59-A6C34878D82A}">
                    <a16:rowId xmlns:a16="http://schemas.microsoft.com/office/drawing/2014/main" val="10001"/>
                  </a:ext>
                </a:extLst>
              </a:tr>
              <a:tr h="213721">
                <a:tc>
                  <a:txBody>
                    <a:bodyPr/>
                    <a:lstStyle>
                      <a:lvl1pPr marL="0" algn="l" defTabSz="914126" rtl="0" eaLnBrk="1" latinLnBrk="0" hangingPunct="1">
                        <a:defRPr sz="1799" kern="1200">
                          <a:solidFill>
                            <a:schemeClr val="tx1"/>
                          </a:solidFill>
                          <a:latin typeface="Arial"/>
                        </a:defRPr>
                      </a:lvl1pPr>
                      <a:lvl2pPr marL="457063" algn="l" defTabSz="914126" rtl="0" eaLnBrk="1" latinLnBrk="0" hangingPunct="1">
                        <a:defRPr sz="1799" kern="1200">
                          <a:solidFill>
                            <a:schemeClr val="tx1"/>
                          </a:solidFill>
                          <a:latin typeface="Arial"/>
                        </a:defRPr>
                      </a:lvl2pPr>
                      <a:lvl3pPr marL="914126" algn="l" defTabSz="914126" rtl="0" eaLnBrk="1" latinLnBrk="0" hangingPunct="1">
                        <a:defRPr sz="1799" kern="1200">
                          <a:solidFill>
                            <a:schemeClr val="tx1"/>
                          </a:solidFill>
                          <a:latin typeface="Arial"/>
                        </a:defRPr>
                      </a:lvl3pPr>
                      <a:lvl4pPr marL="1371189" algn="l" defTabSz="914126" rtl="0" eaLnBrk="1" latinLnBrk="0" hangingPunct="1">
                        <a:defRPr sz="1799" kern="1200">
                          <a:solidFill>
                            <a:schemeClr val="tx1"/>
                          </a:solidFill>
                          <a:latin typeface="Arial"/>
                        </a:defRPr>
                      </a:lvl4pPr>
                      <a:lvl5pPr marL="1828251" algn="l" defTabSz="914126" rtl="0" eaLnBrk="1" latinLnBrk="0" hangingPunct="1">
                        <a:defRPr sz="1799" kern="1200">
                          <a:solidFill>
                            <a:schemeClr val="tx1"/>
                          </a:solidFill>
                          <a:latin typeface="Arial"/>
                        </a:defRPr>
                      </a:lvl5pPr>
                      <a:lvl6pPr marL="2285314" algn="l" defTabSz="914126" rtl="0" eaLnBrk="1" latinLnBrk="0" hangingPunct="1">
                        <a:defRPr sz="1799" kern="1200">
                          <a:solidFill>
                            <a:schemeClr val="tx1"/>
                          </a:solidFill>
                          <a:latin typeface="Arial"/>
                        </a:defRPr>
                      </a:lvl6pPr>
                      <a:lvl7pPr marL="2742377" algn="l" defTabSz="914126" rtl="0" eaLnBrk="1" latinLnBrk="0" hangingPunct="1">
                        <a:defRPr sz="1799" kern="1200">
                          <a:solidFill>
                            <a:schemeClr val="tx1"/>
                          </a:solidFill>
                          <a:latin typeface="Arial"/>
                        </a:defRPr>
                      </a:lvl7pPr>
                      <a:lvl8pPr marL="3199440" algn="l" defTabSz="914126" rtl="0" eaLnBrk="1" latinLnBrk="0" hangingPunct="1">
                        <a:defRPr sz="1799" kern="1200">
                          <a:solidFill>
                            <a:schemeClr val="tx1"/>
                          </a:solidFill>
                          <a:latin typeface="Arial"/>
                        </a:defRPr>
                      </a:lvl8pPr>
                      <a:lvl9pPr marL="3656503" algn="l" defTabSz="914126" rtl="0" eaLnBrk="1" latinLnBrk="0" hangingPunct="1">
                        <a:defRPr sz="1799" kern="1200">
                          <a:solidFill>
                            <a:schemeClr val="tx1"/>
                          </a:solidFill>
                          <a:latin typeface="Arial"/>
                        </a:defRPr>
                      </a:lvl9pPr>
                    </a:lstStyle>
                    <a:p>
                      <a:pPr marL="0" marR="0" algn="ctr">
                        <a:spcBef>
                          <a:spcPts val="0"/>
                        </a:spcBef>
                        <a:spcAft>
                          <a:spcPts val="0"/>
                        </a:spcAft>
                      </a:pPr>
                      <a:r>
                        <a:rPr lang="en-US" sz="1000" b="1" dirty="0">
                          <a:solidFill>
                            <a:srgbClr val="FFFFFF"/>
                          </a:solidFill>
                          <a:latin typeface="Verdana"/>
                          <a:ea typeface="Calibri"/>
                          <a:cs typeface="Times New Roman"/>
                        </a:rPr>
                        <a:t>I</a:t>
                      </a:r>
                      <a:endParaRPr lang="en-US" sz="1000" dirty="0">
                        <a:latin typeface="Verdana"/>
                        <a:ea typeface="Calibri"/>
                        <a:cs typeface="Times New Roman"/>
                      </a:endParaRPr>
                    </a:p>
                  </a:txBody>
                  <a:tcPr marL="7437" marR="743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4F81BD"/>
                    </a:solidFill>
                  </a:tcPr>
                </a:tc>
                <a:tc gridSpan="2">
                  <a:txBody>
                    <a:bodyPr/>
                    <a:lstStyle>
                      <a:lvl1pPr marL="0" algn="l" defTabSz="914126" rtl="0" eaLnBrk="1" latinLnBrk="0" hangingPunct="1">
                        <a:defRPr sz="1799" kern="1200">
                          <a:solidFill>
                            <a:schemeClr val="tx1"/>
                          </a:solidFill>
                          <a:latin typeface="Arial"/>
                        </a:defRPr>
                      </a:lvl1pPr>
                      <a:lvl2pPr marL="457063" algn="l" defTabSz="914126" rtl="0" eaLnBrk="1" latinLnBrk="0" hangingPunct="1">
                        <a:defRPr sz="1799" kern="1200">
                          <a:solidFill>
                            <a:schemeClr val="tx1"/>
                          </a:solidFill>
                          <a:latin typeface="Arial"/>
                        </a:defRPr>
                      </a:lvl2pPr>
                      <a:lvl3pPr marL="914126" algn="l" defTabSz="914126" rtl="0" eaLnBrk="1" latinLnBrk="0" hangingPunct="1">
                        <a:defRPr sz="1799" kern="1200">
                          <a:solidFill>
                            <a:schemeClr val="tx1"/>
                          </a:solidFill>
                          <a:latin typeface="Arial"/>
                        </a:defRPr>
                      </a:lvl3pPr>
                      <a:lvl4pPr marL="1371189" algn="l" defTabSz="914126" rtl="0" eaLnBrk="1" latinLnBrk="0" hangingPunct="1">
                        <a:defRPr sz="1799" kern="1200">
                          <a:solidFill>
                            <a:schemeClr val="tx1"/>
                          </a:solidFill>
                          <a:latin typeface="Arial"/>
                        </a:defRPr>
                      </a:lvl4pPr>
                      <a:lvl5pPr marL="1828251" algn="l" defTabSz="914126" rtl="0" eaLnBrk="1" latinLnBrk="0" hangingPunct="1">
                        <a:defRPr sz="1799" kern="1200">
                          <a:solidFill>
                            <a:schemeClr val="tx1"/>
                          </a:solidFill>
                          <a:latin typeface="Arial"/>
                        </a:defRPr>
                      </a:lvl5pPr>
                      <a:lvl6pPr marL="2285314" algn="l" defTabSz="914126" rtl="0" eaLnBrk="1" latinLnBrk="0" hangingPunct="1">
                        <a:defRPr sz="1799" kern="1200">
                          <a:solidFill>
                            <a:schemeClr val="tx1"/>
                          </a:solidFill>
                          <a:latin typeface="Arial"/>
                        </a:defRPr>
                      </a:lvl6pPr>
                      <a:lvl7pPr marL="2742377" algn="l" defTabSz="914126" rtl="0" eaLnBrk="1" latinLnBrk="0" hangingPunct="1">
                        <a:defRPr sz="1799" kern="1200">
                          <a:solidFill>
                            <a:schemeClr val="tx1"/>
                          </a:solidFill>
                          <a:latin typeface="Arial"/>
                        </a:defRPr>
                      </a:lvl7pPr>
                      <a:lvl8pPr marL="3199440" algn="l" defTabSz="914126" rtl="0" eaLnBrk="1" latinLnBrk="0" hangingPunct="1">
                        <a:defRPr sz="1799" kern="1200">
                          <a:solidFill>
                            <a:schemeClr val="tx1"/>
                          </a:solidFill>
                          <a:latin typeface="Arial"/>
                        </a:defRPr>
                      </a:lvl8pPr>
                      <a:lvl9pPr marL="3656503" algn="l" defTabSz="914126" rtl="0" eaLnBrk="1" latinLnBrk="0" hangingPunct="1">
                        <a:defRPr sz="1799" kern="1200">
                          <a:solidFill>
                            <a:schemeClr val="tx1"/>
                          </a:solidFill>
                          <a:latin typeface="Arial"/>
                        </a:defRPr>
                      </a:lvl9pPr>
                    </a:lstStyle>
                    <a:p>
                      <a:pPr marL="0" marR="0" algn="just">
                        <a:spcBef>
                          <a:spcPts val="0"/>
                        </a:spcBef>
                        <a:spcAft>
                          <a:spcPts val="0"/>
                        </a:spcAft>
                      </a:pPr>
                      <a:r>
                        <a:rPr lang="en-US" sz="1000" dirty="0">
                          <a:latin typeface="Verdana"/>
                          <a:ea typeface="Calibri"/>
                          <a:cs typeface="Times New Roman"/>
                        </a:rPr>
                        <a:t>The number of bits  used to represent the integer value (the number of bits above the decimal point)</a:t>
                      </a:r>
                    </a:p>
                  </a:txBody>
                  <a:tcPr marL="7437" marR="743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D3DFEE"/>
                    </a:solidFill>
                  </a:tcPr>
                </a:tc>
                <a:tc hMerge="1">
                  <a:txBody>
                    <a:bodyPr/>
                    <a:lstStyle/>
                    <a:p>
                      <a:endParaRPr lang="en-US"/>
                    </a:p>
                  </a:txBody>
                  <a:tcPr/>
                </a:tc>
                <a:extLst>
                  <a:ext uri="{0D108BD9-81ED-4DB2-BD59-A6C34878D82A}">
                    <a16:rowId xmlns:a16="http://schemas.microsoft.com/office/drawing/2014/main" val="10002"/>
                  </a:ext>
                </a:extLst>
              </a:tr>
              <a:tr h="306195">
                <a:tc rowSpan="9">
                  <a:txBody>
                    <a:bodyPr/>
                    <a:lstStyle>
                      <a:lvl1pPr marL="0" algn="l" defTabSz="914126" rtl="0" eaLnBrk="1" latinLnBrk="0" hangingPunct="1">
                        <a:defRPr sz="1799" kern="1200">
                          <a:solidFill>
                            <a:schemeClr val="tx1"/>
                          </a:solidFill>
                          <a:latin typeface="Arial"/>
                        </a:defRPr>
                      </a:lvl1pPr>
                      <a:lvl2pPr marL="457063" algn="l" defTabSz="914126" rtl="0" eaLnBrk="1" latinLnBrk="0" hangingPunct="1">
                        <a:defRPr sz="1799" kern="1200">
                          <a:solidFill>
                            <a:schemeClr val="tx1"/>
                          </a:solidFill>
                          <a:latin typeface="Arial"/>
                        </a:defRPr>
                      </a:lvl2pPr>
                      <a:lvl3pPr marL="914126" algn="l" defTabSz="914126" rtl="0" eaLnBrk="1" latinLnBrk="0" hangingPunct="1">
                        <a:defRPr sz="1799" kern="1200">
                          <a:solidFill>
                            <a:schemeClr val="tx1"/>
                          </a:solidFill>
                          <a:latin typeface="Arial"/>
                        </a:defRPr>
                      </a:lvl3pPr>
                      <a:lvl4pPr marL="1371189" algn="l" defTabSz="914126" rtl="0" eaLnBrk="1" latinLnBrk="0" hangingPunct="1">
                        <a:defRPr sz="1799" kern="1200">
                          <a:solidFill>
                            <a:schemeClr val="tx1"/>
                          </a:solidFill>
                          <a:latin typeface="Arial"/>
                        </a:defRPr>
                      </a:lvl4pPr>
                      <a:lvl5pPr marL="1828251" algn="l" defTabSz="914126" rtl="0" eaLnBrk="1" latinLnBrk="0" hangingPunct="1">
                        <a:defRPr sz="1799" kern="1200">
                          <a:solidFill>
                            <a:schemeClr val="tx1"/>
                          </a:solidFill>
                          <a:latin typeface="Arial"/>
                        </a:defRPr>
                      </a:lvl5pPr>
                      <a:lvl6pPr marL="2285314" algn="l" defTabSz="914126" rtl="0" eaLnBrk="1" latinLnBrk="0" hangingPunct="1">
                        <a:defRPr sz="1799" kern="1200">
                          <a:solidFill>
                            <a:schemeClr val="tx1"/>
                          </a:solidFill>
                          <a:latin typeface="Arial"/>
                        </a:defRPr>
                      </a:lvl6pPr>
                      <a:lvl7pPr marL="2742377" algn="l" defTabSz="914126" rtl="0" eaLnBrk="1" latinLnBrk="0" hangingPunct="1">
                        <a:defRPr sz="1799" kern="1200">
                          <a:solidFill>
                            <a:schemeClr val="tx1"/>
                          </a:solidFill>
                          <a:latin typeface="Arial"/>
                        </a:defRPr>
                      </a:lvl7pPr>
                      <a:lvl8pPr marL="3199440" algn="l" defTabSz="914126" rtl="0" eaLnBrk="1" latinLnBrk="0" hangingPunct="1">
                        <a:defRPr sz="1799" kern="1200">
                          <a:solidFill>
                            <a:schemeClr val="tx1"/>
                          </a:solidFill>
                          <a:latin typeface="Arial"/>
                        </a:defRPr>
                      </a:lvl8pPr>
                      <a:lvl9pPr marL="3656503" algn="l" defTabSz="914126" rtl="0" eaLnBrk="1" latinLnBrk="0" hangingPunct="1">
                        <a:defRPr sz="1799" kern="1200">
                          <a:solidFill>
                            <a:schemeClr val="tx1"/>
                          </a:solidFill>
                          <a:latin typeface="Arial"/>
                        </a:defRPr>
                      </a:lvl9pPr>
                    </a:lstStyle>
                    <a:p>
                      <a:pPr marL="0" marR="0" algn="ctr">
                        <a:spcBef>
                          <a:spcPts val="0"/>
                        </a:spcBef>
                        <a:spcAft>
                          <a:spcPts val="0"/>
                        </a:spcAft>
                      </a:pPr>
                      <a:r>
                        <a:rPr lang="en-US" sz="1000" b="1" dirty="0">
                          <a:solidFill>
                            <a:srgbClr val="FFFFFF"/>
                          </a:solidFill>
                          <a:latin typeface="Verdana"/>
                          <a:ea typeface="Calibri"/>
                          <a:cs typeface="Times New Roman"/>
                        </a:rPr>
                        <a:t>Q</a:t>
                      </a:r>
                      <a:endParaRPr lang="en-US" sz="1000" dirty="0">
                        <a:latin typeface="Verdana"/>
                        <a:ea typeface="Calibri"/>
                        <a:cs typeface="Times New Roman"/>
                      </a:endParaRPr>
                    </a:p>
                  </a:txBody>
                  <a:tcPr marL="7437" marR="743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4F81BD"/>
                    </a:solidFill>
                  </a:tcPr>
                </a:tc>
                <a:tc gridSpan="2">
                  <a:txBody>
                    <a:bodyPr/>
                    <a:lstStyle>
                      <a:lvl1pPr marL="0" algn="l" defTabSz="914126" rtl="0" eaLnBrk="1" latinLnBrk="0" hangingPunct="1">
                        <a:defRPr sz="1799" kern="1200">
                          <a:solidFill>
                            <a:schemeClr val="tx1"/>
                          </a:solidFill>
                          <a:latin typeface="Arial"/>
                        </a:defRPr>
                      </a:lvl1pPr>
                      <a:lvl2pPr marL="457063" algn="l" defTabSz="914126" rtl="0" eaLnBrk="1" latinLnBrk="0" hangingPunct="1">
                        <a:defRPr sz="1799" kern="1200">
                          <a:solidFill>
                            <a:schemeClr val="tx1"/>
                          </a:solidFill>
                          <a:latin typeface="Arial"/>
                        </a:defRPr>
                      </a:lvl2pPr>
                      <a:lvl3pPr marL="914126" algn="l" defTabSz="914126" rtl="0" eaLnBrk="1" latinLnBrk="0" hangingPunct="1">
                        <a:defRPr sz="1799" kern="1200">
                          <a:solidFill>
                            <a:schemeClr val="tx1"/>
                          </a:solidFill>
                          <a:latin typeface="Arial"/>
                        </a:defRPr>
                      </a:lvl3pPr>
                      <a:lvl4pPr marL="1371189" algn="l" defTabSz="914126" rtl="0" eaLnBrk="1" latinLnBrk="0" hangingPunct="1">
                        <a:defRPr sz="1799" kern="1200">
                          <a:solidFill>
                            <a:schemeClr val="tx1"/>
                          </a:solidFill>
                          <a:latin typeface="Arial"/>
                        </a:defRPr>
                      </a:lvl4pPr>
                      <a:lvl5pPr marL="1828251" algn="l" defTabSz="914126" rtl="0" eaLnBrk="1" latinLnBrk="0" hangingPunct="1">
                        <a:defRPr sz="1799" kern="1200">
                          <a:solidFill>
                            <a:schemeClr val="tx1"/>
                          </a:solidFill>
                          <a:latin typeface="Arial"/>
                        </a:defRPr>
                      </a:lvl5pPr>
                      <a:lvl6pPr marL="2285314" algn="l" defTabSz="914126" rtl="0" eaLnBrk="1" latinLnBrk="0" hangingPunct="1">
                        <a:defRPr sz="1799" kern="1200">
                          <a:solidFill>
                            <a:schemeClr val="tx1"/>
                          </a:solidFill>
                          <a:latin typeface="Arial"/>
                        </a:defRPr>
                      </a:lvl6pPr>
                      <a:lvl7pPr marL="2742377" algn="l" defTabSz="914126" rtl="0" eaLnBrk="1" latinLnBrk="0" hangingPunct="1">
                        <a:defRPr sz="1799" kern="1200">
                          <a:solidFill>
                            <a:schemeClr val="tx1"/>
                          </a:solidFill>
                          <a:latin typeface="Arial"/>
                        </a:defRPr>
                      </a:lvl7pPr>
                      <a:lvl8pPr marL="3199440" algn="l" defTabSz="914126" rtl="0" eaLnBrk="1" latinLnBrk="0" hangingPunct="1">
                        <a:defRPr sz="1799" kern="1200">
                          <a:solidFill>
                            <a:schemeClr val="tx1"/>
                          </a:solidFill>
                          <a:latin typeface="Arial"/>
                        </a:defRPr>
                      </a:lvl8pPr>
                      <a:lvl9pPr marL="3656503" algn="l" defTabSz="914126" rtl="0" eaLnBrk="1" latinLnBrk="0" hangingPunct="1">
                        <a:defRPr sz="1799" kern="1200">
                          <a:solidFill>
                            <a:schemeClr val="tx1"/>
                          </a:solidFill>
                          <a:latin typeface="Arial"/>
                        </a:defRPr>
                      </a:lvl9pPr>
                    </a:lstStyle>
                    <a:p>
                      <a:pPr marL="0" marR="0" algn="just">
                        <a:spcBef>
                          <a:spcPts val="0"/>
                        </a:spcBef>
                        <a:spcAft>
                          <a:spcPts val="0"/>
                        </a:spcAft>
                      </a:pPr>
                      <a:r>
                        <a:rPr lang="en-US" sz="1000" dirty="0">
                          <a:latin typeface="Verdana"/>
                          <a:ea typeface="Calibri"/>
                          <a:cs typeface="Times New Roman"/>
                        </a:rPr>
                        <a:t>Quantization mode  (modes detailed below) dictates the behavior when greater precision is generated than can be defined by the LSBs.</a:t>
                      </a:r>
                    </a:p>
                  </a:txBody>
                  <a:tcPr marL="7437" marR="743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A7BFDE"/>
                    </a:solidFill>
                  </a:tcPr>
                </a:tc>
                <a:tc hMerge="1">
                  <a:txBody>
                    <a:bodyPr/>
                    <a:lstStyle/>
                    <a:p>
                      <a:endParaRPr lang="en-US"/>
                    </a:p>
                  </a:txBody>
                  <a:tcPr/>
                </a:tc>
                <a:extLst>
                  <a:ext uri="{0D108BD9-81ED-4DB2-BD59-A6C34878D82A}">
                    <a16:rowId xmlns:a16="http://schemas.microsoft.com/office/drawing/2014/main" val="10003"/>
                  </a:ext>
                </a:extLst>
              </a:tr>
              <a:tr h="106860">
                <a:tc vMerge="1">
                  <a:txBody>
                    <a:bodyPr/>
                    <a:lstStyle/>
                    <a:p>
                      <a:endParaRPr lang="en-US"/>
                    </a:p>
                  </a:txBody>
                  <a:tcPr/>
                </a:tc>
                <a:tc>
                  <a:txBody>
                    <a:bodyPr/>
                    <a:lstStyle>
                      <a:lvl1pPr marL="0" algn="l" defTabSz="914126" rtl="0" eaLnBrk="1" latinLnBrk="0" hangingPunct="1">
                        <a:defRPr sz="1799" kern="1200">
                          <a:solidFill>
                            <a:schemeClr val="tx1"/>
                          </a:solidFill>
                          <a:latin typeface="Arial"/>
                        </a:defRPr>
                      </a:lvl1pPr>
                      <a:lvl2pPr marL="457063" algn="l" defTabSz="914126" rtl="0" eaLnBrk="1" latinLnBrk="0" hangingPunct="1">
                        <a:defRPr sz="1799" kern="1200">
                          <a:solidFill>
                            <a:schemeClr val="tx1"/>
                          </a:solidFill>
                          <a:latin typeface="Arial"/>
                        </a:defRPr>
                      </a:lvl2pPr>
                      <a:lvl3pPr marL="914126" algn="l" defTabSz="914126" rtl="0" eaLnBrk="1" latinLnBrk="0" hangingPunct="1">
                        <a:defRPr sz="1799" kern="1200">
                          <a:solidFill>
                            <a:schemeClr val="tx1"/>
                          </a:solidFill>
                          <a:latin typeface="Arial"/>
                        </a:defRPr>
                      </a:lvl3pPr>
                      <a:lvl4pPr marL="1371189" algn="l" defTabSz="914126" rtl="0" eaLnBrk="1" latinLnBrk="0" hangingPunct="1">
                        <a:defRPr sz="1799" kern="1200">
                          <a:solidFill>
                            <a:schemeClr val="tx1"/>
                          </a:solidFill>
                          <a:latin typeface="Arial"/>
                        </a:defRPr>
                      </a:lvl4pPr>
                      <a:lvl5pPr marL="1828251" algn="l" defTabSz="914126" rtl="0" eaLnBrk="1" latinLnBrk="0" hangingPunct="1">
                        <a:defRPr sz="1799" kern="1200">
                          <a:solidFill>
                            <a:schemeClr val="tx1"/>
                          </a:solidFill>
                          <a:latin typeface="Arial"/>
                        </a:defRPr>
                      </a:lvl5pPr>
                      <a:lvl6pPr marL="2285314" algn="l" defTabSz="914126" rtl="0" eaLnBrk="1" latinLnBrk="0" hangingPunct="1">
                        <a:defRPr sz="1799" kern="1200">
                          <a:solidFill>
                            <a:schemeClr val="tx1"/>
                          </a:solidFill>
                          <a:latin typeface="Arial"/>
                        </a:defRPr>
                      </a:lvl6pPr>
                      <a:lvl7pPr marL="2742377" algn="l" defTabSz="914126" rtl="0" eaLnBrk="1" latinLnBrk="0" hangingPunct="1">
                        <a:defRPr sz="1799" kern="1200">
                          <a:solidFill>
                            <a:schemeClr val="tx1"/>
                          </a:solidFill>
                          <a:latin typeface="Arial"/>
                        </a:defRPr>
                      </a:lvl7pPr>
                      <a:lvl8pPr marL="3199440" algn="l" defTabSz="914126" rtl="0" eaLnBrk="1" latinLnBrk="0" hangingPunct="1">
                        <a:defRPr sz="1799" kern="1200">
                          <a:solidFill>
                            <a:schemeClr val="tx1"/>
                          </a:solidFill>
                          <a:latin typeface="Arial"/>
                        </a:defRPr>
                      </a:lvl8pPr>
                      <a:lvl9pPr marL="3656503" algn="l" defTabSz="914126" rtl="0" eaLnBrk="1" latinLnBrk="0" hangingPunct="1">
                        <a:defRPr sz="1799" kern="1200">
                          <a:solidFill>
                            <a:schemeClr val="tx1"/>
                          </a:solidFill>
                          <a:latin typeface="Arial"/>
                        </a:defRPr>
                      </a:lvl9pPr>
                    </a:lstStyle>
                    <a:p>
                      <a:pPr marL="0" marR="0" algn="just">
                        <a:spcBef>
                          <a:spcPts val="0"/>
                        </a:spcBef>
                        <a:spcAft>
                          <a:spcPts val="0"/>
                        </a:spcAft>
                      </a:pPr>
                      <a:r>
                        <a:rPr lang="en-US" sz="1000" b="1" dirty="0">
                          <a:latin typeface="Verdana"/>
                          <a:ea typeface="Calibri"/>
                          <a:cs typeface="Times New Roman"/>
                        </a:rPr>
                        <a:t>AP_Fixed Mode</a:t>
                      </a:r>
                      <a:endParaRPr lang="en-US" sz="1000" dirty="0">
                        <a:latin typeface="Verdana"/>
                        <a:ea typeface="Calibri"/>
                        <a:cs typeface="Times New Roman"/>
                      </a:endParaRPr>
                    </a:p>
                  </a:txBody>
                  <a:tcPr marL="7437" marR="743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D3DFEE"/>
                    </a:solidFill>
                  </a:tcPr>
                </a:tc>
                <a:tc>
                  <a:txBody>
                    <a:bodyPr/>
                    <a:lstStyle>
                      <a:lvl1pPr marL="0" algn="l" defTabSz="914126" rtl="0" eaLnBrk="1" latinLnBrk="0" hangingPunct="1">
                        <a:defRPr sz="1799" kern="1200">
                          <a:solidFill>
                            <a:schemeClr val="tx1"/>
                          </a:solidFill>
                          <a:latin typeface="Arial"/>
                        </a:defRPr>
                      </a:lvl1pPr>
                      <a:lvl2pPr marL="457063" algn="l" defTabSz="914126" rtl="0" eaLnBrk="1" latinLnBrk="0" hangingPunct="1">
                        <a:defRPr sz="1799" kern="1200">
                          <a:solidFill>
                            <a:schemeClr val="tx1"/>
                          </a:solidFill>
                          <a:latin typeface="Arial"/>
                        </a:defRPr>
                      </a:lvl2pPr>
                      <a:lvl3pPr marL="914126" algn="l" defTabSz="914126" rtl="0" eaLnBrk="1" latinLnBrk="0" hangingPunct="1">
                        <a:defRPr sz="1799" kern="1200">
                          <a:solidFill>
                            <a:schemeClr val="tx1"/>
                          </a:solidFill>
                          <a:latin typeface="Arial"/>
                        </a:defRPr>
                      </a:lvl3pPr>
                      <a:lvl4pPr marL="1371189" algn="l" defTabSz="914126" rtl="0" eaLnBrk="1" latinLnBrk="0" hangingPunct="1">
                        <a:defRPr sz="1799" kern="1200">
                          <a:solidFill>
                            <a:schemeClr val="tx1"/>
                          </a:solidFill>
                          <a:latin typeface="Arial"/>
                        </a:defRPr>
                      </a:lvl4pPr>
                      <a:lvl5pPr marL="1828251" algn="l" defTabSz="914126" rtl="0" eaLnBrk="1" latinLnBrk="0" hangingPunct="1">
                        <a:defRPr sz="1799" kern="1200">
                          <a:solidFill>
                            <a:schemeClr val="tx1"/>
                          </a:solidFill>
                          <a:latin typeface="Arial"/>
                        </a:defRPr>
                      </a:lvl5pPr>
                      <a:lvl6pPr marL="2285314" algn="l" defTabSz="914126" rtl="0" eaLnBrk="1" latinLnBrk="0" hangingPunct="1">
                        <a:defRPr sz="1799" kern="1200">
                          <a:solidFill>
                            <a:schemeClr val="tx1"/>
                          </a:solidFill>
                          <a:latin typeface="Arial"/>
                        </a:defRPr>
                      </a:lvl6pPr>
                      <a:lvl7pPr marL="2742377" algn="l" defTabSz="914126" rtl="0" eaLnBrk="1" latinLnBrk="0" hangingPunct="1">
                        <a:defRPr sz="1799" kern="1200">
                          <a:solidFill>
                            <a:schemeClr val="tx1"/>
                          </a:solidFill>
                          <a:latin typeface="Arial"/>
                        </a:defRPr>
                      </a:lvl7pPr>
                      <a:lvl8pPr marL="3199440" algn="l" defTabSz="914126" rtl="0" eaLnBrk="1" latinLnBrk="0" hangingPunct="1">
                        <a:defRPr sz="1799" kern="1200">
                          <a:solidFill>
                            <a:schemeClr val="tx1"/>
                          </a:solidFill>
                          <a:latin typeface="Arial"/>
                        </a:defRPr>
                      </a:lvl8pPr>
                      <a:lvl9pPr marL="3656503" algn="l" defTabSz="914126" rtl="0" eaLnBrk="1" latinLnBrk="0" hangingPunct="1">
                        <a:defRPr sz="1799" kern="1200">
                          <a:solidFill>
                            <a:schemeClr val="tx1"/>
                          </a:solidFill>
                          <a:latin typeface="Arial"/>
                        </a:defRPr>
                      </a:lvl9pPr>
                    </a:lstStyle>
                    <a:p>
                      <a:pPr marL="0" marR="0" algn="just">
                        <a:spcBef>
                          <a:spcPts val="0"/>
                        </a:spcBef>
                        <a:spcAft>
                          <a:spcPts val="0"/>
                        </a:spcAft>
                      </a:pPr>
                      <a:r>
                        <a:rPr lang="en-US" sz="1000" b="1" dirty="0">
                          <a:latin typeface="Verdana"/>
                          <a:ea typeface="Calibri"/>
                          <a:cs typeface="Times New Roman"/>
                        </a:rPr>
                        <a:t>Description</a:t>
                      </a:r>
                      <a:endParaRPr lang="en-US" sz="1000" dirty="0">
                        <a:latin typeface="Verdana"/>
                        <a:ea typeface="Calibri"/>
                        <a:cs typeface="Times New Roman"/>
                      </a:endParaRPr>
                    </a:p>
                  </a:txBody>
                  <a:tcPr marL="7437" marR="743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D3DFEE"/>
                    </a:solidFill>
                  </a:tcPr>
                </a:tc>
                <a:extLst>
                  <a:ext uri="{0D108BD9-81ED-4DB2-BD59-A6C34878D82A}">
                    <a16:rowId xmlns:a16="http://schemas.microsoft.com/office/drawing/2014/main" val="10004"/>
                  </a:ext>
                </a:extLst>
              </a:tr>
              <a:tr h="124472">
                <a:tc vMerge="1">
                  <a:txBody>
                    <a:bodyPr/>
                    <a:lstStyle/>
                    <a:p>
                      <a:endParaRPr lang="en-US"/>
                    </a:p>
                  </a:txBody>
                  <a:tcPr/>
                </a:tc>
                <a:tc>
                  <a:txBody>
                    <a:bodyPr/>
                    <a:lstStyle>
                      <a:lvl1pPr marL="0" algn="l" defTabSz="914126" rtl="0" eaLnBrk="1" latinLnBrk="0" hangingPunct="1">
                        <a:defRPr sz="1799" kern="1200">
                          <a:solidFill>
                            <a:schemeClr val="tx1"/>
                          </a:solidFill>
                          <a:latin typeface="Arial"/>
                        </a:defRPr>
                      </a:lvl1pPr>
                      <a:lvl2pPr marL="457063" algn="l" defTabSz="914126" rtl="0" eaLnBrk="1" latinLnBrk="0" hangingPunct="1">
                        <a:defRPr sz="1799" kern="1200">
                          <a:solidFill>
                            <a:schemeClr val="tx1"/>
                          </a:solidFill>
                          <a:latin typeface="Arial"/>
                        </a:defRPr>
                      </a:lvl2pPr>
                      <a:lvl3pPr marL="914126" algn="l" defTabSz="914126" rtl="0" eaLnBrk="1" latinLnBrk="0" hangingPunct="1">
                        <a:defRPr sz="1799" kern="1200">
                          <a:solidFill>
                            <a:schemeClr val="tx1"/>
                          </a:solidFill>
                          <a:latin typeface="Arial"/>
                        </a:defRPr>
                      </a:lvl3pPr>
                      <a:lvl4pPr marL="1371189" algn="l" defTabSz="914126" rtl="0" eaLnBrk="1" latinLnBrk="0" hangingPunct="1">
                        <a:defRPr sz="1799" kern="1200">
                          <a:solidFill>
                            <a:schemeClr val="tx1"/>
                          </a:solidFill>
                          <a:latin typeface="Arial"/>
                        </a:defRPr>
                      </a:lvl4pPr>
                      <a:lvl5pPr marL="1828251" algn="l" defTabSz="914126" rtl="0" eaLnBrk="1" latinLnBrk="0" hangingPunct="1">
                        <a:defRPr sz="1799" kern="1200">
                          <a:solidFill>
                            <a:schemeClr val="tx1"/>
                          </a:solidFill>
                          <a:latin typeface="Arial"/>
                        </a:defRPr>
                      </a:lvl5pPr>
                      <a:lvl6pPr marL="2285314" algn="l" defTabSz="914126" rtl="0" eaLnBrk="1" latinLnBrk="0" hangingPunct="1">
                        <a:defRPr sz="1799" kern="1200">
                          <a:solidFill>
                            <a:schemeClr val="tx1"/>
                          </a:solidFill>
                          <a:latin typeface="Arial"/>
                        </a:defRPr>
                      </a:lvl6pPr>
                      <a:lvl7pPr marL="2742377" algn="l" defTabSz="914126" rtl="0" eaLnBrk="1" latinLnBrk="0" hangingPunct="1">
                        <a:defRPr sz="1799" kern="1200">
                          <a:solidFill>
                            <a:schemeClr val="tx1"/>
                          </a:solidFill>
                          <a:latin typeface="Arial"/>
                        </a:defRPr>
                      </a:lvl7pPr>
                      <a:lvl8pPr marL="3199440" algn="l" defTabSz="914126" rtl="0" eaLnBrk="1" latinLnBrk="0" hangingPunct="1">
                        <a:defRPr sz="1799" kern="1200">
                          <a:solidFill>
                            <a:schemeClr val="tx1"/>
                          </a:solidFill>
                          <a:latin typeface="Arial"/>
                        </a:defRPr>
                      </a:lvl8pPr>
                      <a:lvl9pPr marL="3656503" algn="l" defTabSz="914126" rtl="0" eaLnBrk="1" latinLnBrk="0" hangingPunct="1">
                        <a:defRPr sz="1799" kern="1200">
                          <a:solidFill>
                            <a:schemeClr val="tx1"/>
                          </a:solidFill>
                          <a:latin typeface="Arial"/>
                        </a:defRPr>
                      </a:lvl9pPr>
                    </a:lstStyle>
                    <a:p>
                      <a:pPr marL="0" marR="0" algn="just">
                        <a:spcBef>
                          <a:spcPts val="0"/>
                        </a:spcBef>
                        <a:spcAft>
                          <a:spcPts val="0"/>
                        </a:spcAft>
                      </a:pPr>
                      <a:r>
                        <a:rPr lang="en-US" sz="1000" dirty="0">
                          <a:latin typeface="Verdana"/>
                          <a:ea typeface="Calibri"/>
                          <a:cs typeface="Times New Roman"/>
                        </a:rPr>
                        <a:t>AP_RND </a:t>
                      </a:r>
                    </a:p>
                  </a:txBody>
                  <a:tcPr marL="7437" marR="743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A7BFDE"/>
                    </a:solidFill>
                  </a:tcPr>
                </a:tc>
                <a:tc>
                  <a:txBody>
                    <a:bodyPr/>
                    <a:lstStyle>
                      <a:lvl1pPr marL="0" algn="l" defTabSz="914126" rtl="0" eaLnBrk="1" latinLnBrk="0" hangingPunct="1">
                        <a:defRPr sz="1799" kern="1200">
                          <a:solidFill>
                            <a:schemeClr val="tx1"/>
                          </a:solidFill>
                          <a:latin typeface="Arial"/>
                        </a:defRPr>
                      </a:lvl1pPr>
                      <a:lvl2pPr marL="457063" algn="l" defTabSz="914126" rtl="0" eaLnBrk="1" latinLnBrk="0" hangingPunct="1">
                        <a:defRPr sz="1799" kern="1200">
                          <a:solidFill>
                            <a:schemeClr val="tx1"/>
                          </a:solidFill>
                          <a:latin typeface="Arial"/>
                        </a:defRPr>
                      </a:lvl2pPr>
                      <a:lvl3pPr marL="914126" algn="l" defTabSz="914126" rtl="0" eaLnBrk="1" latinLnBrk="0" hangingPunct="1">
                        <a:defRPr sz="1799" kern="1200">
                          <a:solidFill>
                            <a:schemeClr val="tx1"/>
                          </a:solidFill>
                          <a:latin typeface="Arial"/>
                        </a:defRPr>
                      </a:lvl3pPr>
                      <a:lvl4pPr marL="1371189" algn="l" defTabSz="914126" rtl="0" eaLnBrk="1" latinLnBrk="0" hangingPunct="1">
                        <a:defRPr sz="1799" kern="1200">
                          <a:solidFill>
                            <a:schemeClr val="tx1"/>
                          </a:solidFill>
                          <a:latin typeface="Arial"/>
                        </a:defRPr>
                      </a:lvl4pPr>
                      <a:lvl5pPr marL="1828251" algn="l" defTabSz="914126" rtl="0" eaLnBrk="1" latinLnBrk="0" hangingPunct="1">
                        <a:defRPr sz="1799" kern="1200">
                          <a:solidFill>
                            <a:schemeClr val="tx1"/>
                          </a:solidFill>
                          <a:latin typeface="Arial"/>
                        </a:defRPr>
                      </a:lvl5pPr>
                      <a:lvl6pPr marL="2285314" algn="l" defTabSz="914126" rtl="0" eaLnBrk="1" latinLnBrk="0" hangingPunct="1">
                        <a:defRPr sz="1799" kern="1200">
                          <a:solidFill>
                            <a:schemeClr val="tx1"/>
                          </a:solidFill>
                          <a:latin typeface="Arial"/>
                        </a:defRPr>
                      </a:lvl6pPr>
                      <a:lvl7pPr marL="2742377" algn="l" defTabSz="914126" rtl="0" eaLnBrk="1" latinLnBrk="0" hangingPunct="1">
                        <a:defRPr sz="1799" kern="1200">
                          <a:solidFill>
                            <a:schemeClr val="tx1"/>
                          </a:solidFill>
                          <a:latin typeface="Arial"/>
                        </a:defRPr>
                      </a:lvl7pPr>
                      <a:lvl8pPr marL="3199440" algn="l" defTabSz="914126" rtl="0" eaLnBrk="1" latinLnBrk="0" hangingPunct="1">
                        <a:defRPr sz="1799" kern="1200">
                          <a:solidFill>
                            <a:schemeClr val="tx1"/>
                          </a:solidFill>
                          <a:latin typeface="Arial"/>
                        </a:defRPr>
                      </a:lvl8pPr>
                      <a:lvl9pPr marL="3656503" algn="l" defTabSz="914126" rtl="0" eaLnBrk="1" latinLnBrk="0" hangingPunct="1">
                        <a:defRPr sz="1799" kern="1200">
                          <a:solidFill>
                            <a:schemeClr val="tx1"/>
                          </a:solidFill>
                          <a:latin typeface="Arial"/>
                        </a:defRPr>
                      </a:lvl9pPr>
                    </a:lstStyle>
                    <a:p>
                      <a:pPr marL="0" marR="0" algn="just">
                        <a:spcBef>
                          <a:spcPts val="0"/>
                        </a:spcBef>
                        <a:spcAft>
                          <a:spcPts val="0"/>
                        </a:spcAft>
                      </a:pPr>
                      <a:r>
                        <a:rPr lang="en-US" sz="1000" dirty="0">
                          <a:latin typeface="Verdana"/>
                          <a:ea typeface="Calibri"/>
                          <a:cs typeface="Times New Roman"/>
                        </a:rPr>
                        <a:t>Rounding to plus infinity </a:t>
                      </a:r>
                    </a:p>
                  </a:txBody>
                  <a:tcPr marL="7437" marR="743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A7BFDE"/>
                    </a:solidFill>
                  </a:tcPr>
                </a:tc>
                <a:extLst>
                  <a:ext uri="{0D108BD9-81ED-4DB2-BD59-A6C34878D82A}">
                    <a16:rowId xmlns:a16="http://schemas.microsoft.com/office/drawing/2014/main" val="10005"/>
                  </a:ext>
                </a:extLst>
              </a:tr>
              <a:tr h="106860">
                <a:tc vMerge="1">
                  <a:txBody>
                    <a:bodyPr/>
                    <a:lstStyle/>
                    <a:p>
                      <a:endParaRPr lang="en-US"/>
                    </a:p>
                  </a:txBody>
                  <a:tcPr/>
                </a:tc>
                <a:tc>
                  <a:txBody>
                    <a:bodyPr/>
                    <a:lstStyle>
                      <a:lvl1pPr marL="0" algn="l" defTabSz="914126" rtl="0" eaLnBrk="1" latinLnBrk="0" hangingPunct="1">
                        <a:defRPr sz="1799" kern="1200">
                          <a:solidFill>
                            <a:schemeClr val="tx1"/>
                          </a:solidFill>
                          <a:latin typeface="Arial"/>
                        </a:defRPr>
                      </a:lvl1pPr>
                      <a:lvl2pPr marL="457063" algn="l" defTabSz="914126" rtl="0" eaLnBrk="1" latinLnBrk="0" hangingPunct="1">
                        <a:defRPr sz="1799" kern="1200">
                          <a:solidFill>
                            <a:schemeClr val="tx1"/>
                          </a:solidFill>
                          <a:latin typeface="Arial"/>
                        </a:defRPr>
                      </a:lvl2pPr>
                      <a:lvl3pPr marL="914126" algn="l" defTabSz="914126" rtl="0" eaLnBrk="1" latinLnBrk="0" hangingPunct="1">
                        <a:defRPr sz="1799" kern="1200">
                          <a:solidFill>
                            <a:schemeClr val="tx1"/>
                          </a:solidFill>
                          <a:latin typeface="Arial"/>
                        </a:defRPr>
                      </a:lvl3pPr>
                      <a:lvl4pPr marL="1371189" algn="l" defTabSz="914126" rtl="0" eaLnBrk="1" latinLnBrk="0" hangingPunct="1">
                        <a:defRPr sz="1799" kern="1200">
                          <a:solidFill>
                            <a:schemeClr val="tx1"/>
                          </a:solidFill>
                          <a:latin typeface="Arial"/>
                        </a:defRPr>
                      </a:lvl4pPr>
                      <a:lvl5pPr marL="1828251" algn="l" defTabSz="914126" rtl="0" eaLnBrk="1" latinLnBrk="0" hangingPunct="1">
                        <a:defRPr sz="1799" kern="1200">
                          <a:solidFill>
                            <a:schemeClr val="tx1"/>
                          </a:solidFill>
                          <a:latin typeface="Arial"/>
                        </a:defRPr>
                      </a:lvl5pPr>
                      <a:lvl6pPr marL="2285314" algn="l" defTabSz="914126" rtl="0" eaLnBrk="1" latinLnBrk="0" hangingPunct="1">
                        <a:defRPr sz="1799" kern="1200">
                          <a:solidFill>
                            <a:schemeClr val="tx1"/>
                          </a:solidFill>
                          <a:latin typeface="Arial"/>
                        </a:defRPr>
                      </a:lvl6pPr>
                      <a:lvl7pPr marL="2742377" algn="l" defTabSz="914126" rtl="0" eaLnBrk="1" latinLnBrk="0" hangingPunct="1">
                        <a:defRPr sz="1799" kern="1200">
                          <a:solidFill>
                            <a:schemeClr val="tx1"/>
                          </a:solidFill>
                          <a:latin typeface="Arial"/>
                        </a:defRPr>
                      </a:lvl7pPr>
                      <a:lvl8pPr marL="3199440" algn="l" defTabSz="914126" rtl="0" eaLnBrk="1" latinLnBrk="0" hangingPunct="1">
                        <a:defRPr sz="1799" kern="1200">
                          <a:solidFill>
                            <a:schemeClr val="tx1"/>
                          </a:solidFill>
                          <a:latin typeface="Arial"/>
                        </a:defRPr>
                      </a:lvl8pPr>
                      <a:lvl9pPr marL="3656503" algn="l" defTabSz="914126" rtl="0" eaLnBrk="1" latinLnBrk="0" hangingPunct="1">
                        <a:defRPr sz="1799" kern="1200">
                          <a:solidFill>
                            <a:schemeClr val="tx1"/>
                          </a:solidFill>
                          <a:latin typeface="Arial"/>
                        </a:defRPr>
                      </a:lvl9pPr>
                    </a:lstStyle>
                    <a:p>
                      <a:pPr marL="0" marR="0" algn="just">
                        <a:spcBef>
                          <a:spcPts val="0"/>
                        </a:spcBef>
                        <a:spcAft>
                          <a:spcPts val="0"/>
                        </a:spcAft>
                      </a:pPr>
                      <a:r>
                        <a:rPr lang="en-US" sz="1000" dirty="0">
                          <a:latin typeface="Verdana"/>
                          <a:ea typeface="Calibri"/>
                          <a:cs typeface="Times New Roman"/>
                        </a:rPr>
                        <a:t>AP_RND_ZERO </a:t>
                      </a:r>
                    </a:p>
                  </a:txBody>
                  <a:tcPr marL="7437" marR="743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D3DFEE"/>
                    </a:solidFill>
                  </a:tcPr>
                </a:tc>
                <a:tc>
                  <a:txBody>
                    <a:bodyPr/>
                    <a:lstStyle>
                      <a:lvl1pPr marL="0" algn="l" defTabSz="914126" rtl="0" eaLnBrk="1" latinLnBrk="0" hangingPunct="1">
                        <a:defRPr sz="1799" kern="1200">
                          <a:solidFill>
                            <a:schemeClr val="tx1"/>
                          </a:solidFill>
                          <a:latin typeface="Arial"/>
                        </a:defRPr>
                      </a:lvl1pPr>
                      <a:lvl2pPr marL="457063" algn="l" defTabSz="914126" rtl="0" eaLnBrk="1" latinLnBrk="0" hangingPunct="1">
                        <a:defRPr sz="1799" kern="1200">
                          <a:solidFill>
                            <a:schemeClr val="tx1"/>
                          </a:solidFill>
                          <a:latin typeface="Arial"/>
                        </a:defRPr>
                      </a:lvl2pPr>
                      <a:lvl3pPr marL="914126" algn="l" defTabSz="914126" rtl="0" eaLnBrk="1" latinLnBrk="0" hangingPunct="1">
                        <a:defRPr sz="1799" kern="1200">
                          <a:solidFill>
                            <a:schemeClr val="tx1"/>
                          </a:solidFill>
                          <a:latin typeface="Arial"/>
                        </a:defRPr>
                      </a:lvl3pPr>
                      <a:lvl4pPr marL="1371189" algn="l" defTabSz="914126" rtl="0" eaLnBrk="1" latinLnBrk="0" hangingPunct="1">
                        <a:defRPr sz="1799" kern="1200">
                          <a:solidFill>
                            <a:schemeClr val="tx1"/>
                          </a:solidFill>
                          <a:latin typeface="Arial"/>
                        </a:defRPr>
                      </a:lvl4pPr>
                      <a:lvl5pPr marL="1828251" algn="l" defTabSz="914126" rtl="0" eaLnBrk="1" latinLnBrk="0" hangingPunct="1">
                        <a:defRPr sz="1799" kern="1200">
                          <a:solidFill>
                            <a:schemeClr val="tx1"/>
                          </a:solidFill>
                          <a:latin typeface="Arial"/>
                        </a:defRPr>
                      </a:lvl5pPr>
                      <a:lvl6pPr marL="2285314" algn="l" defTabSz="914126" rtl="0" eaLnBrk="1" latinLnBrk="0" hangingPunct="1">
                        <a:defRPr sz="1799" kern="1200">
                          <a:solidFill>
                            <a:schemeClr val="tx1"/>
                          </a:solidFill>
                          <a:latin typeface="Arial"/>
                        </a:defRPr>
                      </a:lvl6pPr>
                      <a:lvl7pPr marL="2742377" algn="l" defTabSz="914126" rtl="0" eaLnBrk="1" latinLnBrk="0" hangingPunct="1">
                        <a:defRPr sz="1799" kern="1200">
                          <a:solidFill>
                            <a:schemeClr val="tx1"/>
                          </a:solidFill>
                          <a:latin typeface="Arial"/>
                        </a:defRPr>
                      </a:lvl7pPr>
                      <a:lvl8pPr marL="3199440" algn="l" defTabSz="914126" rtl="0" eaLnBrk="1" latinLnBrk="0" hangingPunct="1">
                        <a:defRPr sz="1799" kern="1200">
                          <a:solidFill>
                            <a:schemeClr val="tx1"/>
                          </a:solidFill>
                          <a:latin typeface="Arial"/>
                        </a:defRPr>
                      </a:lvl8pPr>
                      <a:lvl9pPr marL="3656503" algn="l" defTabSz="914126" rtl="0" eaLnBrk="1" latinLnBrk="0" hangingPunct="1">
                        <a:defRPr sz="1799" kern="1200">
                          <a:solidFill>
                            <a:schemeClr val="tx1"/>
                          </a:solidFill>
                          <a:latin typeface="Arial"/>
                        </a:defRPr>
                      </a:lvl9pPr>
                    </a:lstStyle>
                    <a:p>
                      <a:pPr marL="0" marR="0" algn="just">
                        <a:spcBef>
                          <a:spcPts val="0"/>
                        </a:spcBef>
                        <a:spcAft>
                          <a:spcPts val="0"/>
                        </a:spcAft>
                      </a:pPr>
                      <a:r>
                        <a:rPr lang="en-US" sz="1000" dirty="0">
                          <a:latin typeface="Verdana"/>
                          <a:ea typeface="Calibri"/>
                          <a:cs typeface="Times New Roman"/>
                        </a:rPr>
                        <a:t>Rounding to zero </a:t>
                      </a:r>
                    </a:p>
                  </a:txBody>
                  <a:tcPr marL="7437" marR="743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D3DFEE"/>
                    </a:solidFill>
                  </a:tcPr>
                </a:tc>
                <a:extLst>
                  <a:ext uri="{0D108BD9-81ED-4DB2-BD59-A6C34878D82A}">
                    <a16:rowId xmlns:a16="http://schemas.microsoft.com/office/drawing/2014/main" val="10006"/>
                  </a:ext>
                </a:extLst>
              </a:tr>
              <a:tr h="129259">
                <a:tc vMerge="1">
                  <a:txBody>
                    <a:bodyPr/>
                    <a:lstStyle/>
                    <a:p>
                      <a:endParaRPr lang="en-US"/>
                    </a:p>
                  </a:txBody>
                  <a:tcPr/>
                </a:tc>
                <a:tc>
                  <a:txBody>
                    <a:bodyPr/>
                    <a:lstStyle>
                      <a:lvl1pPr marL="0" algn="l" defTabSz="914126" rtl="0" eaLnBrk="1" latinLnBrk="0" hangingPunct="1">
                        <a:defRPr sz="1799" kern="1200">
                          <a:solidFill>
                            <a:schemeClr val="tx1"/>
                          </a:solidFill>
                          <a:latin typeface="Arial"/>
                        </a:defRPr>
                      </a:lvl1pPr>
                      <a:lvl2pPr marL="457063" algn="l" defTabSz="914126" rtl="0" eaLnBrk="1" latinLnBrk="0" hangingPunct="1">
                        <a:defRPr sz="1799" kern="1200">
                          <a:solidFill>
                            <a:schemeClr val="tx1"/>
                          </a:solidFill>
                          <a:latin typeface="Arial"/>
                        </a:defRPr>
                      </a:lvl2pPr>
                      <a:lvl3pPr marL="914126" algn="l" defTabSz="914126" rtl="0" eaLnBrk="1" latinLnBrk="0" hangingPunct="1">
                        <a:defRPr sz="1799" kern="1200">
                          <a:solidFill>
                            <a:schemeClr val="tx1"/>
                          </a:solidFill>
                          <a:latin typeface="Arial"/>
                        </a:defRPr>
                      </a:lvl3pPr>
                      <a:lvl4pPr marL="1371189" algn="l" defTabSz="914126" rtl="0" eaLnBrk="1" latinLnBrk="0" hangingPunct="1">
                        <a:defRPr sz="1799" kern="1200">
                          <a:solidFill>
                            <a:schemeClr val="tx1"/>
                          </a:solidFill>
                          <a:latin typeface="Arial"/>
                        </a:defRPr>
                      </a:lvl4pPr>
                      <a:lvl5pPr marL="1828251" algn="l" defTabSz="914126" rtl="0" eaLnBrk="1" latinLnBrk="0" hangingPunct="1">
                        <a:defRPr sz="1799" kern="1200">
                          <a:solidFill>
                            <a:schemeClr val="tx1"/>
                          </a:solidFill>
                          <a:latin typeface="Arial"/>
                        </a:defRPr>
                      </a:lvl5pPr>
                      <a:lvl6pPr marL="2285314" algn="l" defTabSz="914126" rtl="0" eaLnBrk="1" latinLnBrk="0" hangingPunct="1">
                        <a:defRPr sz="1799" kern="1200">
                          <a:solidFill>
                            <a:schemeClr val="tx1"/>
                          </a:solidFill>
                          <a:latin typeface="Arial"/>
                        </a:defRPr>
                      </a:lvl6pPr>
                      <a:lvl7pPr marL="2742377" algn="l" defTabSz="914126" rtl="0" eaLnBrk="1" latinLnBrk="0" hangingPunct="1">
                        <a:defRPr sz="1799" kern="1200">
                          <a:solidFill>
                            <a:schemeClr val="tx1"/>
                          </a:solidFill>
                          <a:latin typeface="Arial"/>
                        </a:defRPr>
                      </a:lvl7pPr>
                      <a:lvl8pPr marL="3199440" algn="l" defTabSz="914126" rtl="0" eaLnBrk="1" latinLnBrk="0" hangingPunct="1">
                        <a:defRPr sz="1799" kern="1200">
                          <a:solidFill>
                            <a:schemeClr val="tx1"/>
                          </a:solidFill>
                          <a:latin typeface="Arial"/>
                        </a:defRPr>
                      </a:lvl8pPr>
                      <a:lvl9pPr marL="3656503" algn="l" defTabSz="914126" rtl="0" eaLnBrk="1" latinLnBrk="0" hangingPunct="1">
                        <a:defRPr sz="1799" kern="1200">
                          <a:solidFill>
                            <a:schemeClr val="tx1"/>
                          </a:solidFill>
                          <a:latin typeface="Arial"/>
                        </a:defRPr>
                      </a:lvl9pPr>
                    </a:lstStyle>
                    <a:p>
                      <a:pPr marL="0" marR="0" algn="just">
                        <a:spcBef>
                          <a:spcPts val="0"/>
                        </a:spcBef>
                        <a:spcAft>
                          <a:spcPts val="0"/>
                        </a:spcAft>
                      </a:pPr>
                      <a:r>
                        <a:rPr lang="en-US" sz="1000" dirty="0">
                          <a:latin typeface="Verdana"/>
                          <a:ea typeface="Calibri"/>
                          <a:cs typeface="Times New Roman"/>
                        </a:rPr>
                        <a:t>AP_RND_MIN_INF </a:t>
                      </a:r>
                    </a:p>
                  </a:txBody>
                  <a:tcPr marL="7437" marR="743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A7BFDE"/>
                    </a:solidFill>
                  </a:tcPr>
                </a:tc>
                <a:tc>
                  <a:txBody>
                    <a:bodyPr/>
                    <a:lstStyle>
                      <a:lvl1pPr marL="0" algn="l" defTabSz="914126" rtl="0" eaLnBrk="1" latinLnBrk="0" hangingPunct="1">
                        <a:defRPr sz="1799" kern="1200">
                          <a:solidFill>
                            <a:schemeClr val="tx1"/>
                          </a:solidFill>
                          <a:latin typeface="Arial"/>
                        </a:defRPr>
                      </a:lvl1pPr>
                      <a:lvl2pPr marL="457063" algn="l" defTabSz="914126" rtl="0" eaLnBrk="1" latinLnBrk="0" hangingPunct="1">
                        <a:defRPr sz="1799" kern="1200">
                          <a:solidFill>
                            <a:schemeClr val="tx1"/>
                          </a:solidFill>
                          <a:latin typeface="Arial"/>
                        </a:defRPr>
                      </a:lvl2pPr>
                      <a:lvl3pPr marL="914126" algn="l" defTabSz="914126" rtl="0" eaLnBrk="1" latinLnBrk="0" hangingPunct="1">
                        <a:defRPr sz="1799" kern="1200">
                          <a:solidFill>
                            <a:schemeClr val="tx1"/>
                          </a:solidFill>
                          <a:latin typeface="Arial"/>
                        </a:defRPr>
                      </a:lvl3pPr>
                      <a:lvl4pPr marL="1371189" algn="l" defTabSz="914126" rtl="0" eaLnBrk="1" latinLnBrk="0" hangingPunct="1">
                        <a:defRPr sz="1799" kern="1200">
                          <a:solidFill>
                            <a:schemeClr val="tx1"/>
                          </a:solidFill>
                          <a:latin typeface="Arial"/>
                        </a:defRPr>
                      </a:lvl4pPr>
                      <a:lvl5pPr marL="1828251" algn="l" defTabSz="914126" rtl="0" eaLnBrk="1" latinLnBrk="0" hangingPunct="1">
                        <a:defRPr sz="1799" kern="1200">
                          <a:solidFill>
                            <a:schemeClr val="tx1"/>
                          </a:solidFill>
                          <a:latin typeface="Arial"/>
                        </a:defRPr>
                      </a:lvl5pPr>
                      <a:lvl6pPr marL="2285314" algn="l" defTabSz="914126" rtl="0" eaLnBrk="1" latinLnBrk="0" hangingPunct="1">
                        <a:defRPr sz="1799" kern="1200">
                          <a:solidFill>
                            <a:schemeClr val="tx1"/>
                          </a:solidFill>
                          <a:latin typeface="Arial"/>
                        </a:defRPr>
                      </a:lvl6pPr>
                      <a:lvl7pPr marL="2742377" algn="l" defTabSz="914126" rtl="0" eaLnBrk="1" latinLnBrk="0" hangingPunct="1">
                        <a:defRPr sz="1799" kern="1200">
                          <a:solidFill>
                            <a:schemeClr val="tx1"/>
                          </a:solidFill>
                          <a:latin typeface="Arial"/>
                        </a:defRPr>
                      </a:lvl7pPr>
                      <a:lvl8pPr marL="3199440" algn="l" defTabSz="914126" rtl="0" eaLnBrk="1" latinLnBrk="0" hangingPunct="1">
                        <a:defRPr sz="1799" kern="1200">
                          <a:solidFill>
                            <a:schemeClr val="tx1"/>
                          </a:solidFill>
                          <a:latin typeface="Arial"/>
                        </a:defRPr>
                      </a:lvl8pPr>
                      <a:lvl9pPr marL="3656503" algn="l" defTabSz="914126" rtl="0" eaLnBrk="1" latinLnBrk="0" hangingPunct="1">
                        <a:defRPr sz="1799" kern="1200">
                          <a:solidFill>
                            <a:schemeClr val="tx1"/>
                          </a:solidFill>
                          <a:latin typeface="Arial"/>
                        </a:defRPr>
                      </a:lvl9pPr>
                    </a:lstStyle>
                    <a:p>
                      <a:pPr marL="0" marR="0" algn="just">
                        <a:spcBef>
                          <a:spcPts val="0"/>
                        </a:spcBef>
                        <a:spcAft>
                          <a:spcPts val="0"/>
                        </a:spcAft>
                      </a:pPr>
                      <a:r>
                        <a:rPr lang="en-US" sz="1000" dirty="0">
                          <a:latin typeface="Verdana"/>
                          <a:ea typeface="Calibri"/>
                          <a:cs typeface="Times New Roman"/>
                        </a:rPr>
                        <a:t>Rounding to minus infinity </a:t>
                      </a:r>
                    </a:p>
                  </a:txBody>
                  <a:tcPr marL="7437" marR="743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A7BFDE"/>
                    </a:solidFill>
                  </a:tcPr>
                </a:tc>
                <a:extLst>
                  <a:ext uri="{0D108BD9-81ED-4DB2-BD59-A6C34878D82A}">
                    <a16:rowId xmlns:a16="http://schemas.microsoft.com/office/drawing/2014/main" val="10007"/>
                  </a:ext>
                </a:extLst>
              </a:tr>
              <a:tr h="106860">
                <a:tc vMerge="1">
                  <a:txBody>
                    <a:bodyPr/>
                    <a:lstStyle/>
                    <a:p>
                      <a:endParaRPr lang="en-US"/>
                    </a:p>
                  </a:txBody>
                  <a:tcPr/>
                </a:tc>
                <a:tc>
                  <a:txBody>
                    <a:bodyPr/>
                    <a:lstStyle>
                      <a:lvl1pPr marL="0" algn="l" defTabSz="914126" rtl="0" eaLnBrk="1" latinLnBrk="0" hangingPunct="1">
                        <a:defRPr sz="1799" kern="1200">
                          <a:solidFill>
                            <a:schemeClr val="tx1"/>
                          </a:solidFill>
                          <a:latin typeface="Arial"/>
                        </a:defRPr>
                      </a:lvl1pPr>
                      <a:lvl2pPr marL="457063" algn="l" defTabSz="914126" rtl="0" eaLnBrk="1" latinLnBrk="0" hangingPunct="1">
                        <a:defRPr sz="1799" kern="1200">
                          <a:solidFill>
                            <a:schemeClr val="tx1"/>
                          </a:solidFill>
                          <a:latin typeface="Arial"/>
                        </a:defRPr>
                      </a:lvl2pPr>
                      <a:lvl3pPr marL="914126" algn="l" defTabSz="914126" rtl="0" eaLnBrk="1" latinLnBrk="0" hangingPunct="1">
                        <a:defRPr sz="1799" kern="1200">
                          <a:solidFill>
                            <a:schemeClr val="tx1"/>
                          </a:solidFill>
                          <a:latin typeface="Arial"/>
                        </a:defRPr>
                      </a:lvl3pPr>
                      <a:lvl4pPr marL="1371189" algn="l" defTabSz="914126" rtl="0" eaLnBrk="1" latinLnBrk="0" hangingPunct="1">
                        <a:defRPr sz="1799" kern="1200">
                          <a:solidFill>
                            <a:schemeClr val="tx1"/>
                          </a:solidFill>
                          <a:latin typeface="Arial"/>
                        </a:defRPr>
                      </a:lvl4pPr>
                      <a:lvl5pPr marL="1828251" algn="l" defTabSz="914126" rtl="0" eaLnBrk="1" latinLnBrk="0" hangingPunct="1">
                        <a:defRPr sz="1799" kern="1200">
                          <a:solidFill>
                            <a:schemeClr val="tx1"/>
                          </a:solidFill>
                          <a:latin typeface="Arial"/>
                        </a:defRPr>
                      </a:lvl5pPr>
                      <a:lvl6pPr marL="2285314" algn="l" defTabSz="914126" rtl="0" eaLnBrk="1" latinLnBrk="0" hangingPunct="1">
                        <a:defRPr sz="1799" kern="1200">
                          <a:solidFill>
                            <a:schemeClr val="tx1"/>
                          </a:solidFill>
                          <a:latin typeface="Arial"/>
                        </a:defRPr>
                      </a:lvl6pPr>
                      <a:lvl7pPr marL="2742377" algn="l" defTabSz="914126" rtl="0" eaLnBrk="1" latinLnBrk="0" hangingPunct="1">
                        <a:defRPr sz="1799" kern="1200">
                          <a:solidFill>
                            <a:schemeClr val="tx1"/>
                          </a:solidFill>
                          <a:latin typeface="Arial"/>
                        </a:defRPr>
                      </a:lvl7pPr>
                      <a:lvl8pPr marL="3199440" algn="l" defTabSz="914126" rtl="0" eaLnBrk="1" latinLnBrk="0" hangingPunct="1">
                        <a:defRPr sz="1799" kern="1200">
                          <a:solidFill>
                            <a:schemeClr val="tx1"/>
                          </a:solidFill>
                          <a:latin typeface="Arial"/>
                        </a:defRPr>
                      </a:lvl8pPr>
                      <a:lvl9pPr marL="3656503" algn="l" defTabSz="914126" rtl="0" eaLnBrk="1" latinLnBrk="0" hangingPunct="1">
                        <a:defRPr sz="1799" kern="1200">
                          <a:solidFill>
                            <a:schemeClr val="tx1"/>
                          </a:solidFill>
                          <a:latin typeface="Arial"/>
                        </a:defRPr>
                      </a:lvl9pPr>
                    </a:lstStyle>
                    <a:p>
                      <a:pPr marL="0" marR="0" algn="just">
                        <a:spcBef>
                          <a:spcPts val="0"/>
                        </a:spcBef>
                        <a:spcAft>
                          <a:spcPts val="0"/>
                        </a:spcAft>
                      </a:pPr>
                      <a:r>
                        <a:rPr lang="en-US" sz="1000" dirty="0">
                          <a:latin typeface="Verdana"/>
                          <a:ea typeface="Calibri"/>
                          <a:cs typeface="Times New Roman"/>
                        </a:rPr>
                        <a:t>AP_RND_INF </a:t>
                      </a:r>
                    </a:p>
                  </a:txBody>
                  <a:tcPr marL="7437" marR="743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D3DFEE"/>
                    </a:solidFill>
                  </a:tcPr>
                </a:tc>
                <a:tc>
                  <a:txBody>
                    <a:bodyPr/>
                    <a:lstStyle>
                      <a:lvl1pPr marL="0" algn="l" defTabSz="914126" rtl="0" eaLnBrk="1" latinLnBrk="0" hangingPunct="1">
                        <a:defRPr sz="1799" kern="1200">
                          <a:solidFill>
                            <a:schemeClr val="tx1"/>
                          </a:solidFill>
                          <a:latin typeface="Arial"/>
                        </a:defRPr>
                      </a:lvl1pPr>
                      <a:lvl2pPr marL="457063" algn="l" defTabSz="914126" rtl="0" eaLnBrk="1" latinLnBrk="0" hangingPunct="1">
                        <a:defRPr sz="1799" kern="1200">
                          <a:solidFill>
                            <a:schemeClr val="tx1"/>
                          </a:solidFill>
                          <a:latin typeface="Arial"/>
                        </a:defRPr>
                      </a:lvl2pPr>
                      <a:lvl3pPr marL="914126" algn="l" defTabSz="914126" rtl="0" eaLnBrk="1" latinLnBrk="0" hangingPunct="1">
                        <a:defRPr sz="1799" kern="1200">
                          <a:solidFill>
                            <a:schemeClr val="tx1"/>
                          </a:solidFill>
                          <a:latin typeface="Arial"/>
                        </a:defRPr>
                      </a:lvl3pPr>
                      <a:lvl4pPr marL="1371189" algn="l" defTabSz="914126" rtl="0" eaLnBrk="1" latinLnBrk="0" hangingPunct="1">
                        <a:defRPr sz="1799" kern="1200">
                          <a:solidFill>
                            <a:schemeClr val="tx1"/>
                          </a:solidFill>
                          <a:latin typeface="Arial"/>
                        </a:defRPr>
                      </a:lvl4pPr>
                      <a:lvl5pPr marL="1828251" algn="l" defTabSz="914126" rtl="0" eaLnBrk="1" latinLnBrk="0" hangingPunct="1">
                        <a:defRPr sz="1799" kern="1200">
                          <a:solidFill>
                            <a:schemeClr val="tx1"/>
                          </a:solidFill>
                          <a:latin typeface="Arial"/>
                        </a:defRPr>
                      </a:lvl5pPr>
                      <a:lvl6pPr marL="2285314" algn="l" defTabSz="914126" rtl="0" eaLnBrk="1" latinLnBrk="0" hangingPunct="1">
                        <a:defRPr sz="1799" kern="1200">
                          <a:solidFill>
                            <a:schemeClr val="tx1"/>
                          </a:solidFill>
                          <a:latin typeface="Arial"/>
                        </a:defRPr>
                      </a:lvl6pPr>
                      <a:lvl7pPr marL="2742377" algn="l" defTabSz="914126" rtl="0" eaLnBrk="1" latinLnBrk="0" hangingPunct="1">
                        <a:defRPr sz="1799" kern="1200">
                          <a:solidFill>
                            <a:schemeClr val="tx1"/>
                          </a:solidFill>
                          <a:latin typeface="Arial"/>
                        </a:defRPr>
                      </a:lvl7pPr>
                      <a:lvl8pPr marL="3199440" algn="l" defTabSz="914126" rtl="0" eaLnBrk="1" latinLnBrk="0" hangingPunct="1">
                        <a:defRPr sz="1799" kern="1200">
                          <a:solidFill>
                            <a:schemeClr val="tx1"/>
                          </a:solidFill>
                          <a:latin typeface="Arial"/>
                        </a:defRPr>
                      </a:lvl8pPr>
                      <a:lvl9pPr marL="3656503" algn="l" defTabSz="914126" rtl="0" eaLnBrk="1" latinLnBrk="0" hangingPunct="1">
                        <a:defRPr sz="1799" kern="1200">
                          <a:solidFill>
                            <a:schemeClr val="tx1"/>
                          </a:solidFill>
                          <a:latin typeface="Arial"/>
                        </a:defRPr>
                      </a:lvl9pPr>
                    </a:lstStyle>
                    <a:p>
                      <a:pPr marL="0" marR="0" algn="just">
                        <a:spcBef>
                          <a:spcPts val="0"/>
                        </a:spcBef>
                        <a:spcAft>
                          <a:spcPts val="0"/>
                        </a:spcAft>
                      </a:pPr>
                      <a:r>
                        <a:rPr lang="en-US" sz="1000" dirty="0">
                          <a:latin typeface="Verdana"/>
                          <a:ea typeface="Calibri"/>
                          <a:cs typeface="Times New Roman"/>
                        </a:rPr>
                        <a:t>Rounding to infinity </a:t>
                      </a:r>
                    </a:p>
                  </a:txBody>
                  <a:tcPr marL="7437" marR="743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D3DFEE"/>
                    </a:solidFill>
                  </a:tcPr>
                </a:tc>
                <a:extLst>
                  <a:ext uri="{0D108BD9-81ED-4DB2-BD59-A6C34878D82A}">
                    <a16:rowId xmlns:a16="http://schemas.microsoft.com/office/drawing/2014/main" val="10008"/>
                  </a:ext>
                </a:extLst>
              </a:tr>
              <a:tr h="106860">
                <a:tc vMerge="1">
                  <a:txBody>
                    <a:bodyPr/>
                    <a:lstStyle/>
                    <a:p>
                      <a:endParaRPr lang="en-US"/>
                    </a:p>
                  </a:txBody>
                  <a:tcPr/>
                </a:tc>
                <a:tc>
                  <a:txBody>
                    <a:bodyPr/>
                    <a:lstStyle>
                      <a:lvl1pPr marL="0" algn="l" defTabSz="914126" rtl="0" eaLnBrk="1" latinLnBrk="0" hangingPunct="1">
                        <a:defRPr sz="1799" kern="1200">
                          <a:solidFill>
                            <a:schemeClr val="tx1"/>
                          </a:solidFill>
                          <a:latin typeface="Arial"/>
                        </a:defRPr>
                      </a:lvl1pPr>
                      <a:lvl2pPr marL="457063" algn="l" defTabSz="914126" rtl="0" eaLnBrk="1" latinLnBrk="0" hangingPunct="1">
                        <a:defRPr sz="1799" kern="1200">
                          <a:solidFill>
                            <a:schemeClr val="tx1"/>
                          </a:solidFill>
                          <a:latin typeface="Arial"/>
                        </a:defRPr>
                      </a:lvl2pPr>
                      <a:lvl3pPr marL="914126" algn="l" defTabSz="914126" rtl="0" eaLnBrk="1" latinLnBrk="0" hangingPunct="1">
                        <a:defRPr sz="1799" kern="1200">
                          <a:solidFill>
                            <a:schemeClr val="tx1"/>
                          </a:solidFill>
                          <a:latin typeface="Arial"/>
                        </a:defRPr>
                      </a:lvl3pPr>
                      <a:lvl4pPr marL="1371189" algn="l" defTabSz="914126" rtl="0" eaLnBrk="1" latinLnBrk="0" hangingPunct="1">
                        <a:defRPr sz="1799" kern="1200">
                          <a:solidFill>
                            <a:schemeClr val="tx1"/>
                          </a:solidFill>
                          <a:latin typeface="Arial"/>
                        </a:defRPr>
                      </a:lvl4pPr>
                      <a:lvl5pPr marL="1828251" algn="l" defTabSz="914126" rtl="0" eaLnBrk="1" latinLnBrk="0" hangingPunct="1">
                        <a:defRPr sz="1799" kern="1200">
                          <a:solidFill>
                            <a:schemeClr val="tx1"/>
                          </a:solidFill>
                          <a:latin typeface="Arial"/>
                        </a:defRPr>
                      </a:lvl5pPr>
                      <a:lvl6pPr marL="2285314" algn="l" defTabSz="914126" rtl="0" eaLnBrk="1" latinLnBrk="0" hangingPunct="1">
                        <a:defRPr sz="1799" kern="1200">
                          <a:solidFill>
                            <a:schemeClr val="tx1"/>
                          </a:solidFill>
                          <a:latin typeface="Arial"/>
                        </a:defRPr>
                      </a:lvl6pPr>
                      <a:lvl7pPr marL="2742377" algn="l" defTabSz="914126" rtl="0" eaLnBrk="1" latinLnBrk="0" hangingPunct="1">
                        <a:defRPr sz="1799" kern="1200">
                          <a:solidFill>
                            <a:schemeClr val="tx1"/>
                          </a:solidFill>
                          <a:latin typeface="Arial"/>
                        </a:defRPr>
                      </a:lvl7pPr>
                      <a:lvl8pPr marL="3199440" algn="l" defTabSz="914126" rtl="0" eaLnBrk="1" latinLnBrk="0" hangingPunct="1">
                        <a:defRPr sz="1799" kern="1200">
                          <a:solidFill>
                            <a:schemeClr val="tx1"/>
                          </a:solidFill>
                          <a:latin typeface="Arial"/>
                        </a:defRPr>
                      </a:lvl8pPr>
                      <a:lvl9pPr marL="3656503" algn="l" defTabSz="914126" rtl="0" eaLnBrk="1" latinLnBrk="0" hangingPunct="1">
                        <a:defRPr sz="1799" kern="1200">
                          <a:solidFill>
                            <a:schemeClr val="tx1"/>
                          </a:solidFill>
                          <a:latin typeface="Arial"/>
                        </a:defRPr>
                      </a:lvl9pPr>
                    </a:lstStyle>
                    <a:p>
                      <a:pPr marL="0" marR="0" algn="just">
                        <a:spcBef>
                          <a:spcPts val="0"/>
                        </a:spcBef>
                        <a:spcAft>
                          <a:spcPts val="0"/>
                        </a:spcAft>
                      </a:pPr>
                      <a:r>
                        <a:rPr lang="en-US" sz="1000" dirty="0">
                          <a:latin typeface="Verdana"/>
                          <a:ea typeface="Calibri"/>
                          <a:cs typeface="Times New Roman"/>
                        </a:rPr>
                        <a:t>AP_RND_CONV </a:t>
                      </a:r>
                    </a:p>
                  </a:txBody>
                  <a:tcPr marL="7437" marR="743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A7BFDE"/>
                    </a:solidFill>
                  </a:tcPr>
                </a:tc>
                <a:tc>
                  <a:txBody>
                    <a:bodyPr/>
                    <a:lstStyle>
                      <a:lvl1pPr marL="0" algn="l" defTabSz="914126" rtl="0" eaLnBrk="1" latinLnBrk="0" hangingPunct="1">
                        <a:defRPr sz="1799" kern="1200">
                          <a:solidFill>
                            <a:schemeClr val="tx1"/>
                          </a:solidFill>
                          <a:latin typeface="Arial"/>
                        </a:defRPr>
                      </a:lvl1pPr>
                      <a:lvl2pPr marL="457063" algn="l" defTabSz="914126" rtl="0" eaLnBrk="1" latinLnBrk="0" hangingPunct="1">
                        <a:defRPr sz="1799" kern="1200">
                          <a:solidFill>
                            <a:schemeClr val="tx1"/>
                          </a:solidFill>
                          <a:latin typeface="Arial"/>
                        </a:defRPr>
                      </a:lvl2pPr>
                      <a:lvl3pPr marL="914126" algn="l" defTabSz="914126" rtl="0" eaLnBrk="1" latinLnBrk="0" hangingPunct="1">
                        <a:defRPr sz="1799" kern="1200">
                          <a:solidFill>
                            <a:schemeClr val="tx1"/>
                          </a:solidFill>
                          <a:latin typeface="Arial"/>
                        </a:defRPr>
                      </a:lvl3pPr>
                      <a:lvl4pPr marL="1371189" algn="l" defTabSz="914126" rtl="0" eaLnBrk="1" latinLnBrk="0" hangingPunct="1">
                        <a:defRPr sz="1799" kern="1200">
                          <a:solidFill>
                            <a:schemeClr val="tx1"/>
                          </a:solidFill>
                          <a:latin typeface="Arial"/>
                        </a:defRPr>
                      </a:lvl4pPr>
                      <a:lvl5pPr marL="1828251" algn="l" defTabSz="914126" rtl="0" eaLnBrk="1" latinLnBrk="0" hangingPunct="1">
                        <a:defRPr sz="1799" kern="1200">
                          <a:solidFill>
                            <a:schemeClr val="tx1"/>
                          </a:solidFill>
                          <a:latin typeface="Arial"/>
                        </a:defRPr>
                      </a:lvl5pPr>
                      <a:lvl6pPr marL="2285314" algn="l" defTabSz="914126" rtl="0" eaLnBrk="1" latinLnBrk="0" hangingPunct="1">
                        <a:defRPr sz="1799" kern="1200">
                          <a:solidFill>
                            <a:schemeClr val="tx1"/>
                          </a:solidFill>
                          <a:latin typeface="Arial"/>
                        </a:defRPr>
                      </a:lvl6pPr>
                      <a:lvl7pPr marL="2742377" algn="l" defTabSz="914126" rtl="0" eaLnBrk="1" latinLnBrk="0" hangingPunct="1">
                        <a:defRPr sz="1799" kern="1200">
                          <a:solidFill>
                            <a:schemeClr val="tx1"/>
                          </a:solidFill>
                          <a:latin typeface="Arial"/>
                        </a:defRPr>
                      </a:lvl7pPr>
                      <a:lvl8pPr marL="3199440" algn="l" defTabSz="914126" rtl="0" eaLnBrk="1" latinLnBrk="0" hangingPunct="1">
                        <a:defRPr sz="1799" kern="1200">
                          <a:solidFill>
                            <a:schemeClr val="tx1"/>
                          </a:solidFill>
                          <a:latin typeface="Arial"/>
                        </a:defRPr>
                      </a:lvl8pPr>
                      <a:lvl9pPr marL="3656503" algn="l" defTabSz="914126" rtl="0" eaLnBrk="1" latinLnBrk="0" hangingPunct="1">
                        <a:defRPr sz="1799" kern="1200">
                          <a:solidFill>
                            <a:schemeClr val="tx1"/>
                          </a:solidFill>
                          <a:latin typeface="Arial"/>
                        </a:defRPr>
                      </a:lvl9pPr>
                    </a:lstStyle>
                    <a:p>
                      <a:pPr marL="0" marR="0" algn="just">
                        <a:spcBef>
                          <a:spcPts val="0"/>
                        </a:spcBef>
                        <a:spcAft>
                          <a:spcPts val="0"/>
                        </a:spcAft>
                      </a:pPr>
                      <a:r>
                        <a:rPr lang="en-US" sz="1000" dirty="0">
                          <a:latin typeface="Verdana"/>
                          <a:ea typeface="Calibri"/>
                          <a:cs typeface="Times New Roman"/>
                        </a:rPr>
                        <a:t>Convergent rounding </a:t>
                      </a:r>
                    </a:p>
                  </a:txBody>
                  <a:tcPr marL="7437" marR="743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A7BFDE"/>
                    </a:solidFill>
                  </a:tcPr>
                </a:tc>
                <a:extLst>
                  <a:ext uri="{0D108BD9-81ED-4DB2-BD59-A6C34878D82A}">
                    <a16:rowId xmlns:a16="http://schemas.microsoft.com/office/drawing/2014/main" val="10009"/>
                  </a:ext>
                </a:extLst>
              </a:tr>
              <a:tr h="138833">
                <a:tc vMerge="1">
                  <a:txBody>
                    <a:bodyPr/>
                    <a:lstStyle/>
                    <a:p>
                      <a:endParaRPr lang="en-US"/>
                    </a:p>
                  </a:txBody>
                  <a:tcPr/>
                </a:tc>
                <a:tc>
                  <a:txBody>
                    <a:bodyPr/>
                    <a:lstStyle>
                      <a:lvl1pPr marL="0" algn="l" defTabSz="914126" rtl="0" eaLnBrk="1" latinLnBrk="0" hangingPunct="1">
                        <a:defRPr sz="1799" kern="1200">
                          <a:solidFill>
                            <a:schemeClr val="tx1"/>
                          </a:solidFill>
                          <a:latin typeface="Arial"/>
                        </a:defRPr>
                      </a:lvl1pPr>
                      <a:lvl2pPr marL="457063" algn="l" defTabSz="914126" rtl="0" eaLnBrk="1" latinLnBrk="0" hangingPunct="1">
                        <a:defRPr sz="1799" kern="1200">
                          <a:solidFill>
                            <a:schemeClr val="tx1"/>
                          </a:solidFill>
                          <a:latin typeface="Arial"/>
                        </a:defRPr>
                      </a:lvl2pPr>
                      <a:lvl3pPr marL="914126" algn="l" defTabSz="914126" rtl="0" eaLnBrk="1" latinLnBrk="0" hangingPunct="1">
                        <a:defRPr sz="1799" kern="1200">
                          <a:solidFill>
                            <a:schemeClr val="tx1"/>
                          </a:solidFill>
                          <a:latin typeface="Arial"/>
                        </a:defRPr>
                      </a:lvl3pPr>
                      <a:lvl4pPr marL="1371189" algn="l" defTabSz="914126" rtl="0" eaLnBrk="1" latinLnBrk="0" hangingPunct="1">
                        <a:defRPr sz="1799" kern="1200">
                          <a:solidFill>
                            <a:schemeClr val="tx1"/>
                          </a:solidFill>
                          <a:latin typeface="Arial"/>
                        </a:defRPr>
                      </a:lvl4pPr>
                      <a:lvl5pPr marL="1828251" algn="l" defTabSz="914126" rtl="0" eaLnBrk="1" latinLnBrk="0" hangingPunct="1">
                        <a:defRPr sz="1799" kern="1200">
                          <a:solidFill>
                            <a:schemeClr val="tx1"/>
                          </a:solidFill>
                          <a:latin typeface="Arial"/>
                        </a:defRPr>
                      </a:lvl5pPr>
                      <a:lvl6pPr marL="2285314" algn="l" defTabSz="914126" rtl="0" eaLnBrk="1" latinLnBrk="0" hangingPunct="1">
                        <a:defRPr sz="1799" kern="1200">
                          <a:solidFill>
                            <a:schemeClr val="tx1"/>
                          </a:solidFill>
                          <a:latin typeface="Arial"/>
                        </a:defRPr>
                      </a:lvl6pPr>
                      <a:lvl7pPr marL="2742377" algn="l" defTabSz="914126" rtl="0" eaLnBrk="1" latinLnBrk="0" hangingPunct="1">
                        <a:defRPr sz="1799" kern="1200">
                          <a:solidFill>
                            <a:schemeClr val="tx1"/>
                          </a:solidFill>
                          <a:latin typeface="Arial"/>
                        </a:defRPr>
                      </a:lvl7pPr>
                      <a:lvl8pPr marL="3199440" algn="l" defTabSz="914126" rtl="0" eaLnBrk="1" latinLnBrk="0" hangingPunct="1">
                        <a:defRPr sz="1799" kern="1200">
                          <a:solidFill>
                            <a:schemeClr val="tx1"/>
                          </a:solidFill>
                          <a:latin typeface="Arial"/>
                        </a:defRPr>
                      </a:lvl8pPr>
                      <a:lvl9pPr marL="3656503" algn="l" defTabSz="914126" rtl="0" eaLnBrk="1" latinLnBrk="0" hangingPunct="1">
                        <a:defRPr sz="1799" kern="1200">
                          <a:solidFill>
                            <a:schemeClr val="tx1"/>
                          </a:solidFill>
                          <a:latin typeface="Arial"/>
                        </a:defRPr>
                      </a:lvl9pPr>
                    </a:lstStyle>
                    <a:p>
                      <a:pPr marL="0" marR="0" algn="just">
                        <a:spcBef>
                          <a:spcPts val="0"/>
                        </a:spcBef>
                        <a:spcAft>
                          <a:spcPts val="0"/>
                        </a:spcAft>
                      </a:pPr>
                      <a:r>
                        <a:rPr lang="en-US" sz="1000" dirty="0">
                          <a:latin typeface="Verdana"/>
                          <a:ea typeface="Calibri"/>
                          <a:cs typeface="Times New Roman"/>
                        </a:rPr>
                        <a:t>AP_TRN </a:t>
                      </a:r>
                    </a:p>
                  </a:txBody>
                  <a:tcPr marL="7437" marR="743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D3DFEE"/>
                    </a:solidFill>
                  </a:tcPr>
                </a:tc>
                <a:tc>
                  <a:txBody>
                    <a:bodyPr/>
                    <a:lstStyle>
                      <a:lvl1pPr marL="0" algn="l" defTabSz="914126" rtl="0" eaLnBrk="1" latinLnBrk="0" hangingPunct="1">
                        <a:defRPr sz="1799" kern="1200">
                          <a:solidFill>
                            <a:schemeClr val="tx1"/>
                          </a:solidFill>
                          <a:latin typeface="Arial"/>
                        </a:defRPr>
                      </a:lvl1pPr>
                      <a:lvl2pPr marL="457063" algn="l" defTabSz="914126" rtl="0" eaLnBrk="1" latinLnBrk="0" hangingPunct="1">
                        <a:defRPr sz="1799" kern="1200">
                          <a:solidFill>
                            <a:schemeClr val="tx1"/>
                          </a:solidFill>
                          <a:latin typeface="Arial"/>
                        </a:defRPr>
                      </a:lvl2pPr>
                      <a:lvl3pPr marL="914126" algn="l" defTabSz="914126" rtl="0" eaLnBrk="1" latinLnBrk="0" hangingPunct="1">
                        <a:defRPr sz="1799" kern="1200">
                          <a:solidFill>
                            <a:schemeClr val="tx1"/>
                          </a:solidFill>
                          <a:latin typeface="Arial"/>
                        </a:defRPr>
                      </a:lvl3pPr>
                      <a:lvl4pPr marL="1371189" algn="l" defTabSz="914126" rtl="0" eaLnBrk="1" latinLnBrk="0" hangingPunct="1">
                        <a:defRPr sz="1799" kern="1200">
                          <a:solidFill>
                            <a:schemeClr val="tx1"/>
                          </a:solidFill>
                          <a:latin typeface="Arial"/>
                        </a:defRPr>
                      </a:lvl4pPr>
                      <a:lvl5pPr marL="1828251" algn="l" defTabSz="914126" rtl="0" eaLnBrk="1" latinLnBrk="0" hangingPunct="1">
                        <a:defRPr sz="1799" kern="1200">
                          <a:solidFill>
                            <a:schemeClr val="tx1"/>
                          </a:solidFill>
                          <a:latin typeface="Arial"/>
                        </a:defRPr>
                      </a:lvl5pPr>
                      <a:lvl6pPr marL="2285314" algn="l" defTabSz="914126" rtl="0" eaLnBrk="1" latinLnBrk="0" hangingPunct="1">
                        <a:defRPr sz="1799" kern="1200">
                          <a:solidFill>
                            <a:schemeClr val="tx1"/>
                          </a:solidFill>
                          <a:latin typeface="Arial"/>
                        </a:defRPr>
                      </a:lvl6pPr>
                      <a:lvl7pPr marL="2742377" algn="l" defTabSz="914126" rtl="0" eaLnBrk="1" latinLnBrk="0" hangingPunct="1">
                        <a:defRPr sz="1799" kern="1200">
                          <a:solidFill>
                            <a:schemeClr val="tx1"/>
                          </a:solidFill>
                          <a:latin typeface="Arial"/>
                        </a:defRPr>
                      </a:lvl7pPr>
                      <a:lvl8pPr marL="3199440" algn="l" defTabSz="914126" rtl="0" eaLnBrk="1" latinLnBrk="0" hangingPunct="1">
                        <a:defRPr sz="1799" kern="1200">
                          <a:solidFill>
                            <a:schemeClr val="tx1"/>
                          </a:solidFill>
                          <a:latin typeface="Arial"/>
                        </a:defRPr>
                      </a:lvl8pPr>
                      <a:lvl9pPr marL="3656503" algn="l" defTabSz="914126" rtl="0" eaLnBrk="1" latinLnBrk="0" hangingPunct="1">
                        <a:defRPr sz="1799" kern="1200">
                          <a:solidFill>
                            <a:schemeClr val="tx1"/>
                          </a:solidFill>
                          <a:latin typeface="Arial"/>
                        </a:defRPr>
                      </a:lvl9pPr>
                    </a:lstStyle>
                    <a:p>
                      <a:pPr marL="0" marR="0" algn="just">
                        <a:spcBef>
                          <a:spcPts val="0"/>
                        </a:spcBef>
                        <a:spcAft>
                          <a:spcPts val="0"/>
                        </a:spcAft>
                      </a:pPr>
                      <a:r>
                        <a:rPr lang="en-US" sz="1000" dirty="0">
                          <a:latin typeface="Verdana"/>
                          <a:ea typeface="Calibri"/>
                          <a:cs typeface="Times New Roman"/>
                        </a:rPr>
                        <a:t>Truncation to minus infinity(default) </a:t>
                      </a:r>
                    </a:p>
                  </a:txBody>
                  <a:tcPr marL="7437" marR="743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D3DFEE"/>
                    </a:solidFill>
                  </a:tcPr>
                </a:tc>
                <a:extLst>
                  <a:ext uri="{0D108BD9-81ED-4DB2-BD59-A6C34878D82A}">
                    <a16:rowId xmlns:a16="http://schemas.microsoft.com/office/drawing/2014/main" val="10010"/>
                  </a:ext>
                </a:extLst>
              </a:tr>
              <a:tr h="134047">
                <a:tc vMerge="1">
                  <a:txBody>
                    <a:bodyPr/>
                    <a:lstStyle/>
                    <a:p>
                      <a:endParaRPr lang="en-US"/>
                    </a:p>
                  </a:txBody>
                  <a:tcPr/>
                </a:tc>
                <a:tc>
                  <a:txBody>
                    <a:bodyPr/>
                    <a:lstStyle>
                      <a:lvl1pPr marL="0" algn="l" defTabSz="914126" rtl="0" eaLnBrk="1" latinLnBrk="0" hangingPunct="1">
                        <a:defRPr sz="1799" kern="1200">
                          <a:solidFill>
                            <a:schemeClr val="tx1"/>
                          </a:solidFill>
                          <a:latin typeface="Arial"/>
                        </a:defRPr>
                      </a:lvl1pPr>
                      <a:lvl2pPr marL="457063" algn="l" defTabSz="914126" rtl="0" eaLnBrk="1" latinLnBrk="0" hangingPunct="1">
                        <a:defRPr sz="1799" kern="1200">
                          <a:solidFill>
                            <a:schemeClr val="tx1"/>
                          </a:solidFill>
                          <a:latin typeface="Arial"/>
                        </a:defRPr>
                      </a:lvl2pPr>
                      <a:lvl3pPr marL="914126" algn="l" defTabSz="914126" rtl="0" eaLnBrk="1" latinLnBrk="0" hangingPunct="1">
                        <a:defRPr sz="1799" kern="1200">
                          <a:solidFill>
                            <a:schemeClr val="tx1"/>
                          </a:solidFill>
                          <a:latin typeface="Arial"/>
                        </a:defRPr>
                      </a:lvl3pPr>
                      <a:lvl4pPr marL="1371189" algn="l" defTabSz="914126" rtl="0" eaLnBrk="1" latinLnBrk="0" hangingPunct="1">
                        <a:defRPr sz="1799" kern="1200">
                          <a:solidFill>
                            <a:schemeClr val="tx1"/>
                          </a:solidFill>
                          <a:latin typeface="Arial"/>
                        </a:defRPr>
                      </a:lvl4pPr>
                      <a:lvl5pPr marL="1828251" algn="l" defTabSz="914126" rtl="0" eaLnBrk="1" latinLnBrk="0" hangingPunct="1">
                        <a:defRPr sz="1799" kern="1200">
                          <a:solidFill>
                            <a:schemeClr val="tx1"/>
                          </a:solidFill>
                          <a:latin typeface="Arial"/>
                        </a:defRPr>
                      </a:lvl5pPr>
                      <a:lvl6pPr marL="2285314" algn="l" defTabSz="914126" rtl="0" eaLnBrk="1" latinLnBrk="0" hangingPunct="1">
                        <a:defRPr sz="1799" kern="1200">
                          <a:solidFill>
                            <a:schemeClr val="tx1"/>
                          </a:solidFill>
                          <a:latin typeface="Arial"/>
                        </a:defRPr>
                      </a:lvl6pPr>
                      <a:lvl7pPr marL="2742377" algn="l" defTabSz="914126" rtl="0" eaLnBrk="1" latinLnBrk="0" hangingPunct="1">
                        <a:defRPr sz="1799" kern="1200">
                          <a:solidFill>
                            <a:schemeClr val="tx1"/>
                          </a:solidFill>
                          <a:latin typeface="Arial"/>
                        </a:defRPr>
                      </a:lvl7pPr>
                      <a:lvl8pPr marL="3199440" algn="l" defTabSz="914126" rtl="0" eaLnBrk="1" latinLnBrk="0" hangingPunct="1">
                        <a:defRPr sz="1799" kern="1200">
                          <a:solidFill>
                            <a:schemeClr val="tx1"/>
                          </a:solidFill>
                          <a:latin typeface="Arial"/>
                        </a:defRPr>
                      </a:lvl8pPr>
                      <a:lvl9pPr marL="3656503" algn="l" defTabSz="914126" rtl="0" eaLnBrk="1" latinLnBrk="0" hangingPunct="1">
                        <a:defRPr sz="1799" kern="1200">
                          <a:solidFill>
                            <a:schemeClr val="tx1"/>
                          </a:solidFill>
                          <a:latin typeface="Arial"/>
                        </a:defRPr>
                      </a:lvl9pPr>
                    </a:lstStyle>
                    <a:p>
                      <a:pPr marL="0" marR="0" algn="just">
                        <a:spcBef>
                          <a:spcPts val="0"/>
                        </a:spcBef>
                        <a:spcAft>
                          <a:spcPts val="0"/>
                        </a:spcAft>
                      </a:pPr>
                      <a:r>
                        <a:rPr lang="en-US" sz="1000" dirty="0">
                          <a:latin typeface="Verdana"/>
                          <a:ea typeface="Calibri"/>
                          <a:cs typeface="Times New Roman"/>
                        </a:rPr>
                        <a:t>AP_TRN_ZERO </a:t>
                      </a:r>
                    </a:p>
                  </a:txBody>
                  <a:tcPr marL="7437" marR="743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A7BFDE"/>
                    </a:solidFill>
                  </a:tcPr>
                </a:tc>
                <a:tc>
                  <a:txBody>
                    <a:bodyPr/>
                    <a:lstStyle>
                      <a:lvl1pPr marL="0" algn="l" defTabSz="914126" rtl="0" eaLnBrk="1" latinLnBrk="0" hangingPunct="1">
                        <a:defRPr sz="1799" kern="1200">
                          <a:solidFill>
                            <a:schemeClr val="tx1"/>
                          </a:solidFill>
                          <a:latin typeface="Arial"/>
                        </a:defRPr>
                      </a:lvl1pPr>
                      <a:lvl2pPr marL="457063" algn="l" defTabSz="914126" rtl="0" eaLnBrk="1" latinLnBrk="0" hangingPunct="1">
                        <a:defRPr sz="1799" kern="1200">
                          <a:solidFill>
                            <a:schemeClr val="tx1"/>
                          </a:solidFill>
                          <a:latin typeface="Arial"/>
                        </a:defRPr>
                      </a:lvl2pPr>
                      <a:lvl3pPr marL="914126" algn="l" defTabSz="914126" rtl="0" eaLnBrk="1" latinLnBrk="0" hangingPunct="1">
                        <a:defRPr sz="1799" kern="1200">
                          <a:solidFill>
                            <a:schemeClr val="tx1"/>
                          </a:solidFill>
                          <a:latin typeface="Arial"/>
                        </a:defRPr>
                      </a:lvl3pPr>
                      <a:lvl4pPr marL="1371189" algn="l" defTabSz="914126" rtl="0" eaLnBrk="1" latinLnBrk="0" hangingPunct="1">
                        <a:defRPr sz="1799" kern="1200">
                          <a:solidFill>
                            <a:schemeClr val="tx1"/>
                          </a:solidFill>
                          <a:latin typeface="Arial"/>
                        </a:defRPr>
                      </a:lvl4pPr>
                      <a:lvl5pPr marL="1828251" algn="l" defTabSz="914126" rtl="0" eaLnBrk="1" latinLnBrk="0" hangingPunct="1">
                        <a:defRPr sz="1799" kern="1200">
                          <a:solidFill>
                            <a:schemeClr val="tx1"/>
                          </a:solidFill>
                          <a:latin typeface="Arial"/>
                        </a:defRPr>
                      </a:lvl5pPr>
                      <a:lvl6pPr marL="2285314" algn="l" defTabSz="914126" rtl="0" eaLnBrk="1" latinLnBrk="0" hangingPunct="1">
                        <a:defRPr sz="1799" kern="1200">
                          <a:solidFill>
                            <a:schemeClr val="tx1"/>
                          </a:solidFill>
                          <a:latin typeface="Arial"/>
                        </a:defRPr>
                      </a:lvl6pPr>
                      <a:lvl7pPr marL="2742377" algn="l" defTabSz="914126" rtl="0" eaLnBrk="1" latinLnBrk="0" hangingPunct="1">
                        <a:defRPr sz="1799" kern="1200">
                          <a:solidFill>
                            <a:schemeClr val="tx1"/>
                          </a:solidFill>
                          <a:latin typeface="Arial"/>
                        </a:defRPr>
                      </a:lvl7pPr>
                      <a:lvl8pPr marL="3199440" algn="l" defTabSz="914126" rtl="0" eaLnBrk="1" latinLnBrk="0" hangingPunct="1">
                        <a:defRPr sz="1799" kern="1200">
                          <a:solidFill>
                            <a:schemeClr val="tx1"/>
                          </a:solidFill>
                          <a:latin typeface="Arial"/>
                        </a:defRPr>
                      </a:lvl8pPr>
                      <a:lvl9pPr marL="3656503" algn="l" defTabSz="914126" rtl="0" eaLnBrk="1" latinLnBrk="0" hangingPunct="1">
                        <a:defRPr sz="1799" kern="1200">
                          <a:solidFill>
                            <a:schemeClr val="tx1"/>
                          </a:solidFill>
                          <a:latin typeface="Arial"/>
                        </a:defRPr>
                      </a:lvl9pPr>
                    </a:lstStyle>
                    <a:p>
                      <a:pPr marL="0" marR="0" algn="just">
                        <a:spcBef>
                          <a:spcPts val="0"/>
                        </a:spcBef>
                        <a:spcAft>
                          <a:spcPts val="0"/>
                        </a:spcAft>
                      </a:pPr>
                      <a:r>
                        <a:rPr lang="en-US" sz="1000" dirty="0">
                          <a:latin typeface="Verdana"/>
                          <a:ea typeface="Calibri"/>
                          <a:cs typeface="Times New Roman"/>
                        </a:rPr>
                        <a:t>Truncation to zero</a:t>
                      </a:r>
                    </a:p>
                  </a:txBody>
                  <a:tcPr marL="7437" marR="743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A7BFDE"/>
                    </a:solidFill>
                  </a:tcPr>
                </a:tc>
                <a:extLst>
                  <a:ext uri="{0D108BD9-81ED-4DB2-BD59-A6C34878D82A}">
                    <a16:rowId xmlns:a16="http://schemas.microsoft.com/office/drawing/2014/main" val="10011"/>
                  </a:ext>
                </a:extLst>
              </a:tr>
              <a:tr h="213721">
                <a:tc rowSpan="7">
                  <a:txBody>
                    <a:bodyPr/>
                    <a:lstStyle>
                      <a:lvl1pPr marL="0" algn="l" defTabSz="914126" rtl="0" eaLnBrk="1" latinLnBrk="0" hangingPunct="1">
                        <a:defRPr sz="1799" kern="1200">
                          <a:solidFill>
                            <a:schemeClr val="tx1"/>
                          </a:solidFill>
                          <a:latin typeface="Arial"/>
                        </a:defRPr>
                      </a:lvl1pPr>
                      <a:lvl2pPr marL="457063" algn="l" defTabSz="914126" rtl="0" eaLnBrk="1" latinLnBrk="0" hangingPunct="1">
                        <a:defRPr sz="1799" kern="1200">
                          <a:solidFill>
                            <a:schemeClr val="tx1"/>
                          </a:solidFill>
                          <a:latin typeface="Arial"/>
                        </a:defRPr>
                      </a:lvl2pPr>
                      <a:lvl3pPr marL="914126" algn="l" defTabSz="914126" rtl="0" eaLnBrk="1" latinLnBrk="0" hangingPunct="1">
                        <a:defRPr sz="1799" kern="1200">
                          <a:solidFill>
                            <a:schemeClr val="tx1"/>
                          </a:solidFill>
                          <a:latin typeface="Arial"/>
                        </a:defRPr>
                      </a:lvl3pPr>
                      <a:lvl4pPr marL="1371189" algn="l" defTabSz="914126" rtl="0" eaLnBrk="1" latinLnBrk="0" hangingPunct="1">
                        <a:defRPr sz="1799" kern="1200">
                          <a:solidFill>
                            <a:schemeClr val="tx1"/>
                          </a:solidFill>
                          <a:latin typeface="Arial"/>
                        </a:defRPr>
                      </a:lvl4pPr>
                      <a:lvl5pPr marL="1828251" algn="l" defTabSz="914126" rtl="0" eaLnBrk="1" latinLnBrk="0" hangingPunct="1">
                        <a:defRPr sz="1799" kern="1200">
                          <a:solidFill>
                            <a:schemeClr val="tx1"/>
                          </a:solidFill>
                          <a:latin typeface="Arial"/>
                        </a:defRPr>
                      </a:lvl5pPr>
                      <a:lvl6pPr marL="2285314" algn="l" defTabSz="914126" rtl="0" eaLnBrk="1" latinLnBrk="0" hangingPunct="1">
                        <a:defRPr sz="1799" kern="1200">
                          <a:solidFill>
                            <a:schemeClr val="tx1"/>
                          </a:solidFill>
                          <a:latin typeface="Arial"/>
                        </a:defRPr>
                      </a:lvl6pPr>
                      <a:lvl7pPr marL="2742377" algn="l" defTabSz="914126" rtl="0" eaLnBrk="1" latinLnBrk="0" hangingPunct="1">
                        <a:defRPr sz="1799" kern="1200">
                          <a:solidFill>
                            <a:schemeClr val="tx1"/>
                          </a:solidFill>
                          <a:latin typeface="Arial"/>
                        </a:defRPr>
                      </a:lvl7pPr>
                      <a:lvl8pPr marL="3199440" algn="l" defTabSz="914126" rtl="0" eaLnBrk="1" latinLnBrk="0" hangingPunct="1">
                        <a:defRPr sz="1799" kern="1200">
                          <a:solidFill>
                            <a:schemeClr val="tx1"/>
                          </a:solidFill>
                          <a:latin typeface="Arial"/>
                        </a:defRPr>
                      </a:lvl8pPr>
                      <a:lvl9pPr marL="3656503" algn="l" defTabSz="914126" rtl="0" eaLnBrk="1" latinLnBrk="0" hangingPunct="1">
                        <a:defRPr sz="1799" kern="1200">
                          <a:solidFill>
                            <a:schemeClr val="tx1"/>
                          </a:solidFill>
                          <a:latin typeface="Arial"/>
                        </a:defRPr>
                      </a:lvl9pPr>
                    </a:lstStyle>
                    <a:p>
                      <a:pPr marL="0" marR="0" algn="ctr">
                        <a:spcBef>
                          <a:spcPts val="0"/>
                        </a:spcBef>
                        <a:spcAft>
                          <a:spcPts val="0"/>
                        </a:spcAft>
                      </a:pPr>
                      <a:r>
                        <a:rPr lang="en-US" sz="1000" b="1" dirty="0">
                          <a:solidFill>
                            <a:srgbClr val="FFFFFF"/>
                          </a:solidFill>
                          <a:latin typeface="Verdana"/>
                          <a:ea typeface="Calibri"/>
                          <a:cs typeface="Times New Roman"/>
                        </a:rPr>
                        <a:t>O</a:t>
                      </a:r>
                      <a:endParaRPr lang="en-US" sz="1000" dirty="0">
                        <a:latin typeface="Verdana"/>
                        <a:ea typeface="Calibri"/>
                        <a:cs typeface="Times New Roman"/>
                      </a:endParaRPr>
                    </a:p>
                  </a:txBody>
                  <a:tcPr marL="7437" marR="743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4F81BD"/>
                    </a:solidFill>
                  </a:tcPr>
                </a:tc>
                <a:tc gridSpan="2">
                  <a:txBody>
                    <a:bodyPr/>
                    <a:lstStyle>
                      <a:lvl1pPr marL="0" algn="l" defTabSz="914126" rtl="0" eaLnBrk="1" latinLnBrk="0" hangingPunct="1">
                        <a:defRPr sz="1799" kern="1200">
                          <a:solidFill>
                            <a:schemeClr val="tx1"/>
                          </a:solidFill>
                          <a:latin typeface="Arial"/>
                        </a:defRPr>
                      </a:lvl1pPr>
                      <a:lvl2pPr marL="457063" algn="l" defTabSz="914126" rtl="0" eaLnBrk="1" latinLnBrk="0" hangingPunct="1">
                        <a:defRPr sz="1799" kern="1200">
                          <a:solidFill>
                            <a:schemeClr val="tx1"/>
                          </a:solidFill>
                          <a:latin typeface="Arial"/>
                        </a:defRPr>
                      </a:lvl2pPr>
                      <a:lvl3pPr marL="914126" algn="l" defTabSz="914126" rtl="0" eaLnBrk="1" latinLnBrk="0" hangingPunct="1">
                        <a:defRPr sz="1799" kern="1200">
                          <a:solidFill>
                            <a:schemeClr val="tx1"/>
                          </a:solidFill>
                          <a:latin typeface="Arial"/>
                        </a:defRPr>
                      </a:lvl3pPr>
                      <a:lvl4pPr marL="1371189" algn="l" defTabSz="914126" rtl="0" eaLnBrk="1" latinLnBrk="0" hangingPunct="1">
                        <a:defRPr sz="1799" kern="1200">
                          <a:solidFill>
                            <a:schemeClr val="tx1"/>
                          </a:solidFill>
                          <a:latin typeface="Arial"/>
                        </a:defRPr>
                      </a:lvl4pPr>
                      <a:lvl5pPr marL="1828251" algn="l" defTabSz="914126" rtl="0" eaLnBrk="1" latinLnBrk="0" hangingPunct="1">
                        <a:defRPr sz="1799" kern="1200">
                          <a:solidFill>
                            <a:schemeClr val="tx1"/>
                          </a:solidFill>
                          <a:latin typeface="Arial"/>
                        </a:defRPr>
                      </a:lvl5pPr>
                      <a:lvl6pPr marL="2285314" algn="l" defTabSz="914126" rtl="0" eaLnBrk="1" latinLnBrk="0" hangingPunct="1">
                        <a:defRPr sz="1799" kern="1200">
                          <a:solidFill>
                            <a:schemeClr val="tx1"/>
                          </a:solidFill>
                          <a:latin typeface="Arial"/>
                        </a:defRPr>
                      </a:lvl6pPr>
                      <a:lvl7pPr marL="2742377" algn="l" defTabSz="914126" rtl="0" eaLnBrk="1" latinLnBrk="0" hangingPunct="1">
                        <a:defRPr sz="1799" kern="1200">
                          <a:solidFill>
                            <a:schemeClr val="tx1"/>
                          </a:solidFill>
                          <a:latin typeface="Arial"/>
                        </a:defRPr>
                      </a:lvl7pPr>
                      <a:lvl8pPr marL="3199440" algn="l" defTabSz="914126" rtl="0" eaLnBrk="1" latinLnBrk="0" hangingPunct="1">
                        <a:defRPr sz="1799" kern="1200">
                          <a:solidFill>
                            <a:schemeClr val="tx1"/>
                          </a:solidFill>
                          <a:latin typeface="Arial"/>
                        </a:defRPr>
                      </a:lvl8pPr>
                      <a:lvl9pPr marL="3656503" algn="l" defTabSz="914126" rtl="0" eaLnBrk="1" latinLnBrk="0" hangingPunct="1">
                        <a:defRPr sz="1799" kern="1200">
                          <a:solidFill>
                            <a:schemeClr val="tx1"/>
                          </a:solidFill>
                          <a:latin typeface="Arial"/>
                        </a:defRPr>
                      </a:lvl9pPr>
                    </a:lstStyle>
                    <a:p>
                      <a:pPr marL="0" marR="0" algn="just">
                        <a:spcBef>
                          <a:spcPts val="0"/>
                        </a:spcBef>
                        <a:spcAft>
                          <a:spcPts val="0"/>
                        </a:spcAft>
                      </a:pPr>
                      <a:r>
                        <a:rPr lang="en-US" sz="1000" dirty="0">
                          <a:latin typeface="Verdana"/>
                          <a:ea typeface="Calibri"/>
                          <a:cs typeface="Times New Roman"/>
                        </a:rPr>
                        <a:t>Overflow mode (modes detailed below) dictates the behavior when more bits are required than the word contains.</a:t>
                      </a:r>
                    </a:p>
                  </a:txBody>
                  <a:tcPr marL="7437" marR="743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D3DFEE"/>
                    </a:solidFill>
                  </a:tcPr>
                </a:tc>
                <a:tc hMerge="1">
                  <a:txBody>
                    <a:bodyPr/>
                    <a:lstStyle/>
                    <a:p>
                      <a:endParaRPr lang="en-US"/>
                    </a:p>
                  </a:txBody>
                  <a:tcPr/>
                </a:tc>
                <a:extLst>
                  <a:ext uri="{0D108BD9-81ED-4DB2-BD59-A6C34878D82A}">
                    <a16:rowId xmlns:a16="http://schemas.microsoft.com/office/drawing/2014/main" val="10012"/>
                  </a:ext>
                </a:extLst>
              </a:tr>
              <a:tr h="106860">
                <a:tc vMerge="1">
                  <a:txBody>
                    <a:bodyPr/>
                    <a:lstStyle/>
                    <a:p>
                      <a:endParaRPr lang="en-US"/>
                    </a:p>
                  </a:txBody>
                  <a:tcPr/>
                </a:tc>
                <a:tc>
                  <a:txBody>
                    <a:bodyPr/>
                    <a:lstStyle>
                      <a:lvl1pPr marL="0" algn="l" defTabSz="914126" rtl="0" eaLnBrk="1" latinLnBrk="0" hangingPunct="1">
                        <a:defRPr sz="1799" kern="1200">
                          <a:solidFill>
                            <a:schemeClr val="tx1"/>
                          </a:solidFill>
                          <a:latin typeface="Arial"/>
                        </a:defRPr>
                      </a:lvl1pPr>
                      <a:lvl2pPr marL="457063" algn="l" defTabSz="914126" rtl="0" eaLnBrk="1" latinLnBrk="0" hangingPunct="1">
                        <a:defRPr sz="1799" kern="1200">
                          <a:solidFill>
                            <a:schemeClr val="tx1"/>
                          </a:solidFill>
                          <a:latin typeface="Arial"/>
                        </a:defRPr>
                      </a:lvl2pPr>
                      <a:lvl3pPr marL="914126" algn="l" defTabSz="914126" rtl="0" eaLnBrk="1" latinLnBrk="0" hangingPunct="1">
                        <a:defRPr sz="1799" kern="1200">
                          <a:solidFill>
                            <a:schemeClr val="tx1"/>
                          </a:solidFill>
                          <a:latin typeface="Arial"/>
                        </a:defRPr>
                      </a:lvl3pPr>
                      <a:lvl4pPr marL="1371189" algn="l" defTabSz="914126" rtl="0" eaLnBrk="1" latinLnBrk="0" hangingPunct="1">
                        <a:defRPr sz="1799" kern="1200">
                          <a:solidFill>
                            <a:schemeClr val="tx1"/>
                          </a:solidFill>
                          <a:latin typeface="Arial"/>
                        </a:defRPr>
                      </a:lvl4pPr>
                      <a:lvl5pPr marL="1828251" algn="l" defTabSz="914126" rtl="0" eaLnBrk="1" latinLnBrk="0" hangingPunct="1">
                        <a:defRPr sz="1799" kern="1200">
                          <a:solidFill>
                            <a:schemeClr val="tx1"/>
                          </a:solidFill>
                          <a:latin typeface="Arial"/>
                        </a:defRPr>
                      </a:lvl5pPr>
                      <a:lvl6pPr marL="2285314" algn="l" defTabSz="914126" rtl="0" eaLnBrk="1" latinLnBrk="0" hangingPunct="1">
                        <a:defRPr sz="1799" kern="1200">
                          <a:solidFill>
                            <a:schemeClr val="tx1"/>
                          </a:solidFill>
                          <a:latin typeface="Arial"/>
                        </a:defRPr>
                      </a:lvl6pPr>
                      <a:lvl7pPr marL="2742377" algn="l" defTabSz="914126" rtl="0" eaLnBrk="1" latinLnBrk="0" hangingPunct="1">
                        <a:defRPr sz="1799" kern="1200">
                          <a:solidFill>
                            <a:schemeClr val="tx1"/>
                          </a:solidFill>
                          <a:latin typeface="Arial"/>
                        </a:defRPr>
                      </a:lvl7pPr>
                      <a:lvl8pPr marL="3199440" algn="l" defTabSz="914126" rtl="0" eaLnBrk="1" latinLnBrk="0" hangingPunct="1">
                        <a:defRPr sz="1799" kern="1200">
                          <a:solidFill>
                            <a:schemeClr val="tx1"/>
                          </a:solidFill>
                          <a:latin typeface="Arial"/>
                        </a:defRPr>
                      </a:lvl8pPr>
                      <a:lvl9pPr marL="3656503" algn="l" defTabSz="914126" rtl="0" eaLnBrk="1" latinLnBrk="0" hangingPunct="1">
                        <a:defRPr sz="1799" kern="1200">
                          <a:solidFill>
                            <a:schemeClr val="tx1"/>
                          </a:solidFill>
                          <a:latin typeface="Arial"/>
                        </a:defRPr>
                      </a:lvl9pPr>
                    </a:lstStyle>
                    <a:p>
                      <a:pPr marL="0" marR="0" algn="just">
                        <a:spcBef>
                          <a:spcPts val="0"/>
                        </a:spcBef>
                        <a:spcAft>
                          <a:spcPts val="0"/>
                        </a:spcAft>
                      </a:pPr>
                      <a:r>
                        <a:rPr lang="en-US" sz="1000" b="1" dirty="0">
                          <a:latin typeface="Verdana"/>
                          <a:ea typeface="Calibri"/>
                          <a:cs typeface="Times New Roman"/>
                        </a:rPr>
                        <a:t>AP_Fixed Mode</a:t>
                      </a:r>
                      <a:endParaRPr lang="en-US" sz="1000" dirty="0">
                        <a:latin typeface="Verdana"/>
                        <a:ea typeface="Calibri"/>
                        <a:cs typeface="Times New Roman"/>
                      </a:endParaRPr>
                    </a:p>
                  </a:txBody>
                  <a:tcPr marL="7437" marR="743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A7BFDE"/>
                    </a:solidFill>
                  </a:tcPr>
                </a:tc>
                <a:tc>
                  <a:txBody>
                    <a:bodyPr/>
                    <a:lstStyle>
                      <a:lvl1pPr marL="0" algn="l" defTabSz="914126" rtl="0" eaLnBrk="1" latinLnBrk="0" hangingPunct="1">
                        <a:defRPr sz="1799" kern="1200">
                          <a:solidFill>
                            <a:schemeClr val="tx1"/>
                          </a:solidFill>
                          <a:latin typeface="Arial"/>
                        </a:defRPr>
                      </a:lvl1pPr>
                      <a:lvl2pPr marL="457063" algn="l" defTabSz="914126" rtl="0" eaLnBrk="1" latinLnBrk="0" hangingPunct="1">
                        <a:defRPr sz="1799" kern="1200">
                          <a:solidFill>
                            <a:schemeClr val="tx1"/>
                          </a:solidFill>
                          <a:latin typeface="Arial"/>
                        </a:defRPr>
                      </a:lvl2pPr>
                      <a:lvl3pPr marL="914126" algn="l" defTabSz="914126" rtl="0" eaLnBrk="1" latinLnBrk="0" hangingPunct="1">
                        <a:defRPr sz="1799" kern="1200">
                          <a:solidFill>
                            <a:schemeClr val="tx1"/>
                          </a:solidFill>
                          <a:latin typeface="Arial"/>
                        </a:defRPr>
                      </a:lvl3pPr>
                      <a:lvl4pPr marL="1371189" algn="l" defTabSz="914126" rtl="0" eaLnBrk="1" latinLnBrk="0" hangingPunct="1">
                        <a:defRPr sz="1799" kern="1200">
                          <a:solidFill>
                            <a:schemeClr val="tx1"/>
                          </a:solidFill>
                          <a:latin typeface="Arial"/>
                        </a:defRPr>
                      </a:lvl4pPr>
                      <a:lvl5pPr marL="1828251" algn="l" defTabSz="914126" rtl="0" eaLnBrk="1" latinLnBrk="0" hangingPunct="1">
                        <a:defRPr sz="1799" kern="1200">
                          <a:solidFill>
                            <a:schemeClr val="tx1"/>
                          </a:solidFill>
                          <a:latin typeface="Arial"/>
                        </a:defRPr>
                      </a:lvl5pPr>
                      <a:lvl6pPr marL="2285314" algn="l" defTabSz="914126" rtl="0" eaLnBrk="1" latinLnBrk="0" hangingPunct="1">
                        <a:defRPr sz="1799" kern="1200">
                          <a:solidFill>
                            <a:schemeClr val="tx1"/>
                          </a:solidFill>
                          <a:latin typeface="Arial"/>
                        </a:defRPr>
                      </a:lvl6pPr>
                      <a:lvl7pPr marL="2742377" algn="l" defTabSz="914126" rtl="0" eaLnBrk="1" latinLnBrk="0" hangingPunct="1">
                        <a:defRPr sz="1799" kern="1200">
                          <a:solidFill>
                            <a:schemeClr val="tx1"/>
                          </a:solidFill>
                          <a:latin typeface="Arial"/>
                        </a:defRPr>
                      </a:lvl7pPr>
                      <a:lvl8pPr marL="3199440" algn="l" defTabSz="914126" rtl="0" eaLnBrk="1" latinLnBrk="0" hangingPunct="1">
                        <a:defRPr sz="1799" kern="1200">
                          <a:solidFill>
                            <a:schemeClr val="tx1"/>
                          </a:solidFill>
                          <a:latin typeface="Arial"/>
                        </a:defRPr>
                      </a:lvl8pPr>
                      <a:lvl9pPr marL="3656503" algn="l" defTabSz="914126" rtl="0" eaLnBrk="1" latinLnBrk="0" hangingPunct="1">
                        <a:defRPr sz="1799" kern="1200">
                          <a:solidFill>
                            <a:schemeClr val="tx1"/>
                          </a:solidFill>
                          <a:latin typeface="Arial"/>
                        </a:defRPr>
                      </a:lvl9pPr>
                    </a:lstStyle>
                    <a:p>
                      <a:pPr marL="0" marR="0" algn="just">
                        <a:spcBef>
                          <a:spcPts val="0"/>
                        </a:spcBef>
                        <a:spcAft>
                          <a:spcPts val="0"/>
                        </a:spcAft>
                      </a:pPr>
                      <a:r>
                        <a:rPr lang="en-US" sz="1000" b="1" dirty="0">
                          <a:latin typeface="Verdana"/>
                          <a:ea typeface="Calibri"/>
                          <a:cs typeface="Times New Roman"/>
                        </a:rPr>
                        <a:t>Description</a:t>
                      </a:r>
                      <a:endParaRPr lang="en-US" sz="1000" dirty="0">
                        <a:latin typeface="Verdana"/>
                        <a:ea typeface="Calibri"/>
                        <a:cs typeface="Times New Roman"/>
                      </a:endParaRPr>
                    </a:p>
                  </a:txBody>
                  <a:tcPr marL="7437" marR="743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A7BFDE"/>
                    </a:solidFill>
                  </a:tcPr>
                </a:tc>
                <a:extLst>
                  <a:ext uri="{0D108BD9-81ED-4DB2-BD59-A6C34878D82A}">
                    <a16:rowId xmlns:a16="http://schemas.microsoft.com/office/drawing/2014/main" val="10013"/>
                  </a:ext>
                </a:extLst>
              </a:tr>
              <a:tr h="106860">
                <a:tc vMerge="1">
                  <a:txBody>
                    <a:bodyPr/>
                    <a:lstStyle/>
                    <a:p>
                      <a:endParaRPr lang="en-US"/>
                    </a:p>
                  </a:txBody>
                  <a:tcPr/>
                </a:tc>
                <a:tc>
                  <a:txBody>
                    <a:bodyPr/>
                    <a:lstStyle>
                      <a:lvl1pPr marL="0" algn="l" defTabSz="914126" rtl="0" eaLnBrk="1" latinLnBrk="0" hangingPunct="1">
                        <a:defRPr sz="1799" kern="1200">
                          <a:solidFill>
                            <a:schemeClr val="tx1"/>
                          </a:solidFill>
                          <a:latin typeface="Arial"/>
                        </a:defRPr>
                      </a:lvl1pPr>
                      <a:lvl2pPr marL="457063" algn="l" defTabSz="914126" rtl="0" eaLnBrk="1" latinLnBrk="0" hangingPunct="1">
                        <a:defRPr sz="1799" kern="1200">
                          <a:solidFill>
                            <a:schemeClr val="tx1"/>
                          </a:solidFill>
                          <a:latin typeface="Arial"/>
                        </a:defRPr>
                      </a:lvl2pPr>
                      <a:lvl3pPr marL="914126" algn="l" defTabSz="914126" rtl="0" eaLnBrk="1" latinLnBrk="0" hangingPunct="1">
                        <a:defRPr sz="1799" kern="1200">
                          <a:solidFill>
                            <a:schemeClr val="tx1"/>
                          </a:solidFill>
                          <a:latin typeface="Arial"/>
                        </a:defRPr>
                      </a:lvl3pPr>
                      <a:lvl4pPr marL="1371189" algn="l" defTabSz="914126" rtl="0" eaLnBrk="1" latinLnBrk="0" hangingPunct="1">
                        <a:defRPr sz="1799" kern="1200">
                          <a:solidFill>
                            <a:schemeClr val="tx1"/>
                          </a:solidFill>
                          <a:latin typeface="Arial"/>
                        </a:defRPr>
                      </a:lvl4pPr>
                      <a:lvl5pPr marL="1828251" algn="l" defTabSz="914126" rtl="0" eaLnBrk="1" latinLnBrk="0" hangingPunct="1">
                        <a:defRPr sz="1799" kern="1200">
                          <a:solidFill>
                            <a:schemeClr val="tx1"/>
                          </a:solidFill>
                          <a:latin typeface="Arial"/>
                        </a:defRPr>
                      </a:lvl5pPr>
                      <a:lvl6pPr marL="2285314" algn="l" defTabSz="914126" rtl="0" eaLnBrk="1" latinLnBrk="0" hangingPunct="1">
                        <a:defRPr sz="1799" kern="1200">
                          <a:solidFill>
                            <a:schemeClr val="tx1"/>
                          </a:solidFill>
                          <a:latin typeface="Arial"/>
                        </a:defRPr>
                      </a:lvl6pPr>
                      <a:lvl7pPr marL="2742377" algn="l" defTabSz="914126" rtl="0" eaLnBrk="1" latinLnBrk="0" hangingPunct="1">
                        <a:defRPr sz="1799" kern="1200">
                          <a:solidFill>
                            <a:schemeClr val="tx1"/>
                          </a:solidFill>
                          <a:latin typeface="Arial"/>
                        </a:defRPr>
                      </a:lvl7pPr>
                      <a:lvl8pPr marL="3199440" algn="l" defTabSz="914126" rtl="0" eaLnBrk="1" latinLnBrk="0" hangingPunct="1">
                        <a:defRPr sz="1799" kern="1200">
                          <a:solidFill>
                            <a:schemeClr val="tx1"/>
                          </a:solidFill>
                          <a:latin typeface="Arial"/>
                        </a:defRPr>
                      </a:lvl8pPr>
                      <a:lvl9pPr marL="3656503" algn="l" defTabSz="914126" rtl="0" eaLnBrk="1" latinLnBrk="0" hangingPunct="1">
                        <a:defRPr sz="1799" kern="1200">
                          <a:solidFill>
                            <a:schemeClr val="tx1"/>
                          </a:solidFill>
                          <a:latin typeface="Arial"/>
                        </a:defRPr>
                      </a:lvl9pPr>
                    </a:lstStyle>
                    <a:p>
                      <a:pPr marL="0" marR="0" algn="just">
                        <a:spcBef>
                          <a:spcPts val="0"/>
                        </a:spcBef>
                        <a:spcAft>
                          <a:spcPts val="0"/>
                        </a:spcAft>
                      </a:pPr>
                      <a:r>
                        <a:rPr lang="en-US" sz="1000" dirty="0">
                          <a:latin typeface="Verdana"/>
                          <a:ea typeface="Calibri"/>
                          <a:cs typeface="Times New Roman"/>
                        </a:rPr>
                        <a:t>AP_SAT</a:t>
                      </a:r>
                    </a:p>
                  </a:txBody>
                  <a:tcPr marL="7437" marR="743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D3DFEE"/>
                    </a:solidFill>
                  </a:tcPr>
                </a:tc>
                <a:tc>
                  <a:txBody>
                    <a:bodyPr/>
                    <a:lstStyle>
                      <a:lvl1pPr marL="0" algn="l" defTabSz="914126" rtl="0" eaLnBrk="1" latinLnBrk="0" hangingPunct="1">
                        <a:defRPr sz="1799" kern="1200">
                          <a:solidFill>
                            <a:schemeClr val="tx1"/>
                          </a:solidFill>
                          <a:latin typeface="Arial"/>
                        </a:defRPr>
                      </a:lvl1pPr>
                      <a:lvl2pPr marL="457063" algn="l" defTabSz="914126" rtl="0" eaLnBrk="1" latinLnBrk="0" hangingPunct="1">
                        <a:defRPr sz="1799" kern="1200">
                          <a:solidFill>
                            <a:schemeClr val="tx1"/>
                          </a:solidFill>
                          <a:latin typeface="Arial"/>
                        </a:defRPr>
                      </a:lvl2pPr>
                      <a:lvl3pPr marL="914126" algn="l" defTabSz="914126" rtl="0" eaLnBrk="1" latinLnBrk="0" hangingPunct="1">
                        <a:defRPr sz="1799" kern="1200">
                          <a:solidFill>
                            <a:schemeClr val="tx1"/>
                          </a:solidFill>
                          <a:latin typeface="Arial"/>
                        </a:defRPr>
                      </a:lvl3pPr>
                      <a:lvl4pPr marL="1371189" algn="l" defTabSz="914126" rtl="0" eaLnBrk="1" latinLnBrk="0" hangingPunct="1">
                        <a:defRPr sz="1799" kern="1200">
                          <a:solidFill>
                            <a:schemeClr val="tx1"/>
                          </a:solidFill>
                          <a:latin typeface="Arial"/>
                        </a:defRPr>
                      </a:lvl4pPr>
                      <a:lvl5pPr marL="1828251" algn="l" defTabSz="914126" rtl="0" eaLnBrk="1" latinLnBrk="0" hangingPunct="1">
                        <a:defRPr sz="1799" kern="1200">
                          <a:solidFill>
                            <a:schemeClr val="tx1"/>
                          </a:solidFill>
                          <a:latin typeface="Arial"/>
                        </a:defRPr>
                      </a:lvl5pPr>
                      <a:lvl6pPr marL="2285314" algn="l" defTabSz="914126" rtl="0" eaLnBrk="1" latinLnBrk="0" hangingPunct="1">
                        <a:defRPr sz="1799" kern="1200">
                          <a:solidFill>
                            <a:schemeClr val="tx1"/>
                          </a:solidFill>
                          <a:latin typeface="Arial"/>
                        </a:defRPr>
                      </a:lvl6pPr>
                      <a:lvl7pPr marL="2742377" algn="l" defTabSz="914126" rtl="0" eaLnBrk="1" latinLnBrk="0" hangingPunct="1">
                        <a:defRPr sz="1799" kern="1200">
                          <a:solidFill>
                            <a:schemeClr val="tx1"/>
                          </a:solidFill>
                          <a:latin typeface="Arial"/>
                        </a:defRPr>
                      </a:lvl7pPr>
                      <a:lvl8pPr marL="3199440" algn="l" defTabSz="914126" rtl="0" eaLnBrk="1" latinLnBrk="0" hangingPunct="1">
                        <a:defRPr sz="1799" kern="1200">
                          <a:solidFill>
                            <a:schemeClr val="tx1"/>
                          </a:solidFill>
                          <a:latin typeface="Arial"/>
                        </a:defRPr>
                      </a:lvl8pPr>
                      <a:lvl9pPr marL="3656503" algn="l" defTabSz="914126" rtl="0" eaLnBrk="1" latinLnBrk="0" hangingPunct="1">
                        <a:defRPr sz="1799" kern="1200">
                          <a:solidFill>
                            <a:schemeClr val="tx1"/>
                          </a:solidFill>
                          <a:latin typeface="Arial"/>
                        </a:defRPr>
                      </a:lvl9pPr>
                    </a:lstStyle>
                    <a:p>
                      <a:pPr marL="0" marR="0" algn="just">
                        <a:spcBef>
                          <a:spcPts val="0"/>
                        </a:spcBef>
                        <a:spcAft>
                          <a:spcPts val="0"/>
                        </a:spcAft>
                      </a:pPr>
                      <a:r>
                        <a:rPr lang="en-US" sz="1000" dirty="0">
                          <a:latin typeface="Verdana"/>
                          <a:ea typeface="Calibri"/>
                          <a:cs typeface="Times New Roman"/>
                        </a:rPr>
                        <a:t>Saturation</a:t>
                      </a:r>
                    </a:p>
                  </a:txBody>
                  <a:tcPr marL="7437" marR="743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D3DFEE"/>
                    </a:solidFill>
                  </a:tcPr>
                </a:tc>
                <a:extLst>
                  <a:ext uri="{0D108BD9-81ED-4DB2-BD59-A6C34878D82A}">
                    <a16:rowId xmlns:a16="http://schemas.microsoft.com/office/drawing/2014/main" val="10014"/>
                  </a:ext>
                </a:extLst>
              </a:tr>
              <a:tr h="106860">
                <a:tc vMerge="1">
                  <a:txBody>
                    <a:bodyPr/>
                    <a:lstStyle/>
                    <a:p>
                      <a:endParaRPr lang="en-US"/>
                    </a:p>
                  </a:txBody>
                  <a:tcPr/>
                </a:tc>
                <a:tc>
                  <a:txBody>
                    <a:bodyPr/>
                    <a:lstStyle>
                      <a:lvl1pPr marL="0" algn="l" defTabSz="914126" rtl="0" eaLnBrk="1" latinLnBrk="0" hangingPunct="1">
                        <a:defRPr sz="1799" kern="1200">
                          <a:solidFill>
                            <a:schemeClr val="tx1"/>
                          </a:solidFill>
                          <a:latin typeface="Arial"/>
                        </a:defRPr>
                      </a:lvl1pPr>
                      <a:lvl2pPr marL="457063" algn="l" defTabSz="914126" rtl="0" eaLnBrk="1" latinLnBrk="0" hangingPunct="1">
                        <a:defRPr sz="1799" kern="1200">
                          <a:solidFill>
                            <a:schemeClr val="tx1"/>
                          </a:solidFill>
                          <a:latin typeface="Arial"/>
                        </a:defRPr>
                      </a:lvl2pPr>
                      <a:lvl3pPr marL="914126" algn="l" defTabSz="914126" rtl="0" eaLnBrk="1" latinLnBrk="0" hangingPunct="1">
                        <a:defRPr sz="1799" kern="1200">
                          <a:solidFill>
                            <a:schemeClr val="tx1"/>
                          </a:solidFill>
                          <a:latin typeface="Arial"/>
                        </a:defRPr>
                      </a:lvl3pPr>
                      <a:lvl4pPr marL="1371189" algn="l" defTabSz="914126" rtl="0" eaLnBrk="1" latinLnBrk="0" hangingPunct="1">
                        <a:defRPr sz="1799" kern="1200">
                          <a:solidFill>
                            <a:schemeClr val="tx1"/>
                          </a:solidFill>
                          <a:latin typeface="Arial"/>
                        </a:defRPr>
                      </a:lvl4pPr>
                      <a:lvl5pPr marL="1828251" algn="l" defTabSz="914126" rtl="0" eaLnBrk="1" latinLnBrk="0" hangingPunct="1">
                        <a:defRPr sz="1799" kern="1200">
                          <a:solidFill>
                            <a:schemeClr val="tx1"/>
                          </a:solidFill>
                          <a:latin typeface="Arial"/>
                        </a:defRPr>
                      </a:lvl5pPr>
                      <a:lvl6pPr marL="2285314" algn="l" defTabSz="914126" rtl="0" eaLnBrk="1" latinLnBrk="0" hangingPunct="1">
                        <a:defRPr sz="1799" kern="1200">
                          <a:solidFill>
                            <a:schemeClr val="tx1"/>
                          </a:solidFill>
                          <a:latin typeface="Arial"/>
                        </a:defRPr>
                      </a:lvl6pPr>
                      <a:lvl7pPr marL="2742377" algn="l" defTabSz="914126" rtl="0" eaLnBrk="1" latinLnBrk="0" hangingPunct="1">
                        <a:defRPr sz="1799" kern="1200">
                          <a:solidFill>
                            <a:schemeClr val="tx1"/>
                          </a:solidFill>
                          <a:latin typeface="Arial"/>
                        </a:defRPr>
                      </a:lvl7pPr>
                      <a:lvl8pPr marL="3199440" algn="l" defTabSz="914126" rtl="0" eaLnBrk="1" latinLnBrk="0" hangingPunct="1">
                        <a:defRPr sz="1799" kern="1200">
                          <a:solidFill>
                            <a:schemeClr val="tx1"/>
                          </a:solidFill>
                          <a:latin typeface="Arial"/>
                        </a:defRPr>
                      </a:lvl8pPr>
                      <a:lvl9pPr marL="3656503" algn="l" defTabSz="914126" rtl="0" eaLnBrk="1" latinLnBrk="0" hangingPunct="1">
                        <a:defRPr sz="1799" kern="1200">
                          <a:solidFill>
                            <a:schemeClr val="tx1"/>
                          </a:solidFill>
                          <a:latin typeface="Arial"/>
                        </a:defRPr>
                      </a:lvl9pPr>
                    </a:lstStyle>
                    <a:p>
                      <a:pPr marL="0" marR="0" algn="just">
                        <a:spcBef>
                          <a:spcPts val="0"/>
                        </a:spcBef>
                        <a:spcAft>
                          <a:spcPts val="0"/>
                        </a:spcAft>
                      </a:pPr>
                      <a:r>
                        <a:rPr lang="en-US" sz="1000" dirty="0">
                          <a:latin typeface="Verdana"/>
                          <a:ea typeface="Calibri"/>
                          <a:cs typeface="Times New Roman"/>
                        </a:rPr>
                        <a:t>AP_SAT_ZERO</a:t>
                      </a:r>
                    </a:p>
                  </a:txBody>
                  <a:tcPr marL="7437" marR="743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A7BFDE"/>
                    </a:solidFill>
                  </a:tcPr>
                </a:tc>
                <a:tc>
                  <a:txBody>
                    <a:bodyPr/>
                    <a:lstStyle>
                      <a:lvl1pPr marL="0" algn="l" defTabSz="914126" rtl="0" eaLnBrk="1" latinLnBrk="0" hangingPunct="1">
                        <a:defRPr sz="1799" kern="1200">
                          <a:solidFill>
                            <a:schemeClr val="tx1"/>
                          </a:solidFill>
                          <a:latin typeface="Arial"/>
                        </a:defRPr>
                      </a:lvl1pPr>
                      <a:lvl2pPr marL="457063" algn="l" defTabSz="914126" rtl="0" eaLnBrk="1" latinLnBrk="0" hangingPunct="1">
                        <a:defRPr sz="1799" kern="1200">
                          <a:solidFill>
                            <a:schemeClr val="tx1"/>
                          </a:solidFill>
                          <a:latin typeface="Arial"/>
                        </a:defRPr>
                      </a:lvl2pPr>
                      <a:lvl3pPr marL="914126" algn="l" defTabSz="914126" rtl="0" eaLnBrk="1" latinLnBrk="0" hangingPunct="1">
                        <a:defRPr sz="1799" kern="1200">
                          <a:solidFill>
                            <a:schemeClr val="tx1"/>
                          </a:solidFill>
                          <a:latin typeface="Arial"/>
                        </a:defRPr>
                      </a:lvl3pPr>
                      <a:lvl4pPr marL="1371189" algn="l" defTabSz="914126" rtl="0" eaLnBrk="1" latinLnBrk="0" hangingPunct="1">
                        <a:defRPr sz="1799" kern="1200">
                          <a:solidFill>
                            <a:schemeClr val="tx1"/>
                          </a:solidFill>
                          <a:latin typeface="Arial"/>
                        </a:defRPr>
                      </a:lvl4pPr>
                      <a:lvl5pPr marL="1828251" algn="l" defTabSz="914126" rtl="0" eaLnBrk="1" latinLnBrk="0" hangingPunct="1">
                        <a:defRPr sz="1799" kern="1200">
                          <a:solidFill>
                            <a:schemeClr val="tx1"/>
                          </a:solidFill>
                          <a:latin typeface="Arial"/>
                        </a:defRPr>
                      </a:lvl5pPr>
                      <a:lvl6pPr marL="2285314" algn="l" defTabSz="914126" rtl="0" eaLnBrk="1" latinLnBrk="0" hangingPunct="1">
                        <a:defRPr sz="1799" kern="1200">
                          <a:solidFill>
                            <a:schemeClr val="tx1"/>
                          </a:solidFill>
                          <a:latin typeface="Arial"/>
                        </a:defRPr>
                      </a:lvl6pPr>
                      <a:lvl7pPr marL="2742377" algn="l" defTabSz="914126" rtl="0" eaLnBrk="1" latinLnBrk="0" hangingPunct="1">
                        <a:defRPr sz="1799" kern="1200">
                          <a:solidFill>
                            <a:schemeClr val="tx1"/>
                          </a:solidFill>
                          <a:latin typeface="Arial"/>
                        </a:defRPr>
                      </a:lvl7pPr>
                      <a:lvl8pPr marL="3199440" algn="l" defTabSz="914126" rtl="0" eaLnBrk="1" latinLnBrk="0" hangingPunct="1">
                        <a:defRPr sz="1799" kern="1200">
                          <a:solidFill>
                            <a:schemeClr val="tx1"/>
                          </a:solidFill>
                          <a:latin typeface="Arial"/>
                        </a:defRPr>
                      </a:lvl8pPr>
                      <a:lvl9pPr marL="3656503" algn="l" defTabSz="914126" rtl="0" eaLnBrk="1" latinLnBrk="0" hangingPunct="1">
                        <a:defRPr sz="1799" kern="1200">
                          <a:solidFill>
                            <a:schemeClr val="tx1"/>
                          </a:solidFill>
                          <a:latin typeface="Arial"/>
                        </a:defRPr>
                      </a:lvl9pPr>
                    </a:lstStyle>
                    <a:p>
                      <a:pPr marL="0" marR="0" algn="just">
                        <a:spcBef>
                          <a:spcPts val="0"/>
                        </a:spcBef>
                        <a:spcAft>
                          <a:spcPts val="0"/>
                        </a:spcAft>
                      </a:pPr>
                      <a:r>
                        <a:rPr lang="en-US" sz="1000" dirty="0">
                          <a:latin typeface="Verdana"/>
                          <a:ea typeface="Calibri"/>
                          <a:cs typeface="Times New Roman"/>
                        </a:rPr>
                        <a:t>Saturation to zero</a:t>
                      </a:r>
                    </a:p>
                  </a:txBody>
                  <a:tcPr marL="7437" marR="743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A7BFDE"/>
                    </a:solidFill>
                  </a:tcPr>
                </a:tc>
                <a:extLst>
                  <a:ext uri="{0D108BD9-81ED-4DB2-BD59-A6C34878D82A}">
                    <a16:rowId xmlns:a16="http://schemas.microsoft.com/office/drawing/2014/main" val="10015"/>
                  </a:ext>
                </a:extLst>
              </a:tr>
              <a:tr h="106860">
                <a:tc vMerge="1">
                  <a:txBody>
                    <a:bodyPr/>
                    <a:lstStyle/>
                    <a:p>
                      <a:endParaRPr lang="en-US"/>
                    </a:p>
                  </a:txBody>
                  <a:tcPr/>
                </a:tc>
                <a:tc>
                  <a:txBody>
                    <a:bodyPr/>
                    <a:lstStyle>
                      <a:lvl1pPr marL="0" algn="l" defTabSz="914126" rtl="0" eaLnBrk="1" latinLnBrk="0" hangingPunct="1">
                        <a:defRPr sz="1799" kern="1200">
                          <a:solidFill>
                            <a:schemeClr val="tx1"/>
                          </a:solidFill>
                          <a:latin typeface="Arial"/>
                        </a:defRPr>
                      </a:lvl1pPr>
                      <a:lvl2pPr marL="457063" algn="l" defTabSz="914126" rtl="0" eaLnBrk="1" latinLnBrk="0" hangingPunct="1">
                        <a:defRPr sz="1799" kern="1200">
                          <a:solidFill>
                            <a:schemeClr val="tx1"/>
                          </a:solidFill>
                          <a:latin typeface="Arial"/>
                        </a:defRPr>
                      </a:lvl2pPr>
                      <a:lvl3pPr marL="914126" algn="l" defTabSz="914126" rtl="0" eaLnBrk="1" latinLnBrk="0" hangingPunct="1">
                        <a:defRPr sz="1799" kern="1200">
                          <a:solidFill>
                            <a:schemeClr val="tx1"/>
                          </a:solidFill>
                          <a:latin typeface="Arial"/>
                        </a:defRPr>
                      </a:lvl3pPr>
                      <a:lvl4pPr marL="1371189" algn="l" defTabSz="914126" rtl="0" eaLnBrk="1" latinLnBrk="0" hangingPunct="1">
                        <a:defRPr sz="1799" kern="1200">
                          <a:solidFill>
                            <a:schemeClr val="tx1"/>
                          </a:solidFill>
                          <a:latin typeface="Arial"/>
                        </a:defRPr>
                      </a:lvl4pPr>
                      <a:lvl5pPr marL="1828251" algn="l" defTabSz="914126" rtl="0" eaLnBrk="1" latinLnBrk="0" hangingPunct="1">
                        <a:defRPr sz="1799" kern="1200">
                          <a:solidFill>
                            <a:schemeClr val="tx1"/>
                          </a:solidFill>
                          <a:latin typeface="Arial"/>
                        </a:defRPr>
                      </a:lvl5pPr>
                      <a:lvl6pPr marL="2285314" algn="l" defTabSz="914126" rtl="0" eaLnBrk="1" latinLnBrk="0" hangingPunct="1">
                        <a:defRPr sz="1799" kern="1200">
                          <a:solidFill>
                            <a:schemeClr val="tx1"/>
                          </a:solidFill>
                          <a:latin typeface="Arial"/>
                        </a:defRPr>
                      </a:lvl6pPr>
                      <a:lvl7pPr marL="2742377" algn="l" defTabSz="914126" rtl="0" eaLnBrk="1" latinLnBrk="0" hangingPunct="1">
                        <a:defRPr sz="1799" kern="1200">
                          <a:solidFill>
                            <a:schemeClr val="tx1"/>
                          </a:solidFill>
                          <a:latin typeface="Arial"/>
                        </a:defRPr>
                      </a:lvl7pPr>
                      <a:lvl8pPr marL="3199440" algn="l" defTabSz="914126" rtl="0" eaLnBrk="1" latinLnBrk="0" hangingPunct="1">
                        <a:defRPr sz="1799" kern="1200">
                          <a:solidFill>
                            <a:schemeClr val="tx1"/>
                          </a:solidFill>
                          <a:latin typeface="Arial"/>
                        </a:defRPr>
                      </a:lvl8pPr>
                      <a:lvl9pPr marL="3656503" algn="l" defTabSz="914126" rtl="0" eaLnBrk="1" latinLnBrk="0" hangingPunct="1">
                        <a:defRPr sz="1799" kern="1200">
                          <a:solidFill>
                            <a:schemeClr val="tx1"/>
                          </a:solidFill>
                          <a:latin typeface="Arial"/>
                        </a:defRPr>
                      </a:lvl9pPr>
                    </a:lstStyle>
                    <a:p>
                      <a:pPr marL="0" marR="0" algn="just">
                        <a:spcBef>
                          <a:spcPts val="0"/>
                        </a:spcBef>
                        <a:spcAft>
                          <a:spcPts val="0"/>
                        </a:spcAft>
                      </a:pPr>
                      <a:r>
                        <a:rPr lang="en-US" sz="1000" dirty="0">
                          <a:latin typeface="Verdana"/>
                          <a:ea typeface="Calibri"/>
                          <a:cs typeface="Times New Roman"/>
                        </a:rPr>
                        <a:t>AP_SAT_SYM</a:t>
                      </a:r>
                    </a:p>
                  </a:txBody>
                  <a:tcPr marL="7437" marR="743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D3DFEE"/>
                    </a:solidFill>
                  </a:tcPr>
                </a:tc>
                <a:tc>
                  <a:txBody>
                    <a:bodyPr/>
                    <a:lstStyle>
                      <a:lvl1pPr marL="0" algn="l" defTabSz="914126" rtl="0" eaLnBrk="1" latinLnBrk="0" hangingPunct="1">
                        <a:defRPr sz="1799" kern="1200">
                          <a:solidFill>
                            <a:schemeClr val="tx1"/>
                          </a:solidFill>
                          <a:latin typeface="Arial"/>
                        </a:defRPr>
                      </a:lvl1pPr>
                      <a:lvl2pPr marL="457063" algn="l" defTabSz="914126" rtl="0" eaLnBrk="1" latinLnBrk="0" hangingPunct="1">
                        <a:defRPr sz="1799" kern="1200">
                          <a:solidFill>
                            <a:schemeClr val="tx1"/>
                          </a:solidFill>
                          <a:latin typeface="Arial"/>
                        </a:defRPr>
                      </a:lvl2pPr>
                      <a:lvl3pPr marL="914126" algn="l" defTabSz="914126" rtl="0" eaLnBrk="1" latinLnBrk="0" hangingPunct="1">
                        <a:defRPr sz="1799" kern="1200">
                          <a:solidFill>
                            <a:schemeClr val="tx1"/>
                          </a:solidFill>
                          <a:latin typeface="Arial"/>
                        </a:defRPr>
                      </a:lvl3pPr>
                      <a:lvl4pPr marL="1371189" algn="l" defTabSz="914126" rtl="0" eaLnBrk="1" latinLnBrk="0" hangingPunct="1">
                        <a:defRPr sz="1799" kern="1200">
                          <a:solidFill>
                            <a:schemeClr val="tx1"/>
                          </a:solidFill>
                          <a:latin typeface="Arial"/>
                        </a:defRPr>
                      </a:lvl4pPr>
                      <a:lvl5pPr marL="1828251" algn="l" defTabSz="914126" rtl="0" eaLnBrk="1" latinLnBrk="0" hangingPunct="1">
                        <a:defRPr sz="1799" kern="1200">
                          <a:solidFill>
                            <a:schemeClr val="tx1"/>
                          </a:solidFill>
                          <a:latin typeface="Arial"/>
                        </a:defRPr>
                      </a:lvl5pPr>
                      <a:lvl6pPr marL="2285314" algn="l" defTabSz="914126" rtl="0" eaLnBrk="1" latinLnBrk="0" hangingPunct="1">
                        <a:defRPr sz="1799" kern="1200">
                          <a:solidFill>
                            <a:schemeClr val="tx1"/>
                          </a:solidFill>
                          <a:latin typeface="Arial"/>
                        </a:defRPr>
                      </a:lvl6pPr>
                      <a:lvl7pPr marL="2742377" algn="l" defTabSz="914126" rtl="0" eaLnBrk="1" latinLnBrk="0" hangingPunct="1">
                        <a:defRPr sz="1799" kern="1200">
                          <a:solidFill>
                            <a:schemeClr val="tx1"/>
                          </a:solidFill>
                          <a:latin typeface="Arial"/>
                        </a:defRPr>
                      </a:lvl7pPr>
                      <a:lvl8pPr marL="3199440" algn="l" defTabSz="914126" rtl="0" eaLnBrk="1" latinLnBrk="0" hangingPunct="1">
                        <a:defRPr sz="1799" kern="1200">
                          <a:solidFill>
                            <a:schemeClr val="tx1"/>
                          </a:solidFill>
                          <a:latin typeface="Arial"/>
                        </a:defRPr>
                      </a:lvl8pPr>
                      <a:lvl9pPr marL="3656503" algn="l" defTabSz="914126" rtl="0" eaLnBrk="1" latinLnBrk="0" hangingPunct="1">
                        <a:defRPr sz="1799" kern="1200">
                          <a:solidFill>
                            <a:schemeClr val="tx1"/>
                          </a:solidFill>
                          <a:latin typeface="Arial"/>
                        </a:defRPr>
                      </a:lvl9pPr>
                    </a:lstStyle>
                    <a:p>
                      <a:pPr marL="0" marR="0" algn="just">
                        <a:spcBef>
                          <a:spcPts val="0"/>
                        </a:spcBef>
                        <a:spcAft>
                          <a:spcPts val="0"/>
                        </a:spcAft>
                      </a:pPr>
                      <a:r>
                        <a:rPr lang="en-US" sz="1000" dirty="0">
                          <a:latin typeface="Verdana"/>
                          <a:ea typeface="Calibri"/>
                          <a:cs typeface="Times New Roman"/>
                        </a:rPr>
                        <a:t>Symmetrical saturation</a:t>
                      </a:r>
                    </a:p>
                  </a:txBody>
                  <a:tcPr marL="7437" marR="743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D3DFEE"/>
                    </a:solidFill>
                  </a:tcPr>
                </a:tc>
                <a:extLst>
                  <a:ext uri="{0D108BD9-81ED-4DB2-BD59-A6C34878D82A}">
                    <a16:rowId xmlns:a16="http://schemas.microsoft.com/office/drawing/2014/main" val="10016"/>
                  </a:ext>
                </a:extLst>
              </a:tr>
              <a:tr h="106860">
                <a:tc vMerge="1">
                  <a:txBody>
                    <a:bodyPr/>
                    <a:lstStyle/>
                    <a:p>
                      <a:endParaRPr lang="en-US"/>
                    </a:p>
                  </a:txBody>
                  <a:tcPr/>
                </a:tc>
                <a:tc>
                  <a:txBody>
                    <a:bodyPr/>
                    <a:lstStyle>
                      <a:lvl1pPr marL="0" algn="l" defTabSz="914126" rtl="0" eaLnBrk="1" latinLnBrk="0" hangingPunct="1">
                        <a:defRPr sz="1799" kern="1200">
                          <a:solidFill>
                            <a:schemeClr val="tx1"/>
                          </a:solidFill>
                          <a:latin typeface="Arial"/>
                        </a:defRPr>
                      </a:lvl1pPr>
                      <a:lvl2pPr marL="457063" algn="l" defTabSz="914126" rtl="0" eaLnBrk="1" latinLnBrk="0" hangingPunct="1">
                        <a:defRPr sz="1799" kern="1200">
                          <a:solidFill>
                            <a:schemeClr val="tx1"/>
                          </a:solidFill>
                          <a:latin typeface="Arial"/>
                        </a:defRPr>
                      </a:lvl2pPr>
                      <a:lvl3pPr marL="914126" algn="l" defTabSz="914126" rtl="0" eaLnBrk="1" latinLnBrk="0" hangingPunct="1">
                        <a:defRPr sz="1799" kern="1200">
                          <a:solidFill>
                            <a:schemeClr val="tx1"/>
                          </a:solidFill>
                          <a:latin typeface="Arial"/>
                        </a:defRPr>
                      </a:lvl3pPr>
                      <a:lvl4pPr marL="1371189" algn="l" defTabSz="914126" rtl="0" eaLnBrk="1" latinLnBrk="0" hangingPunct="1">
                        <a:defRPr sz="1799" kern="1200">
                          <a:solidFill>
                            <a:schemeClr val="tx1"/>
                          </a:solidFill>
                          <a:latin typeface="Arial"/>
                        </a:defRPr>
                      </a:lvl4pPr>
                      <a:lvl5pPr marL="1828251" algn="l" defTabSz="914126" rtl="0" eaLnBrk="1" latinLnBrk="0" hangingPunct="1">
                        <a:defRPr sz="1799" kern="1200">
                          <a:solidFill>
                            <a:schemeClr val="tx1"/>
                          </a:solidFill>
                          <a:latin typeface="Arial"/>
                        </a:defRPr>
                      </a:lvl5pPr>
                      <a:lvl6pPr marL="2285314" algn="l" defTabSz="914126" rtl="0" eaLnBrk="1" latinLnBrk="0" hangingPunct="1">
                        <a:defRPr sz="1799" kern="1200">
                          <a:solidFill>
                            <a:schemeClr val="tx1"/>
                          </a:solidFill>
                          <a:latin typeface="Arial"/>
                        </a:defRPr>
                      </a:lvl6pPr>
                      <a:lvl7pPr marL="2742377" algn="l" defTabSz="914126" rtl="0" eaLnBrk="1" latinLnBrk="0" hangingPunct="1">
                        <a:defRPr sz="1799" kern="1200">
                          <a:solidFill>
                            <a:schemeClr val="tx1"/>
                          </a:solidFill>
                          <a:latin typeface="Arial"/>
                        </a:defRPr>
                      </a:lvl7pPr>
                      <a:lvl8pPr marL="3199440" algn="l" defTabSz="914126" rtl="0" eaLnBrk="1" latinLnBrk="0" hangingPunct="1">
                        <a:defRPr sz="1799" kern="1200">
                          <a:solidFill>
                            <a:schemeClr val="tx1"/>
                          </a:solidFill>
                          <a:latin typeface="Arial"/>
                        </a:defRPr>
                      </a:lvl8pPr>
                      <a:lvl9pPr marL="3656503" algn="l" defTabSz="914126" rtl="0" eaLnBrk="1" latinLnBrk="0" hangingPunct="1">
                        <a:defRPr sz="1799" kern="1200">
                          <a:solidFill>
                            <a:schemeClr val="tx1"/>
                          </a:solidFill>
                          <a:latin typeface="Arial"/>
                        </a:defRPr>
                      </a:lvl9pPr>
                    </a:lstStyle>
                    <a:p>
                      <a:pPr marL="0" marR="0" algn="just">
                        <a:spcBef>
                          <a:spcPts val="0"/>
                        </a:spcBef>
                        <a:spcAft>
                          <a:spcPts val="0"/>
                        </a:spcAft>
                      </a:pPr>
                      <a:r>
                        <a:rPr lang="en-US" sz="1000" dirty="0">
                          <a:latin typeface="Verdana"/>
                          <a:ea typeface="Calibri"/>
                          <a:cs typeface="Times New Roman"/>
                        </a:rPr>
                        <a:t>AP_WRAP</a:t>
                      </a:r>
                    </a:p>
                  </a:txBody>
                  <a:tcPr marL="7437" marR="743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A7BFDE"/>
                    </a:solidFill>
                  </a:tcPr>
                </a:tc>
                <a:tc>
                  <a:txBody>
                    <a:bodyPr/>
                    <a:lstStyle>
                      <a:lvl1pPr marL="0" algn="l" defTabSz="914126" rtl="0" eaLnBrk="1" latinLnBrk="0" hangingPunct="1">
                        <a:defRPr sz="1799" kern="1200">
                          <a:solidFill>
                            <a:schemeClr val="tx1"/>
                          </a:solidFill>
                          <a:latin typeface="Arial"/>
                        </a:defRPr>
                      </a:lvl1pPr>
                      <a:lvl2pPr marL="457063" algn="l" defTabSz="914126" rtl="0" eaLnBrk="1" latinLnBrk="0" hangingPunct="1">
                        <a:defRPr sz="1799" kern="1200">
                          <a:solidFill>
                            <a:schemeClr val="tx1"/>
                          </a:solidFill>
                          <a:latin typeface="Arial"/>
                        </a:defRPr>
                      </a:lvl2pPr>
                      <a:lvl3pPr marL="914126" algn="l" defTabSz="914126" rtl="0" eaLnBrk="1" latinLnBrk="0" hangingPunct="1">
                        <a:defRPr sz="1799" kern="1200">
                          <a:solidFill>
                            <a:schemeClr val="tx1"/>
                          </a:solidFill>
                          <a:latin typeface="Arial"/>
                        </a:defRPr>
                      </a:lvl3pPr>
                      <a:lvl4pPr marL="1371189" algn="l" defTabSz="914126" rtl="0" eaLnBrk="1" latinLnBrk="0" hangingPunct="1">
                        <a:defRPr sz="1799" kern="1200">
                          <a:solidFill>
                            <a:schemeClr val="tx1"/>
                          </a:solidFill>
                          <a:latin typeface="Arial"/>
                        </a:defRPr>
                      </a:lvl4pPr>
                      <a:lvl5pPr marL="1828251" algn="l" defTabSz="914126" rtl="0" eaLnBrk="1" latinLnBrk="0" hangingPunct="1">
                        <a:defRPr sz="1799" kern="1200">
                          <a:solidFill>
                            <a:schemeClr val="tx1"/>
                          </a:solidFill>
                          <a:latin typeface="Arial"/>
                        </a:defRPr>
                      </a:lvl5pPr>
                      <a:lvl6pPr marL="2285314" algn="l" defTabSz="914126" rtl="0" eaLnBrk="1" latinLnBrk="0" hangingPunct="1">
                        <a:defRPr sz="1799" kern="1200">
                          <a:solidFill>
                            <a:schemeClr val="tx1"/>
                          </a:solidFill>
                          <a:latin typeface="Arial"/>
                        </a:defRPr>
                      </a:lvl6pPr>
                      <a:lvl7pPr marL="2742377" algn="l" defTabSz="914126" rtl="0" eaLnBrk="1" latinLnBrk="0" hangingPunct="1">
                        <a:defRPr sz="1799" kern="1200">
                          <a:solidFill>
                            <a:schemeClr val="tx1"/>
                          </a:solidFill>
                          <a:latin typeface="Arial"/>
                        </a:defRPr>
                      </a:lvl7pPr>
                      <a:lvl8pPr marL="3199440" algn="l" defTabSz="914126" rtl="0" eaLnBrk="1" latinLnBrk="0" hangingPunct="1">
                        <a:defRPr sz="1799" kern="1200">
                          <a:solidFill>
                            <a:schemeClr val="tx1"/>
                          </a:solidFill>
                          <a:latin typeface="Arial"/>
                        </a:defRPr>
                      </a:lvl8pPr>
                      <a:lvl9pPr marL="3656503" algn="l" defTabSz="914126" rtl="0" eaLnBrk="1" latinLnBrk="0" hangingPunct="1">
                        <a:defRPr sz="1799" kern="1200">
                          <a:solidFill>
                            <a:schemeClr val="tx1"/>
                          </a:solidFill>
                          <a:latin typeface="Arial"/>
                        </a:defRPr>
                      </a:lvl9pPr>
                    </a:lstStyle>
                    <a:p>
                      <a:pPr marL="0" marR="0" algn="just">
                        <a:spcBef>
                          <a:spcPts val="0"/>
                        </a:spcBef>
                        <a:spcAft>
                          <a:spcPts val="0"/>
                        </a:spcAft>
                      </a:pPr>
                      <a:r>
                        <a:rPr lang="en-US" sz="1000" dirty="0">
                          <a:latin typeface="Verdana"/>
                          <a:ea typeface="Calibri"/>
                          <a:cs typeface="Times New Roman"/>
                        </a:rPr>
                        <a:t>Wrap around (default)</a:t>
                      </a:r>
                    </a:p>
                  </a:txBody>
                  <a:tcPr marL="7437" marR="743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A7BFDE"/>
                    </a:solidFill>
                  </a:tcPr>
                </a:tc>
                <a:extLst>
                  <a:ext uri="{0D108BD9-81ED-4DB2-BD59-A6C34878D82A}">
                    <a16:rowId xmlns:a16="http://schemas.microsoft.com/office/drawing/2014/main" val="10017"/>
                  </a:ext>
                </a:extLst>
              </a:tr>
              <a:tr h="124472">
                <a:tc vMerge="1">
                  <a:txBody>
                    <a:bodyPr/>
                    <a:lstStyle/>
                    <a:p>
                      <a:endParaRPr lang="en-US"/>
                    </a:p>
                  </a:txBody>
                  <a:tcPr/>
                </a:tc>
                <a:tc>
                  <a:txBody>
                    <a:bodyPr/>
                    <a:lstStyle>
                      <a:lvl1pPr marL="0" algn="l" defTabSz="914126" rtl="0" eaLnBrk="1" latinLnBrk="0" hangingPunct="1">
                        <a:defRPr sz="1799" kern="1200">
                          <a:solidFill>
                            <a:schemeClr val="tx1"/>
                          </a:solidFill>
                          <a:latin typeface="Arial"/>
                        </a:defRPr>
                      </a:lvl1pPr>
                      <a:lvl2pPr marL="457063" algn="l" defTabSz="914126" rtl="0" eaLnBrk="1" latinLnBrk="0" hangingPunct="1">
                        <a:defRPr sz="1799" kern="1200">
                          <a:solidFill>
                            <a:schemeClr val="tx1"/>
                          </a:solidFill>
                          <a:latin typeface="Arial"/>
                        </a:defRPr>
                      </a:lvl2pPr>
                      <a:lvl3pPr marL="914126" algn="l" defTabSz="914126" rtl="0" eaLnBrk="1" latinLnBrk="0" hangingPunct="1">
                        <a:defRPr sz="1799" kern="1200">
                          <a:solidFill>
                            <a:schemeClr val="tx1"/>
                          </a:solidFill>
                          <a:latin typeface="Arial"/>
                        </a:defRPr>
                      </a:lvl3pPr>
                      <a:lvl4pPr marL="1371189" algn="l" defTabSz="914126" rtl="0" eaLnBrk="1" latinLnBrk="0" hangingPunct="1">
                        <a:defRPr sz="1799" kern="1200">
                          <a:solidFill>
                            <a:schemeClr val="tx1"/>
                          </a:solidFill>
                          <a:latin typeface="Arial"/>
                        </a:defRPr>
                      </a:lvl4pPr>
                      <a:lvl5pPr marL="1828251" algn="l" defTabSz="914126" rtl="0" eaLnBrk="1" latinLnBrk="0" hangingPunct="1">
                        <a:defRPr sz="1799" kern="1200">
                          <a:solidFill>
                            <a:schemeClr val="tx1"/>
                          </a:solidFill>
                          <a:latin typeface="Arial"/>
                        </a:defRPr>
                      </a:lvl5pPr>
                      <a:lvl6pPr marL="2285314" algn="l" defTabSz="914126" rtl="0" eaLnBrk="1" latinLnBrk="0" hangingPunct="1">
                        <a:defRPr sz="1799" kern="1200">
                          <a:solidFill>
                            <a:schemeClr val="tx1"/>
                          </a:solidFill>
                          <a:latin typeface="Arial"/>
                        </a:defRPr>
                      </a:lvl6pPr>
                      <a:lvl7pPr marL="2742377" algn="l" defTabSz="914126" rtl="0" eaLnBrk="1" latinLnBrk="0" hangingPunct="1">
                        <a:defRPr sz="1799" kern="1200">
                          <a:solidFill>
                            <a:schemeClr val="tx1"/>
                          </a:solidFill>
                          <a:latin typeface="Arial"/>
                        </a:defRPr>
                      </a:lvl7pPr>
                      <a:lvl8pPr marL="3199440" algn="l" defTabSz="914126" rtl="0" eaLnBrk="1" latinLnBrk="0" hangingPunct="1">
                        <a:defRPr sz="1799" kern="1200">
                          <a:solidFill>
                            <a:schemeClr val="tx1"/>
                          </a:solidFill>
                          <a:latin typeface="Arial"/>
                        </a:defRPr>
                      </a:lvl8pPr>
                      <a:lvl9pPr marL="3656503" algn="l" defTabSz="914126" rtl="0" eaLnBrk="1" latinLnBrk="0" hangingPunct="1">
                        <a:defRPr sz="1799" kern="1200">
                          <a:solidFill>
                            <a:schemeClr val="tx1"/>
                          </a:solidFill>
                          <a:latin typeface="Arial"/>
                        </a:defRPr>
                      </a:lvl9pPr>
                    </a:lstStyle>
                    <a:p>
                      <a:pPr marL="0" marR="0" algn="just">
                        <a:spcBef>
                          <a:spcPts val="0"/>
                        </a:spcBef>
                        <a:spcAft>
                          <a:spcPts val="0"/>
                        </a:spcAft>
                      </a:pPr>
                      <a:r>
                        <a:rPr lang="en-US" sz="1000" dirty="0">
                          <a:latin typeface="Verdana"/>
                          <a:ea typeface="Calibri"/>
                          <a:cs typeface="Times New Roman"/>
                        </a:rPr>
                        <a:t>AP_WRAP_SM</a:t>
                      </a:r>
                    </a:p>
                  </a:txBody>
                  <a:tcPr marL="7437" marR="743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D3DFEE"/>
                    </a:solidFill>
                  </a:tcPr>
                </a:tc>
                <a:tc>
                  <a:txBody>
                    <a:bodyPr/>
                    <a:lstStyle>
                      <a:lvl1pPr marL="0" algn="l" defTabSz="914126" rtl="0" eaLnBrk="1" latinLnBrk="0" hangingPunct="1">
                        <a:defRPr sz="1799" kern="1200">
                          <a:solidFill>
                            <a:schemeClr val="tx1"/>
                          </a:solidFill>
                          <a:latin typeface="Arial"/>
                        </a:defRPr>
                      </a:lvl1pPr>
                      <a:lvl2pPr marL="457063" algn="l" defTabSz="914126" rtl="0" eaLnBrk="1" latinLnBrk="0" hangingPunct="1">
                        <a:defRPr sz="1799" kern="1200">
                          <a:solidFill>
                            <a:schemeClr val="tx1"/>
                          </a:solidFill>
                          <a:latin typeface="Arial"/>
                        </a:defRPr>
                      </a:lvl2pPr>
                      <a:lvl3pPr marL="914126" algn="l" defTabSz="914126" rtl="0" eaLnBrk="1" latinLnBrk="0" hangingPunct="1">
                        <a:defRPr sz="1799" kern="1200">
                          <a:solidFill>
                            <a:schemeClr val="tx1"/>
                          </a:solidFill>
                          <a:latin typeface="Arial"/>
                        </a:defRPr>
                      </a:lvl3pPr>
                      <a:lvl4pPr marL="1371189" algn="l" defTabSz="914126" rtl="0" eaLnBrk="1" latinLnBrk="0" hangingPunct="1">
                        <a:defRPr sz="1799" kern="1200">
                          <a:solidFill>
                            <a:schemeClr val="tx1"/>
                          </a:solidFill>
                          <a:latin typeface="Arial"/>
                        </a:defRPr>
                      </a:lvl4pPr>
                      <a:lvl5pPr marL="1828251" algn="l" defTabSz="914126" rtl="0" eaLnBrk="1" latinLnBrk="0" hangingPunct="1">
                        <a:defRPr sz="1799" kern="1200">
                          <a:solidFill>
                            <a:schemeClr val="tx1"/>
                          </a:solidFill>
                          <a:latin typeface="Arial"/>
                        </a:defRPr>
                      </a:lvl5pPr>
                      <a:lvl6pPr marL="2285314" algn="l" defTabSz="914126" rtl="0" eaLnBrk="1" latinLnBrk="0" hangingPunct="1">
                        <a:defRPr sz="1799" kern="1200">
                          <a:solidFill>
                            <a:schemeClr val="tx1"/>
                          </a:solidFill>
                          <a:latin typeface="Arial"/>
                        </a:defRPr>
                      </a:lvl6pPr>
                      <a:lvl7pPr marL="2742377" algn="l" defTabSz="914126" rtl="0" eaLnBrk="1" latinLnBrk="0" hangingPunct="1">
                        <a:defRPr sz="1799" kern="1200">
                          <a:solidFill>
                            <a:schemeClr val="tx1"/>
                          </a:solidFill>
                          <a:latin typeface="Arial"/>
                        </a:defRPr>
                      </a:lvl7pPr>
                      <a:lvl8pPr marL="3199440" algn="l" defTabSz="914126" rtl="0" eaLnBrk="1" latinLnBrk="0" hangingPunct="1">
                        <a:defRPr sz="1799" kern="1200">
                          <a:solidFill>
                            <a:schemeClr val="tx1"/>
                          </a:solidFill>
                          <a:latin typeface="Arial"/>
                        </a:defRPr>
                      </a:lvl8pPr>
                      <a:lvl9pPr marL="3656503" algn="l" defTabSz="914126" rtl="0" eaLnBrk="1" latinLnBrk="0" hangingPunct="1">
                        <a:defRPr sz="1799" kern="1200">
                          <a:solidFill>
                            <a:schemeClr val="tx1"/>
                          </a:solidFill>
                          <a:latin typeface="Arial"/>
                        </a:defRPr>
                      </a:lvl9pPr>
                    </a:lstStyle>
                    <a:p>
                      <a:pPr marL="0" marR="0" algn="just">
                        <a:spcBef>
                          <a:spcPts val="0"/>
                        </a:spcBef>
                        <a:spcAft>
                          <a:spcPts val="0"/>
                        </a:spcAft>
                      </a:pPr>
                      <a:r>
                        <a:rPr lang="en-US" sz="1000" dirty="0">
                          <a:latin typeface="Verdana"/>
                          <a:ea typeface="Calibri"/>
                          <a:cs typeface="Times New Roman"/>
                        </a:rPr>
                        <a:t>Sign magnitude wrap around</a:t>
                      </a:r>
                    </a:p>
                  </a:txBody>
                  <a:tcPr marL="7437" marR="743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D3DFEE"/>
                    </a:solidFill>
                  </a:tcPr>
                </a:tc>
                <a:extLst>
                  <a:ext uri="{0D108BD9-81ED-4DB2-BD59-A6C34878D82A}">
                    <a16:rowId xmlns:a16="http://schemas.microsoft.com/office/drawing/2014/main" val="10018"/>
                  </a:ext>
                </a:extLst>
              </a:tr>
              <a:tr h="106860">
                <a:tc>
                  <a:txBody>
                    <a:bodyPr/>
                    <a:lstStyle>
                      <a:lvl1pPr marL="0" algn="l" defTabSz="914126" rtl="0" eaLnBrk="1" latinLnBrk="0" hangingPunct="1">
                        <a:defRPr sz="1799" kern="1200">
                          <a:solidFill>
                            <a:schemeClr val="tx1"/>
                          </a:solidFill>
                          <a:latin typeface="Arial"/>
                        </a:defRPr>
                      </a:lvl1pPr>
                      <a:lvl2pPr marL="457063" algn="l" defTabSz="914126" rtl="0" eaLnBrk="1" latinLnBrk="0" hangingPunct="1">
                        <a:defRPr sz="1799" kern="1200">
                          <a:solidFill>
                            <a:schemeClr val="tx1"/>
                          </a:solidFill>
                          <a:latin typeface="Arial"/>
                        </a:defRPr>
                      </a:lvl2pPr>
                      <a:lvl3pPr marL="914126" algn="l" defTabSz="914126" rtl="0" eaLnBrk="1" latinLnBrk="0" hangingPunct="1">
                        <a:defRPr sz="1799" kern="1200">
                          <a:solidFill>
                            <a:schemeClr val="tx1"/>
                          </a:solidFill>
                          <a:latin typeface="Arial"/>
                        </a:defRPr>
                      </a:lvl3pPr>
                      <a:lvl4pPr marL="1371189" algn="l" defTabSz="914126" rtl="0" eaLnBrk="1" latinLnBrk="0" hangingPunct="1">
                        <a:defRPr sz="1799" kern="1200">
                          <a:solidFill>
                            <a:schemeClr val="tx1"/>
                          </a:solidFill>
                          <a:latin typeface="Arial"/>
                        </a:defRPr>
                      </a:lvl4pPr>
                      <a:lvl5pPr marL="1828251" algn="l" defTabSz="914126" rtl="0" eaLnBrk="1" latinLnBrk="0" hangingPunct="1">
                        <a:defRPr sz="1799" kern="1200">
                          <a:solidFill>
                            <a:schemeClr val="tx1"/>
                          </a:solidFill>
                          <a:latin typeface="Arial"/>
                        </a:defRPr>
                      </a:lvl5pPr>
                      <a:lvl6pPr marL="2285314" algn="l" defTabSz="914126" rtl="0" eaLnBrk="1" latinLnBrk="0" hangingPunct="1">
                        <a:defRPr sz="1799" kern="1200">
                          <a:solidFill>
                            <a:schemeClr val="tx1"/>
                          </a:solidFill>
                          <a:latin typeface="Arial"/>
                        </a:defRPr>
                      </a:lvl6pPr>
                      <a:lvl7pPr marL="2742377" algn="l" defTabSz="914126" rtl="0" eaLnBrk="1" latinLnBrk="0" hangingPunct="1">
                        <a:defRPr sz="1799" kern="1200">
                          <a:solidFill>
                            <a:schemeClr val="tx1"/>
                          </a:solidFill>
                          <a:latin typeface="Arial"/>
                        </a:defRPr>
                      </a:lvl7pPr>
                      <a:lvl8pPr marL="3199440" algn="l" defTabSz="914126" rtl="0" eaLnBrk="1" latinLnBrk="0" hangingPunct="1">
                        <a:defRPr sz="1799" kern="1200">
                          <a:solidFill>
                            <a:schemeClr val="tx1"/>
                          </a:solidFill>
                          <a:latin typeface="Arial"/>
                        </a:defRPr>
                      </a:lvl8pPr>
                      <a:lvl9pPr marL="3656503" algn="l" defTabSz="914126" rtl="0" eaLnBrk="1" latinLnBrk="0" hangingPunct="1">
                        <a:defRPr sz="1799" kern="1200">
                          <a:solidFill>
                            <a:schemeClr val="tx1"/>
                          </a:solidFill>
                          <a:latin typeface="Arial"/>
                        </a:defRPr>
                      </a:lvl9pPr>
                    </a:lstStyle>
                    <a:p>
                      <a:pPr marL="0" marR="0" algn="ctr">
                        <a:spcBef>
                          <a:spcPts val="0"/>
                        </a:spcBef>
                        <a:spcAft>
                          <a:spcPts val="0"/>
                        </a:spcAft>
                      </a:pPr>
                      <a:r>
                        <a:rPr lang="en-US" sz="1000" b="1" dirty="0">
                          <a:solidFill>
                            <a:srgbClr val="FFFFFF"/>
                          </a:solidFill>
                          <a:latin typeface="Verdana"/>
                          <a:ea typeface="Calibri"/>
                          <a:cs typeface="Times New Roman"/>
                        </a:rPr>
                        <a:t>N</a:t>
                      </a:r>
                      <a:endParaRPr lang="en-US" sz="1000" dirty="0">
                        <a:latin typeface="Verdana"/>
                        <a:ea typeface="Calibri"/>
                        <a:cs typeface="Times New Roman"/>
                      </a:endParaRPr>
                    </a:p>
                  </a:txBody>
                  <a:tcPr marL="7437" marR="743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4F81BD"/>
                    </a:solidFill>
                  </a:tcPr>
                </a:tc>
                <a:tc gridSpan="2">
                  <a:txBody>
                    <a:bodyPr/>
                    <a:lstStyle>
                      <a:lvl1pPr marL="0" algn="l" defTabSz="914126" rtl="0" eaLnBrk="1" latinLnBrk="0" hangingPunct="1">
                        <a:defRPr sz="1799" kern="1200">
                          <a:solidFill>
                            <a:schemeClr val="tx1"/>
                          </a:solidFill>
                          <a:latin typeface="Arial"/>
                        </a:defRPr>
                      </a:lvl1pPr>
                      <a:lvl2pPr marL="457063" algn="l" defTabSz="914126" rtl="0" eaLnBrk="1" latinLnBrk="0" hangingPunct="1">
                        <a:defRPr sz="1799" kern="1200">
                          <a:solidFill>
                            <a:schemeClr val="tx1"/>
                          </a:solidFill>
                          <a:latin typeface="Arial"/>
                        </a:defRPr>
                      </a:lvl2pPr>
                      <a:lvl3pPr marL="914126" algn="l" defTabSz="914126" rtl="0" eaLnBrk="1" latinLnBrk="0" hangingPunct="1">
                        <a:defRPr sz="1799" kern="1200">
                          <a:solidFill>
                            <a:schemeClr val="tx1"/>
                          </a:solidFill>
                          <a:latin typeface="Arial"/>
                        </a:defRPr>
                      </a:lvl3pPr>
                      <a:lvl4pPr marL="1371189" algn="l" defTabSz="914126" rtl="0" eaLnBrk="1" latinLnBrk="0" hangingPunct="1">
                        <a:defRPr sz="1799" kern="1200">
                          <a:solidFill>
                            <a:schemeClr val="tx1"/>
                          </a:solidFill>
                          <a:latin typeface="Arial"/>
                        </a:defRPr>
                      </a:lvl4pPr>
                      <a:lvl5pPr marL="1828251" algn="l" defTabSz="914126" rtl="0" eaLnBrk="1" latinLnBrk="0" hangingPunct="1">
                        <a:defRPr sz="1799" kern="1200">
                          <a:solidFill>
                            <a:schemeClr val="tx1"/>
                          </a:solidFill>
                          <a:latin typeface="Arial"/>
                        </a:defRPr>
                      </a:lvl5pPr>
                      <a:lvl6pPr marL="2285314" algn="l" defTabSz="914126" rtl="0" eaLnBrk="1" latinLnBrk="0" hangingPunct="1">
                        <a:defRPr sz="1799" kern="1200">
                          <a:solidFill>
                            <a:schemeClr val="tx1"/>
                          </a:solidFill>
                          <a:latin typeface="Arial"/>
                        </a:defRPr>
                      </a:lvl6pPr>
                      <a:lvl7pPr marL="2742377" algn="l" defTabSz="914126" rtl="0" eaLnBrk="1" latinLnBrk="0" hangingPunct="1">
                        <a:defRPr sz="1799" kern="1200">
                          <a:solidFill>
                            <a:schemeClr val="tx1"/>
                          </a:solidFill>
                          <a:latin typeface="Arial"/>
                        </a:defRPr>
                      </a:lvl7pPr>
                      <a:lvl8pPr marL="3199440" algn="l" defTabSz="914126" rtl="0" eaLnBrk="1" latinLnBrk="0" hangingPunct="1">
                        <a:defRPr sz="1799" kern="1200">
                          <a:solidFill>
                            <a:schemeClr val="tx1"/>
                          </a:solidFill>
                          <a:latin typeface="Arial"/>
                        </a:defRPr>
                      </a:lvl8pPr>
                      <a:lvl9pPr marL="3656503" algn="l" defTabSz="914126" rtl="0" eaLnBrk="1" latinLnBrk="0" hangingPunct="1">
                        <a:defRPr sz="1799" kern="1200">
                          <a:solidFill>
                            <a:schemeClr val="tx1"/>
                          </a:solidFill>
                          <a:latin typeface="Arial"/>
                        </a:defRPr>
                      </a:lvl9pPr>
                    </a:lstStyle>
                    <a:p>
                      <a:pPr marL="0" marR="0" algn="just">
                        <a:spcBef>
                          <a:spcPts val="0"/>
                        </a:spcBef>
                        <a:spcAft>
                          <a:spcPts val="0"/>
                        </a:spcAft>
                      </a:pPr>
                      <a:r>
                        <a:rPr lang="en-US" sz="1000" dirty="0">
                          <a:latin typeface="Verdana"/>
                          <a:ea typeface="Calibri"/>
                          <a:cs typeface="Times New Roman"/>
                        </a:rPr>
                        <a:t>The number of saturation bits in wrap modes.</a:t>
                      </a:r>
                    </a:p>
                  </a:txBody>
                  <a:tcPr marL="7437" marR="743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A7BFDE"/>
                    </a:solidFill>
                  </a:tcPr>
                </a:tc>
                <a:tc hMerge="1">
                  <a:txBody>
                    <a:bodyPr/>
                    <a:lstStyle/>
                    <a:p>
                      <a:endParaRPr lang="en-US"/>
                    </a:p>
                  </a:txBody>
                  <a:tcPr/>
                </a:tc>
                <a:extLst>
                  <a:ext uri="{0D108BD9-81ED-4DB2-BD59-A6C34878D82A}">
                    <a16:rowId xmlns:a16="http://schemas.microsoft.com/office/drawing/2014/main" val="10019"/>
                  </a:ext>
                </a:extLst>
              </a:tr>
            </a:tbl>
          </a:graphicData>
        </a:graphic>
      </p:graphicFrame>
      <p:sp>
        <p:nvSpPr>
          <p:cNvPr id="30" name="TextBox 29">
            <a:extLst>
              <a:ext uri="{FF2B5EF4-FFF2-40B4-BE49-F238E27FC236}">
                <a16:creationId xmlns:a16="http://schemas.microsoft.com/office/drawing/2014/main" id="{DA1FECAF-D848-479E-9098-B4912E658089}"/>
              </a:ext>
            </a:extLst>
          </p:cNvPr>
          <p:cNvSpPr txBox="1"/>
          <p:nvPr/>
        </p:nvSpPr>
        <p:spPr>
          <a:xfrm>
            <a:off x="6961214" y="2457556"/>
            <a:ext cx="2150120" cy="246221"/>
          </a:xfrm>
          <a:prstGeom prst="rect">
            <a:avLst/>
          </a:prstGeom>
          <a:solidFill>
            <a:srgbClr val="FFFF99"/>
          </a:solidFill>
          <a:ln w="28575">
            <a:solidFill>
              <a:srgbClr val="000000"/>
            </a:solidFill>
          </a:ln>
          <a:effectLst>
            <a:innerShdw blurRad="63500" dist="50800" dir="2700000">
              <a:prstClr val="black">
                <a:alpha val="50000"/>
              </a:prstClr>
            </a:innerShdw>
          </a:effectLst>
        </p:spPr>
        <p:txBody>
          <a:bodyPr wrap="square" rtlCol="0">
            <a:spAutoFit/>
          </a:bodyPr>
          <a:lstStyle/>
          <a:p>
            <a:pPr algn="ctr" defTabSz="914400" fontAlgn="base">
              <a:spcBef>
                <a:spcPct val="0"/>
              </a:spcBef>
              <a:spcAft>
                <a:spcPct val="0"/>
              </a:spcAft>
              <a:defRPr/>
            </a:pPr>
            <a:r>
              <a:rPr lang="en-US" sz="1000" b="1" kern="0" dirty="0">
                <a:solidFill>
                  <a:srgbClr val="000000"/>
                </a:solidFill>
              </a:rPr>
              <a:t>Binary point  : W = I + B</a:t>
            </a:r>
          </a:p>
        </p:txBody>
      </p:sp>
      <p:cxnSp>
        <p:nvCxnSpPr>
          <p:cNvPr id="31" name="Straight Arrow Connector 30">
            <a:extLst>
              <a:ext uri="{FF2B5EF4-FFF2-40B4-BE49-F238E27FC236}">
                <a16:creationId xmlns:a16="http://schemas.microsoft.com/office/drawing/2014/main" id="{74A497F1-3DC0-400F-97CA-23C33A510064}"/>
              </a:ext>
            </a:extLst>
          </p:cNvPr>
          <p:cNvCxnSpPr/>
          <p:nvPr/>
        </p:nvCxnSpPr>
        <p:spPr>
          <a:xfrm flipV="1">
            <a:off x="8087467" y="2166105"/>
            <a:ext cx="0" cy="238326"/>
          </a:xfrm>
          <a:prstGeom prst="straightConnector1">
            <a:avLst/>
          </a:prstGeom>
          <a:noFill/>
          <a:ln w="38100" cap="flat" cmpd="sng" algn="ctr">
            <a:solidFill>
              <a:srgbClr val="000000"/>
            </a:solidFill>
            <a:prstDash val="solid"/>
            <a:headEnd type="none" w="med" len="med"/>
            <a:tailEnd type="triangle" w="med" len="med"/>
          </a:ln>
          <a:effectLst>
            <a:outerShdw blurRad="40000" dist="23000" dir="5400000" rotWithShape="0">
              <a:srgbClr val="000000">
                <a:alpha val="35000"/>
              </a:srgbClr>
            </a:outerShdw>
          </a:effectLst>
        </p:spPr>
      </p:cxnSp>
      <p:sp>
        <p:nvSpPr>
          <p:cNvPr id="32" name="TextBox 31">
            <a:extLst>
              <a:ext uri="{FF2B5EF4-FFF2-40B4-BE49-F238E27FC236}">
                <a16:creationId xmlns:a16="http://schemas.microsoft.com/office/drawing/2014/main" id="{8F821EB7-0FB4-458B-80B9-731480D1D60C}"/>
              </a:ext>
            </a:extLst>
          </p:cNvPr>
          <p:cNvSpPr txBox="1"/>
          <p:nvPr/>
        </p:nvSpPr>
        <p:spPr>
          <a:xfrm>
            <a:off x="6265673" y="1448503"/>
            <a:ext cx="3429955" cy="276999"/>
          </a:xfrm>
          <a:prstGeom prst="rect">
            <a:avLst/>
          </a:prstGeom>
          <a:gradFill rotWithShape="1">
            <a:gsLst>
              <a:gs pos="0">
                <a:srgbClr val="008CA8">
                  <a:tint val="50000"/>
                  <a:satMod val="300000"/>
                </a:srgbClr>
              </a:gs>
              <a:gs pos="35000">
                <a:srgbClr val="008CA8">
                  <a:tint val="37000"/>
                  <a:satMod val="300000"/>
                </a:srgbClr>
              </a:gs>
              <a:gs pos="100000">
                <a:srgbClr val="008CA8">
                  <a:tint val="15000"/>
                  <a:satMod val="350000"/>
                </a:srgbClr>
              </a:gs>
            </a:gsLst>
            <a:lin ang="16200000" scaled="1"/>
          </a:gradFill>
          <a:ln w="9525" cap="flat" cmpd="sng" algn="ctr">
            <a:solidFill>
              <a:srgbClr val="008CA8">
                <a:shade val="95000"/>
                <a:satMod val="105000"/>
              </a:srgbClr>
            </a:solidFill>
            <a:prstDash val="solid"/>
          </a:ln>
          <a:effectLst>
            <a:outerShdw blurRad="50800" dist="63500" dir="2700000" algn="tl" rotWithShape="0">
              <a:prstClr val="black">
                <a:alpha val="40000"/>
              </a:prstClr>
            </a:outerShdw>
          </a:effectLst>
        </p:spPr>
        <p:txBody>
          <a:bodyPr wrap="square" rtlCol="0">
            <a:spAutoFit/>
          </a:bodyPr>
          <a:lstStyle/>
          <a:p>
            <a:pPr algn="ctr" defTabSz="914400" fontAlgn="base">
              <a:spcBef>
                <a:spcPct val="0"/>
              </a:spcBef>
              <a:spcAft>
                <a:spcPct val="0"/>
              </a:spcAft>
              <a:defRPr/>
            </a:pPr>
            <a:r>
              <a:rPr lang="en-US" sz="1200" b="1" kern="0" dirty="0">
                <a:solidFill>
                  <a:srgbClr val="000000"/>
                </a:solidFill>
                <a:latin typeface="Arial"/>
              </a:rPr>
              <a:t>ap_[u]fixed&lt;W, I , Q, O , N&gt; 	</a:t>
            </a:r>
          </a:p>
        </p:txBody>
      </p:sp>
      <p:grpSp>
        <p:nvGrpSpPr>
          <p:cNvPr id="34" name="Group 44">
            <a:extLst>
              <a:ext uri="{FF2B5EF4-FFF2-40B4-BE49-F238E27FC236}">
                <a16:creationId xmlns:a16="http://schemas.microsoft.com/office/drawing/2014/main" id="{DEB6E936-3A7E-45D2-930C-FCD82562B9A2}"/>
              </a:ext>
            </a:extLst>
          </p:cNvPr>
          <p:cNvGrpSpPr>
            <a:grpSpLocks/>
          </p:cNvGrpSpPr>
          <p:nvPr/>
        </p:nvGrpSpPr>
        <p:grpSpPr bwMode="auto">
          <a:xfrm>
            <a:off x="6777609" y="1858865"/>
            <a:ext cx="2254777" cy="255902"/>
            <a:chOff x="5562282" y="5151438"/>
            <a:chExt cx="2636837" cy="449262"/>
          </a:xfrm>
        </p:grpSpPr>
        <p:sp>
          <p:nvSpPr>
            <p:cNvPr id="35" name="Rectangle 34">
              <a:extLst>
                <a:ext uri="{FF2B5EF4-FFF2-40B4-BE49-F238E27FC236}">
                  <a16:creationId xmlns:a16="http://schemas.microsoft.com/office/drawing/2014/main" id="{31BF3C40-ACBF-4EDC-A088-C93FFB502D9E}"/>
                </a:ext>
              </a:extLst>
            </p:cNvPr>
            <p:cNvSpPr/>
            <p:nvPr/>
          </p:nvSpPr>
          <p:spPr>
            <a:xfrm>
              <a:off x="5562282" y="5151438"/>
              <a:ext cx="350837" cy="449262"/>
            </a:xfrm>
            <a:prstGeom prst="rect">
              <a:avLst/>
            </a:prstGeom>
            <a:gradFill rotWithShape="1">
              <a:gsLst>
                <a:gs pos="0">
                  <a:srgbClr val="B20838">
                    <a:lumMod val="75000"/>
                  </a:srgbClr>
                </a:gs>
                <a:gs pos="100000">
                  <a:srgbClr val="B20838">
                    <a:lumMod val="40000"/>
                    <a:lumOff val="60000"/>
                  </a:srgbClr>
                </a:gs>
              </a:gsLst>
              <a:lin ang="16200000" scaled="0"/>
            </a:gradFill>
            <a:ln w="9525" cap="flat" cmpd="sng" algn="ctr">
              <a:solidFill>
                <a:srgbClr val="B20838">
                  <a:lumMod val="50000"/>
                </a:srgbClr>
              </a:solidFill>
              <a:prstDash val="solid"/>
            </a:ln>
            <a:effectLst>
              <a:outerShdw blurRad="40000" dist="23000" dir="5400000" rotWithShape="0">
                <a:srgbClr val="000000">
                  <a:alpha val="35000"/>
                </a:srgbClr>
              </a:outerShdw>
            </a:effectLst>
          </p:spPr>
          <p:txBody>
            <a:bodyPr lIns="0" rIns="0" anchor="ctr"/>
            <a:lstStyle/>
            <a:p>
              <a:pPr algn="ctr" defTabSz="914400" fontAlgn="base">
                <a:spcBef>
                  <a:spcPct val="0"/>
                </a:spcBef>
                <a:spcAft>
                  <a:spcPct val="0"/>
                </a:spcAft>
                <a:defRPr/>
              </a:pPr>
              <a:r>
                <a:rPr lang="en-US" sz="700" b="1" kern="0" dirty="0">
                  <a:solidFill>
                    <a:srgbClr val="FFFFFF"/>
                  </a:solidFill>
                  <a:latin typeface="Arial"/>
                </a:rPr>
                <a:t>I-1</a:t>
              </a:r>
            </a:p>
          </p:txBody>
        </p:sp>
        <p:sp>
          <p:nvSpPr>
            <p:cNvPr id="36" name="Rectangle 35">
              <a:extLst>
                <a:ext uri="{FF2B5EF4-FFF2-40B4-BE49-F238E27FC236}">
                  <a16:creationId xmlns:a16="http://schemas.microsoft.com/office/drawing/2014/main" id="{346D6D78-57F6-44B7-82B0-C30FCAD3CD28}"/>
                </a:ext>
              </a:extLst>
            </p:cNvPr>
            <p:cNvSpPr/>
            <p:nvPr/>
          </p:nvSpPr>
          <p:spPr>
            <a:xfrm>
              <a:off x="7086282" y="5151438"/>
              <a:ext cx="350837" cy="449262"/>
            </a:xfrm>
            <a:prstGeom prst="rect">
              <a:avLst/>
            </a:prstGeom>
            <a:gradFill rotWithShape="1">
              <a:gsLst>
                <a:gs pos="0">
                  <a:srgbClr val="6D7076">
                    <a:lumMod val="75000"/>
                  </a:srgbClr>
                </a:gs>
                <a:gs pos="100000">
                  <a:srgbClr val="6D7076">
                    <a:lumMod val="60000"/>
                    <a:lumOff val="40000"/>
                  </a:srgbClr>
                </a:gs>
              </a:gsLst>
              <a:lin ang="16200000" scaled="0"/>
            </a:gradFill>
            <a:ln w="9525" cap="flat" cmpd="sng" algn="ctr">
              <a:solidFill>
                <a:srgbClr val="6D7076">
                  <a:lumMod val="50000"/>
                </a:srgbClr>
              </a:solidFill>
              <a:prstDash val="solid"/>
            </a:ln>
            <a:effectLst>
              <a:outerShdw blurRad="40000" dist="23000" dir="5400000" rotWithShape="0">
                <a:srgbClr val="000000">
                  <a:alpha val="35000"/>
                </a:srgbClr>
              </a:outerShdw>
            </a:effectLst>
          </p:spPr>
          <p:txBody>
            <a:bodyPr lIns="0" rIns="0" anchor="ctr"/>
            <a:lstStyle/>
            <a:p>
              <a:pPr algn="ctr" defTabSz="914400" fontAlgn="base">
                <a:spcBef>
                  <a:spcPct val="0"/>
                </a:spcBef>
                <a:spcAft>
                  <a:spcPct val="0"/>
                </a:spcAft>
                <a:defRPr/>
              </a:pPr>
              <a:r>
                <a:rPr lang="en-US" sz="700" b="1" kern="0" dirty="0">
                  <a:solidFill>
                    <a:srgbClr val="FFFFFF"/>
                  </a:solidFill>
                  <a:latin typeface="Arial"/>
                </a:rPr>
                <a:t>-1</a:t>
              </a:r>
            </a:p>
          </p:txBody>
        </p:sp>
        <p:sp>
          <p:nvSpPr>
            <p:cNvPr id="37" name="Rectangle 36">
              <a:extLst>
                <a:ext uri="{FF2B5EF4-FFF2-40B4-BE49-F238E27FC236}">
                  <a16:creationId xmlns:a16="http://schemas.microsoft.com/office/drawing/2014/main" id="{6F4FDAB1-D6CE-4D60-B292-BD52F3D15A4A}"/>
                </a:ext>
              </a:extLst>
            </p:cNvPr>
            <p:cNvSpPr/>
            <p:nvPr/>
          </p:nvSpPr>
          <p:spPr>
            <a:xfrm>
              <a:off x="7467282" y="5151438"/>
              <a:ext cx="350837" cy="449262"/>
            </a:xfrm>
            <a:prstGeom prst="rect">
              <a:avLst/>
            </a:prstGeom>
            <a:gradFill rotWithShape="1">
              <a:gsLst>
                <a:gs pos="0">
                  <a:srgbClr val="6D7076">
                    <a:lumMod val="75000"/>
                  </a:srgbClr>
                </a:gs>
                <a:gs pos="100000">
                  <a:srgbClr val="6D7076">
                    <a:lumMod val="60000"/>
                    <a:lumOff val="40000"/>
                  </a:srgbClr>
                </a:gs>
              </a:gsLst>
              <a:lin ang="16200000" scaled="0"/>
            </a:gradFill>
            <a:ln w="9525" cap="flat" cmpd="sng" algn="ctr">
              <a:solidFill>
                <a:srgbClr val="6D7076">
                  <a:lumMod val="50000"/>
                </a:srgbClr>
              </a:solidFill>
              <a:prstDash val="solid"/>
            </a:ln>
            <a:effectLst>
              <a:outerShdw blurRad="40000" dist="23000" dir="5400000" rotWithShape="0">
                <a:srgbClr val="000000">
                  <a:alpha val="35000"/>
                </a:srgbClr>
              </a:outerShdw>
            </a:effectLst>
          </p:spPr>
          <p:txBody>
            <a:bodyPr lIns="0" rIns="0" anchor="ctr"/>
            <a:lstStyle/>
            <a:p>
              <a:pPr algn="ctr" defTabSz="914400" fontAlgn="base">
                <a:spcBef>
                  <a:spcPct val="0"/>
                </a:spcBef>
                <a:spcAft>
                  <a:spcPct val="0"/>
                </a:spcAft>
                <a:defRPr/>
              </a:pPr>
              <a:r>
                <a:rPr lang="en-US" sz="700" b="1" kern="0" dirty="0">
                  <a:solidFill>
                    <a:srgbClr val="FFFFFF"/>
                  </a:solidFill>
                  <a:latin typeface="Arial"/>
                </a:rPr>
                <a:t>…</a:t>
              </a:r>
            </a:p>
          </p:txBody>
        </p:sp>
        <p:sp>
          <p:nvSpPr>
            <p:cNvPr id="38" name="Rectangle 37">
              <a:extLst>
                <a:ext uri="{FF2B5EF4-FFF2-40B4-BE49-F238E27FC236}">
                  <a16:creationId xmlns:a16="http://schemas.microsoft.com/office/drawing/2014/main" id="{8D3F456C-059B-45F5-8457-D9A999F1DEFD}"/>
                </a:ext>
              </a:extLst>
            </p:cNvPr>
            <p:cNvSpPr/>
            <p:nvPr/>
          </p:nvSpPr>
          <p:spPr>
            <a:xfrm>
              <a:off x="7848282" y="5151438"/>
              <a:ext cx="350837" cy="449262"/>
            </a:xfrm>
            <a:prstGeom prst="rect">
              <a:avLst/>
            </a:prstGeom>
            <a:gradFill rotWithShape="1">
              <a:gsLst>
                <a:gs pos="0">
                  <a:srgbClr val="6D7076">
                    <a:lumMod val="75000"/>
                  </a:srgbClr>
                </a:gs>
                <a:gs pos="100000">
                  <a:srgbClr val="6D7076">
                    <a:lumMod val="60000"/>
                    <a:lumOff val="40000"/>
                  </a:srgbClr>
                </a:gs>
              </a:gsLst>
              <a:lin ang="16200000" scaled="0"/>
            </a:gradFill>
            <a:ln w="9525" cap="flat" cmpd="sng" algn="ctr">
              <a:solidFill>
                <a:srgbClr val="6D7076">
                  <a:lumMod val="50000"/>
                </a:srgbClr>
              </a:solidFill>
              <a:prstDash val="solid"/>
            </a:ln>
            <a:effectLst>
              <a:outerShdw blurRad="40000" dist="23000" dir="5400000" rotWithShape="0">
                <a:srgbClr val="000000">
                  <a:alpha val="35000"/>
                </a:srgbClr>
              </a:outerShdw>
            </a:effectLst>
          </p:spPr>
          <p:txBody>
            <a:bodyPr lIns="0" rIns="0" anchor="ctr"/>
            <a:lstStyle/>
            <a:p>
              <a:pPr algn="ctr" defTabSz="914400" fontAlgn="base">
                <a:spcBef>
                  <a:spcPct val="0"/>
                </a:spcBef>
                <a:spcAft>
                  <a:spcPct val="0"/>
                </a:spcAft>
                <a:defRPr/>
              </a:pPr>
              <a:r>
                <a:rPr lang="en-US" sz="700" b="1" kern="0" dirty="0">
                  <a:solidFill>
                    <a:srgbClr val="FFFFFF"/>
                  </a:solidFill>
                  <a:latin typeface="Arial"/>
                </a:rPr>
                <a:t>-B</a:t>
              </a:r>
            </a:p>
          </p:txBody>
        </p:sp>
        <p:sp>
          <p:nvSpPr>
            <p:cNvPr id="39" name="Rectangle 38">
              <a:extLst>
                <a:ext uri="{FF2B5EF4-FFF2-40B4-BE49-F238E27FC236}">
                  <a16:creationId xmlns:a16="http://schemas.microsoft.com/office/drawing/2014/main" id="{7F83C610-C39D-4357-95E7-07EDCD029442}"/>
                </a:ext>
              </a:extLst>
            </p:cNvPr>
            <p:cNvSpPr/>
            <p:nvPr/>
          </p:nvSpPr>
          <p:spPr>
            <a:xfrm>
              <a:off x="6324282" y="5151438"/>
              <a:ext cx="350837" cy="449262"/>
            </a:xfrm>
            <a:prstGeom prst="rect">
              <a:avLst/>
            </a:prstGeom>
            <a:gradFill rotWithShape="1">
              <a:gsLst>
                <a:gs pos="0">
                  <a:srgbClr val="B20838">
                    <a:lumMod val="75000"/>
                  </a:srgbClr>
                </a:gs>
                <a:gs pos="100000">
                  <a:srgbClr val="B20838">
                    <a:lumMod val="40000"/>
                    <a:lumOff val="60000"/>
                  </a:srgbClr>
                </a:gs>
              </a:gsLst>
              <a:lin ang="16200000" scaled="0"/>
            </a:gradFill>
            <a:ln w="9525" cap="flat" cmpd="sng" algn="ctr">
              <a:solidFill>
                <a:srgbClr val="B20838">
                  <a:lumMod val="50000"/>
                </a:srgbClr>
              </a:solidFill>
              <a:prstDash val="solid"/>
            </a:ln>
            <a:effectLst>
              <a:outerShdw blurRad="40000" dist="23000" dir="5400000" rotWithShape="0">
                <a:srgbClr val="000000">
                  <a:alpha val="35000"/>
                </a:srgbClr>
              </a:outerShdw>
            </a:effectLst>
          </p:spPr>
          <p:txBody>
            <a:bodyPr lIns="0" rIns="0" anchor="ctr"/>
            <a:lstStyle/>
            <a:p>
              <a:pPr algn="ctr" defTabSz="914400" fontAlgn="base">
                <a:spcBef>
                  <a:spcPct val="0"/>
                </a:spcBef>
                <a:spcAft>
                  <a:spcPct val="0"/>
                </a:spcAft>
                <a:defRPr/>
              </a:pPr>
              <a:r>
                <a:rPr lang="en-US" sz="700" b="1" kern="0" dirty="0">
                  <a:solidFill>
                    <a:srgbClr val="FFFFFF"/>
                  </a:solidFill>
                  <a:latin typeface="Arial"/>
                </a:rPr>
                <a:t>1</a:t>
              </a:r>
            </a:p>
          </p:txBody>
        </p:sp>
        <p:sp>
          <p:nvSpPr>
            <p:cNvPr id="40" name="Rectangle 39">
              <a:extLst>
                <a:ext uri="{FF2B5EF4-FFF2-40B4-BE49-F238E27FC236}">
                  <a16:creationId xmlns:a16="http://schemas.microsoft.com/office/drawing/2014/main" id="{1C1AEE38-0B0C-4EDF-838A-F0ED8B18BC79}"/>
                </a:ext>
              </a:extLst>
            </p:cNvPr>
            <p:cNvSpPr/>
            <p:nvPr/>
          </p:nvSpPr>
          <p:spPr>
            <a:xfrm>
              <a:off x="6705282" y="5151438"/>
              <a:ext cx="350837" cy="449262"/>
            </a:xfrm>
            <a:prstGeom prst="rect">
              <a:avLst/>
            </a:prstGeom>
            <a:gradFill rotWithShape="1">
              <a:gsLst>
                <a:gs pos="0">
                  <a:srgbClr val="B20838">
                    <a:lumMod val="75000"/>
                  </a:srgbClr>
                </a:gs>
                <a:gs pos="100000">
                  <a:srgbClr val="B20838">
                    <a:lumMod val="40000"/>
                    <a:lumOff val="60000"/>
                  </a:srgbClr>
                </a:gs>
              </a:gsLst>
              <a:lin ang="16200000" scaled="0"/>
            </a:gradFill>
            <a:ln w="9525" cap="flat" cmpd="sng" algn="ctr">
              <a:solidFill>
                <a:srgbClr val="B20838">
                  <a:lumMod val="50000"/>
                </a:srgbClr>
              </a:solidFill>
              <a:prstDash val="solid"/>
            </a:ln>
            <a:effectLst>
              <a:outerShdw blurRad="40000" dist="23000" dir="5400000" rotWithShape="0">
                <a:srgbClr val="000000">
                  <a:alpha val="35000"/>
                </a:srgbClr>
              </a:outerShdw>
            </a:effectLst>
          </p:spPr>
          <p:txBody>
            <a:bodyPr lIns="0" rIns="0" anchor="ctr"/>
            <a:lstStyle/>
            <a:p>
              <a:pPr algn="ctr" defTabSz="914400" fontAlgn="base">
                <a:spcBef>
                  <a:spcPct val="0"/>
                </a:spcBef>
                <a:spcAft>
                  <a:spcPct val="0"/>
                </a:spcAft>
                <a:defRPr/>
              </a:pPr>
              <a:r>
                <a:rPr lang="en-US" sz="700" b="1" kern="0" dirty="0">
                  <a:solidFill>
                    <a:srgbClr val="FFFFFF"/>
                  </a:solidFill>
                  <a:latin typeface="Arial"/>
                </a:rPr>
                <a:t>0</a:t>
              </a:r>
            </a:p>
          </p:txBody>
        </p:sp>
        <p:sp>
          <p:nvSpPr>
            <p:cNvPr id="41" name="Rectangle 40">
              <a:extLst>
                <a:ext uri="{FF2B5EF4-FFF2-40B4-BE49-F238E27FC236}">
                  <a16:creationId xmlns:a16="http://schemas.microsoft.com/office/drawing/2014/main" id="{B2C2ECDB-200B-437A-B435-3C2B94410E41}"/>
                </a:ext>
              </a:extLst>
            </p:cNvPr>
            <p:cNvSpPr/>
            <p:nvPr/>
          </p:nvSpPr>
          <p:spPr>
            <a:xfrm>
              <a:off x="5943282" y="5151438"/>
              <a:ext cx="350837" cy="449262"/>
            </a:xfrm>
            <a:prstGeom prst="rect">
              <a:avLst/>
            </a:prstGeom>
            <a:gradFill rotWithShape="1">
              <a:gsLst>
                <a:gs pos="0">
                  <a:srgbClr val="B20838">
                    <a:lumMod val="75000"/>
                  </a:srgbClr>
                </a:gs>
                <a:gs pos="100000">
                  <a:srgbClr val="B20838">
                    <a:lumMod val="40000"/>
                    <a:lumOff val="60000"/>
                  </a:srgbClr>
                </a:gs>
              </a:gsLst>
              <a:lin ang="16200000" scaled="0"/>
            </a:gradFill>
            <a:ln w="9525" cap="flat" cmpd="sng" algn="ctr">
              <a:solidFill>
                <a:srgbClr val="B20838">
                  <a:lumMod val="50000"/>
                </a:srgbClr>
              </a:solidFill>
              <a:prstDash val="solid"/>
            </a:ln>
            <a:effectLst>
              <a:outerShdw blurRad="40000" dist="23000" dir="5400000" rotWithShape="0">
                <a:srgbClr val="000000">
                  <a:alpha val="35000"/>
                </a:srgbClr>
              </a:outerShdw>
            </a:effectLst>
          </p:spPr>
          <p:txBody>
            <a:bodyPr lIns="0" rIns="0" anchor="ctr"/>
            <a:lstStyle/>
            <a:p>
              <a:pPr algn="ctr" defTabSz="914400" fontAlgn="base">
                <a:spcBef>
                  <a:spcPct val="0"/>
                </a:spcBef>
                <a:spcAft>
                  <a:spcPct val="0"/>
                </a:spcAft>
                <a:defRPr/>
              </a:pPr>
              <a:r>
                <a:rPr lang="en-US" sz="700" b="1" kern="0" dirty="0">
                  <a:solidFill>
                    <a:srgbClr val="FFFFFF"/>
                  </a:solidFill>
                  <a:latin typeface="Arial"/>
                </a:rPr>
                <a:t>…</a:t>
              </a:r>
            </a:p>
          </p:txBody>
        </p:sp>
      </p:gr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Definition of ap_fixed type</a:t>
            </a:r>
          </a:p>
        </p:txBody>
      </p:sp>
      <p:sp>
        <p:nvSpPr>
          <p:cNvPr id="25" name="Slide Number Placeholder 24"/>
          <p:cNvSpPr>
            <a:spLocks noGrp="1"/>
          </p:cNvSpPr>
          <p:nvPr>
            <p:ph type="sldNum" sz="quarter" idx="10"/>
          </p:nvPr>
        </p:nvSpPr>
        <p:spPr/>
        <p:txBody>
          <a:bodyPr/>
          <a:lstStyle/>
          <a:p>
            <a:pPr defTabSz="914400">
              <a:defRPr/>
            </a:pPr>
            <a:r>
              <a:rPr lang="en-US" dirty="0">
                <a:solidFill>
                  <a:srgbClr val="0C0C0C">
                    <a:tint val="75000"/>
                  </a:srgbClr>
                </a:solidFill>
                <a:latin typeface="Arial"/>
              </a:rPr>
              <a:t>Data Types 14- </a:t>
            </a:r>
            <a:fld id="{060BD193-E118-4B16-863C-C8C12C675E3E}" type="slidenum">
              <a:rPr lang="en-US">
                <a:solidFill>
                  <a:srgbClr val="0C0C0C">
                    <a:tint val="75000"/>
                  </a:srgbClr>
                </a:solidFill>
                <a:latin typeface="Arial"/>
              </a:rPr>
              <a:pPr defTabSz="914400">
                <a:defRPr/>
              </a:pPr>
              <a:t>26</a:t>
            </a:fld>
            <a:endParaRPr lang="en-US" dirty="0">
              <a:solidFill>
                <a:srgbClr val="0C0C0C">
                  <a:tint val="75000"/>
                </a:srgbClr>
              </a:solidFill>
              <a:latin typeface="Arial"/>
            </a:endParaRPr>
          </a:p>
        </p:txBody>
      </p:sp>
      <p:sp>
        <p:nvSpPr>
          <p:cNvPr id="3" name="Content Placeholder 2"/>
          <p:cNvSpPr>
            <a:spLocks noGrp="1"/>
          </p:cNvSpPr>
          <p:nvPr>
            <p:ph idx="4294967295"/>
          </p:nvPr>
        </p:nvSpPr>
        <p:spPr>
          <a:xfrm>
            <a:off x="1689101" y="1327150"/>
            <a:ext cx="10501312" cy="4268788"/>
          </a:xfrm>
        </p:spPr>
        <p:txBody>
          <a:bodyPr>
            <a:normAutofit/>
          </a:bodyPr>
          <a:lstStyle/>
          <a:p>
            <a:r>
              <a:rPr lang="en-US" sz="1800" dirty="0"/>
              <a:t>Fixed point types are specified by</a:t>
            </a:r>
          </a:p>
          <a:p>
            <a:pPr lvl="1"/>
            <a:r>
              <a:rPr lang="en-US" sz="1400" dirty="0"/>
              <a:t>Total bit width (W)</a:t>
            </a:r>
          </a:p>
          <a:p>
            <a:pPr lvl="1"/>
            <a:r>
              <a:rPr lang="en-US" sz="1400" dirty="0"/>
              <a:t>The number of integer bits (I)</a:t>
            </a:r>
          </a:p>
          <a:p>
            <a:pPr lvl="1"/>
            <a:r>
              <a:rPr lang="en-US" sz="1400" dirty="0"/>
              <a:t>The quantization/rounding mode (Q)</a:t>
            </a:r>
          </a:p>
          <a:p>
            <a:pPr lvl="1"/>
            <a:r>
              <a:rPr lang="en-US" sz="1400" dirty="0"/>
              <a:t>The overflow/saturation mode (O)</a:t>
            </a:r>
          </a:p>
          <a:p>
            <a:pPr lvl="1"/>
            <a:r>
              <a:rPr lang="en-US" sz="1400" dirty="0"/>
              <a:t>The number of saturation bits</a:t>
            </a:r>
          </a:p>
        </p:txBody>
      </p:sp>
      <p:sp>
        <p:nvSpPr>
          <p:cNvPr id="26" name="Slide Number Placeholder 4"/>
          <p:cNvSpPr txBox="1">
            <a:spLocks/>
          </p:cNvSpPr>
          <p:nvPr/>
        </p:nvSpPr>
        <p:spPr>
          <a:xfrm>
            <a:off x="661830" y="6525582"/>
            <a:ext cx="1117309" cy="244475"/>
          </a:xfrm>
          <a:prstGeom prst="rect">
            <a:avLst/>
          </a:prstGeom>
        </p:spPr>
        <p:txBody>
          <a:bodyPr/>
          <a:lstStyle/>
          <a:p>
            <a:pPr defTabSz="457200" fontAlgn="base">
              <a:spcBef>
                <a:spcPct val="0"/>
              </a:spcBef>
              <a:spcAft>
                <a:spcPct val="0"/>
              </a:spcAft>
              <a:defRPr/>
            </a:pPr>
            <a:r>
              <a:rPr lang="en-US" sz="1000">
                <a:solidFill>
                  <a:srgbClr val="FFFFFF"/>
                </a:solidFill>
                <a:latin typeface="Arial" charset="0"/>
                <a:ea typeface="ＭＳ Ｐゴシック" pitchFamily="34" charset="-128"/>
                <a:cs typeface="Arial" charset="0"/>
              </a:rPr>
              <a:t>14- </a:t>
            </a:r>
            <a:fld id="{0E88F696-905B-490D-9D4B-033243675593}" type="slidenum">
              <a:rPr lang="en-US" sz="1000">
                <a:solidFill>
                  <a:srgbClr val="FFFFFF"/>
                </a:solidFill>
                <a:latin typeface="Arial" charset="0"/>
                <a:ea typeface="ＭＳ Ｐゴシック" pitchFamily="34" charset="-128"/>
                <a:cs typeface="Arial" charset="0"/>
              </a:rPr>
              <a:pPr defTabSz="457200" fontAlgn="base">
                <a:spcBef>
                  <a:spcPct val="0"/>
                </a:spcBef>
                <a:spcAft>
                  <a:spcPct val="0"/>
                </a:spcAft>
                <a:defRPr/>
              </a:pPr>
              <a:t>26</a:t>
            </a:fld>
            <a:endParaRPr lang="en-US" sz="1000" dirty="0">
              <a:solidFill>
                <a:srgbClr val="FFFFFF"/>
              </a:solidFill>
              <a:latin typeface="Arial" charset="0"/>
              <a:ea typeface="ＭＳ Ｐゴシック" pitchFamily="34" charset="-128"/>
              <a:cs typeface="Arial" charset="0"/>
            </a:endParaRPr>
          </a:p>
        </p:txBody>
      </p:sp>
      <p:graphicFrame>
        <p:nvGraphicFramePr>
          <p:cNvPr id="27" name="Table 26">
            <a:extLst>
              <a:ext uri="{FF2B5EF4-FFF2-40B4-BE49-F238E27FC236}">
                <a16:creationId xmlns:a16="http://schemas.microsoft.com/office/drawing/2014/main" id="{7FEFE0FF-4BA2-4A93-B12D-0A1C5AF9E9AC}"/>
              </a:ext>
            </a:extLst>
          </p:cNvPr>
          <p:cNvGraphicFramePr>
            <a:graphicFrameLocks noGrp="1"/>
          </p:cNvGraphicFramePr>
          <p:nvPr/>
        </p:nvGraphicFramePr>
        <p:xfrm>
          <a:off x="796901" y="3082137"/>
          <a:ext cx="10750601" cy="3324437"/>
        </p:xfrm>
        <a:graphic>
          <a:graphicData uri="http://schemas.openxmlformats.org/drawingml/2006/table">
            <a:tbl>
              <a:tblPr/>
              <a:tblGrid>
                <a:gridCol w="767900">
                  <a:extLst>
                    <a:ext uri="{9D8B030D-6E8A-4147-A177-3AD203B41FA5}">
                      <a16:colId xmlns:a16="http://schemas.microsoft.com/office/drawing/2014/main" val="20000"/>
                    </a:ext>
                  </a:extLst>
                </a:gridCol>
                <a:gridCol w="3358644">
                  <a:extLst>
                    <a:ext uri="{9D8B030D-6E8A-4147-A177-3AD203B41FA5}">
                      <a16:colId xmlns:a16="http://schemas.microsoft.com/office/drawing/2014/main" val="20001"/>
                    </a:ext>
                  </a:extLst>
                </a:gridCol>
                <a:gridCol w="6624057">
                  <a:extLst>
                    <a:ext uri="{9D8B030D-6E8A-4147-A177-3AD203B41FA5}">
                      <a16:colId xmlns:a16="http://schemas.microsoft.com/office/drawing/2014/main" val="20002"/>
                    </a:ext>
                  </a:extLst>
                </a:gridCol>
              </a:tblGrid>
              <a:tr h="148733">
                <a:tc>
                  <a:txBody>
                    <a:bodyPr/>
                    <a:lstStyle>
                      <a:lvl1pPr marL="0" algn="l" defTabSz="914126" rtl="0" eaLnBrk="1" latinLnBrk="0" hangingPunct="1">
                        <a:defRPr sz="1799" kern="1200">
                          <a:solidFill>
                            <a:schemeClr val="tx1"/>
                          </a:solidFill>
                          <a:latin typeface="Arial"/>
                        </a:defRPr>
                      </a:lvl1pPr>
                      <a:lvl2pPr marL="457063" algn="l" defTabSz="914126" rtl="0" eaLnBrk="1" latinLnBrk="0" hangingPunct="1">
                        <a:defRPr sz="1799" kern="1200">
                          <a:solidFill>
                            <a:schemeClr val="tx1"/>
                          </a:solidFill>
                          <a:latin typeface="Arial"/>
                        </a:defRPr>
                      </a:lvl2pPr>
                      <a:lvl3pPr marL="914126" algn="l" defTabSz="914126" rtl="0" eaLnBrk="1" latinLnBrk="0" hangingPunct="1">
                        <a:defRPr sz="1799" kern="1200">
                          <a:solidFill>
                            <a:schemeClr val="tx1"/>
                          </a:solidFill>
                          <a:latin typeface="Arial"/>
                        </a:defRPr>
                      </a:lvl3pPr>
                      <a:lvl4pPr marL="1371189" algn="l" defTabSz="914126" rtl="0" eaLnBrk="1" latinLnBrk="0" hangingPunct="1">
                        <a:defRPr sz="1799" kern="1200">
                          <a:solidFill>
                            <a:schemeClr val="tx1"/>
                          </a:solidFill>
                          <a:latin typeface="Arial"/>
                        </a:defRPr>
                      </a:lvl4pPr>
                      <a:lvl5pPr marL="1828251" algn="l" defTabSz="914126" rtl="0" eaLnBrk="1" latinLnBrk="0" hangingPunct="1">
                        <a:defRPr sz="1799" kern="1200">
                          <a:solidFill>
                            <a:schemeClr val="tx1"/>
                          </a:solidFill>
                          <a:latin typeface="Arial"/>
                        </a:defRPr>
                      </a:lvl5pPr>
                      <a:lvl6pPr marL="2285314" algn="l" defTabSz="914126" rtl="0" eaLnBrk="1" latinLnBrk="0" hangingPunct="1">
                        <a:defRPr sz="1799" kern="1200">
                          <a:solidFill>
                            <a:schemeClr val="tx1"/>
                          </a:solidFill>
                          <a:latin typeface="Arial"/>
                        </a:defRPr>
                      </a:lvl6pPr>
                      <a:lvl7pPr marL="2742377" algn="l" defTabSz="914126" rtl="0" eaLnBrk="1" latinLnBrk="0" hangingPunct="1">
                        <a:defRPr sz="1799" kern="1200">
                          <a:solidFill>
                            <a:schemeClr val="tx1"/>
                          </a:solidFill>
                          <a:latin typeface="Arial"/>
                        </a:defRPr>
                      </a:lvl7pPr>
                      <a:lvl8pPr marL="3199440" algn="l" defTabSz="914126" rtl="0" eaLnBrk="1" latinLnBrk="0" hangingPunct="1">
                        <a:defRPr sz="1799" kern="1200">
                          <a:solidFill>
                            <a:schemeClr val="tx1"/>
                          </a:solidFill>
                          <a:latin typeface="Arial"/>
                        </a:defRPr>
                      </a:lvl8pPr>
                      <a:lvl9pPr marL="3656503" algn="l" defTabSz="914126" rtl="0" eaLnBrk="1" latinLnBrk="0" hangingPunct="1">
                        <a:defRPr sz="1799" kern="1200">
                          <a:solidFill>
                            <a:schemeClr val="tx1"/>
                          </a:solidFill>
                          <a:latin typeface="Arial"/>
                        </a:defRPr>
                      </a:lvl9pPr>
                    </a:lstStyle>
                    <a:p>
                      <a:pPr marL="0" marR="0" algn="just">
                        <a:spcBef>
                          <a:spcPts val="0"/>
                        </a:spcBef>
                        <a:spcAft>
                          <a:spcPts val="0"/>
                        </a:spcAft>
                      </a:pPr>
                      <a:endParaRPr lang="en-US" sz="1000" dirty="0">
                        <a:latin typeface="Verdana"/>
                        <a:ea typeface="Calibri"/>
                        <a:cs typeface="Times New Roman"/>
                      </a:endParaRPr>
                    </a:p>
                  </a:txBody>
                  <a:tcPr marL="7437" marR="743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4F81BD"/>
                    </a:solidFill>
                  </a:tcPr>
                </a:tc>
                <a:tc gridSpan="2">
                  <a:txBody>
                    <a:bodyPr/>
                    <a:lstStyle>
                      <a:lvl1pPr marL="0" algn="l" defTabSz="914126" rtl="0" eaLnBrk="1" latinLnBrk="0" hangingPunct="1">
                        <a:defRPr sz="1799" kern="1200">
                          <a:solidFill>
                            <a:schemeClr val="tx1"/>
                          </a:solidFill>
                          <a:latin typeface="Arial"/>
                        </a:defRPr>
                      </a:lvl1pPr>
                      <a:lvl2pPr marL="457063" algn="l" defTabSz="914126" rtl="0" eaLnBrk="1" latinLnBrk="0" hangingPunct="1">
                        <a:defRPr sz="1799" kern="1200">
                          <a:solidFill>
                            <a:schemeClr val="tx1"/>
                          </a:solidFill>
                          <a:latin typeface="Arial"/>
                        </a:defRPr>
                      </a:lvl2pPr>
                      <a:lvl3pPr marL="914126" algn="l" defTabSz="914126" rtl="0" eaLnBrk="1" latinLnBrk="0" hangingPunct="1">
                        <a:defRPr sz="1799" kern="1200">
                          <a:solidFill>
                            <a:schemeClr val="tx1"/>
                          </a:solidFill>
                          <a:latin typeface="Arial"/>
                        </a:defRPr>
                      </a:lvl3pPr>
                      <a:lvl4pPr marL="1371189" algn="l" defTabSz="914126" rtl="0" eaLnBrk="1" latinLnBrk="0" hangingPunct="1">
                        <a:defRPr sz="1799" kern="1200">
                          <a:solidFill>
                            <a:schemeClr val="tx1"/>
                          </a:solidFill>
                          <a:latin typeface="Arial"/>
                        </a:defRPr>
                      </a:lvl4pPr>
                      <a:lvl5pPr marL="1828251" algn="l" defTabSz="914126" rtl="0" eaLnBrk="1" latinLnBrk="0" hangingPunct="1">
                        <a:defRPr sz="1799" kern="1200">
                          <a:solidFill>
                            <a:schemeClr val="tx1"/>
                          </a:solidFill>
                          <a:latin typeface="Arial"/>
                        </a:defRPr>
                      </a:lvl5pPr>
                      <a:lvl6pPr marL="2285314" algn="l" defTabSz="914126" rtl="0" eaLnBrk="1" latinLnBrk="0" hangingPunct="1">
                        <a:defRPr sz="1799" kern="1200">
                          <a:solidFill>
                            <a:schemeClr val="tx1"/>
                          </a:solidFill>
                          <a:latin typeface="Arial"/>
                        </a:defRPr>
                      </a:lvl6pPr>
                      <a:lvl7pPr marL="2742377" algn="l" defTabSz="914126" rtl="0" eaLnBrk="1" latinLnBrk="0" hangingPunct="1">
                        <a:defRPr sz="1799" kern="1200">
                          <a:solidFill>
                            <a:schemeClr val="tx1"/>
                          </a:solidFill>
                          <a:latin typeface="Arial"/>
                        </a:defRPr>
                      </a:lvl7pPr>
                      <a:lvl8pPr marL="3199440" algn="l" defTabSz="914126" rtl="0" eaLnBrk="1" latinLnBrk="0" hangingPunct="1">
                        <a:defRPr sz="1799" kern="1200">
                          <a:solidFill>
                            <a:schemeClr val="tx1"/>
                          </a:solidFill>
                          <a:latin typeface="Arial"/>
                        </a:defRPr>
                      </a:lvl8pPr>
                      <a:lvl9pPr marL="3656503" algn="l" defTabSz="914126" rtl="0" eaLnBrk="1" latinLnBrk="0" hangingPunct="1">
                        <a:defRPr sz="1799" kern="1200">
                          <a:solidFill>
                            <a:schemeClr val="tx1"/>
                          </a:solidFill>
                          <a:latin typeface="Arial"/>
                        </a:defRPr>
                      </a:lvl9pPr>
                    </a:lstStyle>
                    <a:p>
                      <a:pPr marL="0" marR="0" algn="just">
                        <a:spcBef>
                          <a:spcPts val="0"/>
                        </a:spcBef>
                        <a:spcAft>
                          <a:spcPts val="0"/>
                        </a:spcAft>
                      </a:pPr>
                      <a:r>
                        <a:rPr lang="en-US" sz="1000" b="1" dirty="0">
                          <a:solidFill>
                            <a:srgbClr val="FFFFFF"/>
                          </a:solidFill>
                          <a:latin typeface="Verdana"/>
                          <a:ea typeface="Calibri"/>
                          <a:cs typeface="Times New Roman"/>
                        </a:rPr>
                        <a:t>Description</a:t>
                      </a:r>
                      <a:endParaRPr lang="en-US" sz="1000" dirty="0">
                        <a:latin typeface="Verdana"/>
                        <a:ea typeface="Calibri"/>
                        <a:cs typeface="Times New Roman"/>
                      </a:endParaRPr>
                    </a:p>
                  </a:txBody>
                  <a:tcPr marL="7437" marR="743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4F81BD"/>
                    </a:solidFill>
                  </a:tcPr>
                </a:tc>
                <a:tc hMerge="1">
                  <a:txBody>
                    <a:bodyPr/>
                    <a:lstStyle/>
                    <a:p>
                      <a:endParaRPr lang="en-US"/>
                    </a:p>
                  </a:txBody>
                  <a:tcPr/>
                </a:tc>
                <a:extLst>
                  <a:ext uri="{0D108BD9-81ED-4DB2-BD59-A6C34878D82A}">
                    <a16:rowId xmlns:a16="http://schemas.microsoft.com/office/drawing/2014/main" val="10000"/>
                  </a:ext>
                </a:extLst>
              </a:tr>
              <a:tr h="106860">
                <a:tc>
                  <a:txBody>
                    <a:bodyPr/>
                    <a:lstStyle>
                      <a:lvl1pPr marL="0" algn="l" defTabSz="914126" rtl="0" eaLnBrk="1" latinLnBrk="0" hangingPunct="1">
                        <a:defRPr sz="1799" kern="1200">
                          <a:solidFill>
                            <a:schemeClr val="tx1"/>
                          </a:solidFill>
                          <a:latin typeface="Arial"/>
                        </a:defRPr>
                      </a:lvl1pPr>
                      <a:lvl2pPr marL="457063" algn="l" defTabSz="914126" rtl="0" eaLnBrk="1" latinLnBrk="0" hangingPunct="1">
                        <a:defRPr sz="1799" kern="1200">
                          <a:solidFill>
                            <a:schemeClr val="tx1"/>
                          </a:solidFill>
                          <a:latin typeface="Arial"/>
                        </a:defRPr>
                      </a:lvl2pPr>
                      <a:lvl3pPr marL="914126" algn="l" defTabSz="914126" rtl="0" eaLnBrk="1" latinLnBrk="0" hangingPunct="1">
                        <a:defRPr sz="1799" kern="1200">
                          <a:solidFill>
                            <a:schemeClr val="tx1"/>
                          </a:solidFill>
                          <a:latin typeface="Arial"/>
                        </a:defRPr>
                      </a:lvl3pPr>
                      <a:lvl4pPr marL="1371189" algn="l" defTabSz="914126" rtl="0" eaLnBrk="1" latinLnBrk="0" hangingPunct="1">
                        <a:defRPr sz="1799" kern="1200">
                          <a:solidFill>
                            <a:schemeClr val="tx1"/>
                          </a:solidFill>
                          <a:latin typeface="Arial"/>
                        </a:defRPr>
                      </a:lvl4pPr>
                      <a:lvl5pPr marL="1828251" algn="l" defTabSz="914126" rtl="0" eaLnBrk="1" latinLnBrk="0" hangingPunct="1">
                        <a:defRPr sz="1799" kern="1200">
                          <a:solidFill>
                            <a:schemeClr val="tx1"/>
                          </a:solidFill>
                          <a:latin typeface="Arial"/>
                        </a:defRPr>
                      </a:lvl5pPr>
                      <a:lvl6pPr marL="2285314" algn="l" defTabSz="914126" rtl="0" eaLnBrk="1" latinLnBrk="0" hangingPunct="1">
                        <a:defRPr sz="1799" kern="1200">
                          <a:solidFill>
                            <a:schemeClr val="tx1"/>
                          </a:solidFill>
                          <a:latin typeface="Arial"/>
                        </a:defRPr>
                      </a:lvl6pPr>
                      <a:lvl7pPr marL="2742377" algn="l" defTabSz="914126" rtl="0" eaLnBrk="1" latinLnBrk="0" hangingPunct="1">
                        <a:defRPr sz="1799" kern="1200">
                          <a:solidFill>
                            <a:schemeClr val="tx1"/>
                          </a:solidFill>
                          <a:latin typeface="Arial"/>
                        </a:defRPr>
                      </a:lvl7pPr>
                      <a:lvl8pPr marL="3199440" algn="l" defTabSz="914126" rtl="0" eaLnBrk="1" latinLnBrk="0" hangingPunct="1">
                        <a:defRPr sz="1799" kern="1200">
                          <a:solidFill>
                            <a:schemeClr val="tx1"/>
                          </a:solidFill>
                          <a:latin typeface="Arial"/>
                        </a:defRPr>
                      </a:lvl8pPr>
                      <a:lvl9pPr marL="3656503" algn="l" defTabSz="914126" rtl="0" eaLnBrk="1" latinLnBrk="0" hangingPunct="1">
                        <a:defRPr sz="1799" kern="1200">
                          <a:solidFill>
                            <a:schemeClr val="tx1"/>
                          </a:solidFill>
                          <a:latin typeface="Arial"/>
                        </a:defRPr>
                      </a:lvl9pPr>
                    </a:lstStyle>
                    <a:p>
                      <a:pPr marL="0" marR="0" algn="ctr">
                        <a:spcBef>
                          <a:spcPts val="0"/>
                        </a:spcBef>
                        <a:spcAft>
                          <a:spcPts val="0"/>
                        </a:spcAft>
                      </a:pPr>
                      <a:r>
                        <a:rPr lang="en-US" sz="1000" b="1" dirty="0">
                          <a:solidFill>
                            <a:srgbClr val="FFFFFF"/>
                          </a:solidFill>
                          <a:latin typeface="Verdana"/>
                          <a:ea typeface="Calibri"/>
                          <a:cs typeface="Times New Roman"/>
                        </a:rPr>
                        <a:t>W</a:t>
                      </a:r>
                      <a:endParaRPr lang="en-US" sz="1000" dirty="0">
                        <a:latin typeface="Verdana"/>
                        <a:ea typeface="Calibri"/>
                        <a:cs typeface="Times New Roman"/>
                      </a:endParaRPr>
                    </a:p>
                  </a:txBody>
                  <a:tcPr marL="7437" marR="743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4F81BD"/>
                    </a:solidFill>
                  </a:tcPr>
                </a:tc>
                <a:tc gridSpan="2">
                  <a:txBody>
                    <a:bodyPr/>
                    <a:lstStyle>
                      <a:lvl1pPr marL="0" algn="l" defTabSz="914126" rtl="0" eaLnBrk="1" latinLnBrk="0" hangingPunct="1">
                        <a:defRPr sz="1799" kern="1200">
                          <a:solidFill>
                            <a:schemeClr val="tx1"/>
                          </a:solidFill>
                          <a:latin typeface="Arial"/>
                        </a:defRPr>
                      </a:lvl1pPr>
                      <a:lvl2pPr marL="457063" algn="l" defTabSz="914126" rtl="0" eaLnBrk="1" latinLnBrk="0" hangingPunct="1">
                        <a:defRPr sz="1799" kern="1200">
                          <a:solidFill>
                            <a:schemeClr val="tx1"/>
                          </a:solidFill>
                          <a:latin typeface="Arial"/>
                        </a:defRPr>
                      </a:lvl2pPr>
                      <a:lvl3pPr marL="914126" algn="l" defTabSz="914126" rtl="0" eaLnBrk="1" latinLnBrk="0" hangingPunct="1">
                        <a:defRPr sz="1799" kern="1200">
                          <a:solidFill>
                            <a:schemeClr val="tx1"/>
                          </a:solidFill>
                          <a:latin typeface="Arial"/>
                        </a:defRPr>
                      </a:lvl3pPr>
                      <a:lvl4pPr marL="1371189" algn="l" defTabSz="914126" rtl="0" eaLnBrk="1" latinLnBrk="0" hangingPunct="1">
                        <a:defRPr sz="1799" kern="1200">
                          <a:solidFill>
                            <a:schemeClr val="tx1"/>
                          </a:solidFill>
                          <a:latin typeface="Arial"/>
                        </a:defRPr>
                      </a:lvl4pPr>
                      <a:lvl5pPr marL="1828251" algn="l" defTabSz="914126" rtl="0" eaLnBrk="1" latinLnBrk="0" hangingPunct="1">
                        <a:defRPr sz="1799" kern="1200">
                          <a:solidFill>
                            <a:schemeClr val="tx1"/>
                          </a:solidFill>
                          <a:latin typeface="Arial"/>
                        </a:defRPr>
                      </a:lvl5pPr>
                      <a:lvl6pPr marL="2285314" algn="l" defTabSz="914126" rtl="0" eaLnBrk="1" latinLnBrk="0" hangingPunct="1">
                        <a:defRPr sz="1799" kern="1200">
                          <a:solidFill>
                            <a:schemeClr val="tx1"/>
                          </a:solidFill>
                          <a:latin typeface="Arial"/>
                        </a:defRPr>
                      </a:lvl6pPr>
                      <a:lvl7pPr marL="2742377" algn="l" defTabSz="914126" rtl="0" eaLnBrk="1" latinLnBrk="0" hangingPunct="1">
                        <a:defRPr sz="1799" kern="1200">
                          <a:solidFill>
                            <a:schemeClr val="tx1"/>
                          </a:solidFill>
                          <a:latin typeface="Arial"/>
                        </a:defRPr>
                      </a:lvl7pPr>
                      <a:lvl8pPr marL="3199440" algn="l" defTabSz="914126" rtl="0" eaLnBrk="1" latinLnBrk="0" hangingPunct="1">
                        <a:defRPr sz="1799" kern="1200">
                          <a:solidFill>
                            <a:schemeClr val="tx1"/>
                          </a:solidFill>
                          <a:latin typeface="Arial"/>
                        </a:defRPr>
                      </a:lvl8pPr>
                      <a:lvl9pPr marL="3656503" algn="l" defTabSz="914126" rtl="0" eaLnBrk="1" latinLnBrk="0" hangingPunct="1">
                        <a:defRPr sz="1799" kern="1200">
                          <a:solidFill>
                            <a:schemeClr val="tx1"/>
                          </a:solidFill>
                          <a:latin typeface="Arial"/>
                        </a:defRPr>
                      </a:lvl9pPr>
                    </a:lstStyle>
                    <a:p>
                      <a:pPr marL="0" marR="0" algn="just">
                        <a:spcBef>
                          <a:spcPts val="0"/>
                        </a:spcBef>
                        <a:spcAft>
                          <a:spcPts val="0"/>
                        </a:spcAft>
                      </a:pPr>
                      <a:r>
                        <a:rPr lang="en-US" sz="1000" dirty="0">
                          <a:latin typeface="Verdana"/>
                          <a:ea typeface="Calibri"/>
                          <a:cs typeface="Times New Roman"/>
                        </a:rPr>
                        <a:t>Word length in bits</a:t>
                      </a:r>
                    </a:p>
                  </a:txBody>
                  <a:tcPr marL="7437" marR="743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A7BFDE"/>
                    </a:solidFill>
                  </a:tcPr>
                </a:tc>
                <a:tc hMerge="1">
                  <a:txBody>
                    <a:bodyPr/>
                    <a:lstStyle/>
                    <a:p>
                      <a:endParaRPr lang="en-US"/>
                    </a:p>
                  </a:txBody>
                  <a:tcPr/>
                </a:tc>
                <a:extLst>
                  <a:ext uri="{0D108BD9-81ED-4DB2-BD59-A6C34878D82A}">
                    <a16:rowId xmlns:a16="http://schemas.microsoft.com/office/drawing/2014/main" val="10001"/>
                  </a:ext>
                </a:extLst>
              </a:tr>
              <a:tr h="213721">
                <a:tc>
                  <a:txBody>
                    <a:bodyPr/>
                    <a:lstStyle>
                      <a:lvl1pPr marL="0" algn="l" defTabSz="914126" rtl="0" eaLnBrk="1" latinLnBrk="0" hangingPunct="1">
                        <a:defRPr sz="1799" kern="1200">
                          <a:solidFill>
                            <a:schemeClr val="tx1"/>
                          </a:solidFill>
                          <a:latin typeface="Arial"/>
                        </a:defRPr>
                      </a:lvl1pPr>
                      <a:lvl2pPr marL="457063" algn="l" defTabSz="914126" rtl="0" eaLnBrk="1" latinLnBrk="0" hangingPunct="1">
                        <a:defRPr sz="1799" kern="1200">
                          <a:solidFill>
                            <a:schemeClr val="tx1"/>
                          </a:solidFill>
                          <a:latin typeface="Arial"/>
                        </a:defRPr>
                      </a:lvl2pPr>
                      <a:lvl3pPr marL="914126" algn="l" defTabSz="914126" rtl="0" eaLnBrk="1" latinLnBrk="0" hangingPunct="1">
                        <a:defRPr sz="1799" kern="1200">
                          <a:solidFill>
                            <a:schemeClr val="tx1"/>
                          </a:solidFill>
                          <a:latin typeface="Arial"/>
                        </a:defRPr>
                      </a:lvl3pPr>
                      <a:lvl4pPr marL="1371189" algn="l" defTabSz="914126" rtl="0" eaLnBrk="1" latinLnBrk="0" hangingPunct="1">
                        <a:defRPr sz="1799" kern="1200">
                          <a:solidFill>
                            <a:schemeClr val="tx1"/>
                          </a:solidFill>
                          <a:latin typeface="Arial"/>
                        </a:defRPr>
                      </a:lvl4pPr>
                      <a:lvl5pPr marL="1828251" algn="l" defTabSz="914126" rtl="0" eaLnBrk="1" latinLnBrk="0" hangingPunct="1">
                        <a:defRPr sz="1799" kern="1200">
                          <a:solidFill>
                            <a:schemeClr val="tx1"/>
                          </a:solidFill>
                          <a:latin typeface="Arial"/>
                        </a:defRPr>
                      </a:lvl5pPr>
                      <a:lvl6pPr marL="2285314" algn="l" defTabSz="914126" rtl="0" eaLnBrk="1" latinLnBrk="0" hangingPunct="1">
                        <a:defRPr sz="1799" kern="1200">
                          <a:solidFill>
                            <a:schemeClr val="tx1"/>
                          </a:solidFill>
                          <a:latin typeface="Arial"/>
                        </a:defRPr>
                      </a:lvl6pPr>
                      <a:lvl7pPr marL="2742377" algn="l" defTabSz="914126" rtl="0" eaLnBrk="1" latinLnBrk="0" hangingPunct="1">
                        <a:defRPr sz="1799" kern="1200">
                          <a:solidFill>
                            <a:schemeClr val="tx1"/>
                          </a:solidFill>
                          <a:latin typeface="Arial"/>
                        </a:defRPr>
                      </a:lvl7pPr>
                      <a:lvl8pPr marL="3199440" algn="l" defTabSz="914126" rtl="0" eaLnBrk="1" latinLnBrk="0" hangingPunct="1">
                        <a:defRPr sz="1799" kern="1200">
                          <a:solidFill>
                            <a:schemeClr val="tx1"/>
                          </a:solidFill>
                          <a:latin typeface="Arial"/>
                        </a:defRPr>
                      </a:lvl8pPr>
                      <a:lvl9pPr marL="3656503" algn="l" defTabSz="914126" rtl="0" eaLnBrk="1" latinLnBrk="0" hangingPunct="1">
                        <a:defRPr sz="1799" kern="1200">
                          <a:solidFill>
                            <a:schemeClr val="tx1"/>
                          </a:solidFill>
                          <a:latin typeface="Arial"/>
                        </a:defRPr>
                      </a:lvl9pPr>
                    </a:lstStyle>
                    <a:p>
                      <a:pPr marL="0" marR="0" algn="ctr">
                        <a:spcBef>
                          <a:spcPts val="0"/>
                        </a:spcBef>
                        <a:spcAft>
                          <a:spcPts val="0"/>
                        </a:spcAft>
                      </a:pPr>
                      <a:r>
                        <a:rPr lang="en-US" sz="1000" b="1" dirty="0">
                          <a:solidFill>
                            <a:srgbClr val="FFFFFF"/>
                          </a:solidFill>
                          <a:latin typeface="Verdana"/>
                          <a:ea typeface="Calibri"/>
                          <a:cs typeface="Times New Roman"/>
                        </a:rPr>
                        <a:t>I</a:t>
                      </a:r>
                      <a:endParaRPr lang="en-US" sz="1000" dirty="0">
                        <a:latin typeface="Verdana"/>
                        <a:ea typeface="Calibri"/>
                        <a:cs typeface="Times New Roman"/>
                      </a:endParaRPr>
                    </a:p>
                  </a:txBody>
                  <a:tcPr marL="7437" marR="743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4F81BD"/>
                    </a:solidFill>
                  </a:tcPr>
                </a:tc>
                <a:tc gridSpan="2">
                  <a:txBody>
                    <a:bodyPr/>
                    <a:lstStyle>
                      <a:lvl1pPr marL="0" algn="l" defTabSz="914126" rtl="0" eaLnBrk="1" latinLnBrk="0" hangingPunct="1">
                        <a:defRPr sz="1799" kern="1200">
                          <a:solidFill>
                            <a:schemeClr val="tx1"/>
                          </a:solidFill>
                          <a:latin typeface="Arial"/>
                        </a:defRPr>
                      </a:lvl1pPr>
                      <a:lvl2pPr marL="457063" algn="l" defTabSz="914126" rtl="0" eaLnBrk="1" latinLnBrk="0" hangingPunct="1">
                        <a:defRPr sz="1799" kern="1200">
                          <a:solidFill>
                            <a:schemeClr val="tx1"/>
                          </a:solidFill>
                          <a:latin typeface="Arial"/>
                        </a:defRPr>
                      </a:lvl2pPr>
                      <a:lvl3pPr marL="914126" algn="l" defTabSz="914126" rtl="0" eaLnBrk="1" latinLnBrk="0" hangingPunct="1">
                        <a:defRPr sz="1799" kern="1200">
                          <a:solidFill>
                            <a:schemeClr val="tx1"/>
                          </a:solidFill>
                          <a:latin typeface="Arial"/>
                        </a:defRPr>
                      </a:lvl3pPr>
                      <a:lvl4pPr marL="1371189" algn="l" defTabSz="914126" rtl="0" eaLnBrk="1" latinLnBrk="0" hangingPunct="1">
                        <a:defRPr sz="1799" kern="1200">
                          <a:solidFill>
                            <a:schemeClr val="tx1"/>
                          </a:solidFill>
                          <a:latin typeface="Arial"/>
                        </a:defRPr>
                      </a:lvl4pPr>
                      <a:lvl5pPr marL="1828251" algn="l" defTabSz="914126" rtl="0" eaLnBrk="1" latinLnBrk="0" hangingPunct="1">
                        <a:defRPr sz="1799" kern="1200">
                          <a:solidFill>
                            <a:schemeClr val="tx1"/>
                          </a:solidFill>
                          <a:latin typeface="Arial"/>
                        </a:defRPr>
                      </a:lvl5pPr>
                      <a:lvl6pPr marL="2285314" algn="l" defTabSz="914126" rtl="0" eaLnBrk="1" latinLnBrk="0" hangingPunct="1">
                        <a:defRPr sz="1799" kern="1200">
                          <a:solidFill>
                            <a:schemeClr val="tx1"/>
                          </a:solidFill>
                          <a:latin typeface="Arial"/>
                        </a:defRPr>
                      </a:lvl6pPr>
                      <a:lvl7pPr marL="2742377" algn="l" defTabSz="914126" rtl="0" eaLnBrk="1" latinLnBrk="0" hangingPunct="1">
                        <a:defRPr sz="1799" kern="1200">
                          <a:solidFill>
                            <a:schemeClr val="tx1"/>
                          </a:solidFill>
                          <a:latin typeface="Arial"/>
                        </a:defRPr>
                      </a:lvl7pPr>
                      <a:lvl8pPr marL="3199440" algn="l" defTabSz="914126" rtl="0" eaLnBrk="1" latinLnBrk="0" hangingPunct="1">
                        <a:defRPr sz="1799" kern="1200">
                          <a:solidFill>
                            <a:schemeClr val="tx1"/>
                          </a:solidFill>
                          <a:latin typeface="Arial"/>
                        </a:defRPr>
                      </a:lvl8pPr>
                      <a:lvl9pPr marL="3656503" algn="l" defTabSz="914126" rtl="0" eaLnBrk="1" latinLnBrk="0" hangingPunct="1">
                        <a:defRPr sz="1799" kern="1200">
                          <a:solidFill>
                            <a:schemeClr val="tx1"/>
                          </a:solidFill>
                          <a:latin typeface="Arial"/>
                        </a:defRPr>
                      </a:lvl9pPr>
                    </a:lstStyle>
                    <a:p>
                      <a:pPr marL="0" marR="0" algn="just">
                        <a:spcBef>
                          <a:spcPts val="0"/>
                        </a:spcBef>
                        <a:spcAft>
                          <a:spcPts val="0"/>
                        </a:spcAft>
                      </a:pPr>
                      <a:r>
                        <a:rPr lang="en-US" sz="1000" dirty="0">
                          <a:latin typeface="Verdana"/>
                          <a:ea typeface="Calibri"/>
                          <a:cs typeface="Times New Roman"/>
                        </a:rPr>
                        <a:t>The number of bits  used to represent the integer value (the number of bits above the decimal point)</a:t>
                      </a:r>
                    </a:p>
                  </a:txBody>
                  <a:tcPr marL="7437" marR="743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D3DFEE"/>
                    </a:solidFill>
                  </a:tcPr>
                </a:tc>
                <a:tc hMerge="1">
                  <a:txBody>
                    <a:bodyPr/>
                    <a:lstStyle/>
                    <a:p>
                      <a:endParaRPr lang="en-US"/>
                    </a:p>
                  </a:txBody>
                  <a:tcPr/>
                </a:tc>
                <a:extLst>
                  <a:ext uri="{0D108BD9-81ED-4DB2-BD59-A6C34878D82A}">
                    <a16:rowId xmlns:a16="http://schemas.microsoft.com/office/drawing/2014/main" val="10002"/>
                  </a:ext>
                </a:extLst>
              </a:tr>
              <a:tr h="306195">
                <a:tc rowSpan="9">
                  <a:txBody>
                    <a:bodyPr/>
                    <a:lstStyle>
                      <a:lvl1pPr marL="0" algn="l" defTabSz="914126" rtl="0" eaLnBrk="1" latinLnBrk="0" hangingPunct="1">
                        <a:defRPr sz="1799" kern="1200">
                          <a:solidFill>
                            <a:schemeClr val="tx1"/>
                          </a:solidFill>
                          <a:latin typeface="Arial"/>
                        </a:defRPr>
                      </a:lvl1pPr>
                      <a:lvl2pPr marL="457063" algn="l" defTabSz="914126" rtl="0" eaLnBrk="1" latinLnBrk="0" hangingPunct="1">
                        <a:defRPr sz="1799" kern="1200">
                          <a:solidFill>
                            <a:schemeClr val="tx1"/>
                          </a:solidFill>
                          <a:latin typeface="Arial"/>
                        </a:defRPr>
                      </a:lvl2pPr>
                      <a:lvl3pPr marL="914126" algn="l" defTabSz="914126" rtl="0" eaLnBrk="1" latinLnBrk="0" hangingPunct="1">
                        <a:defRPr sz="1799" kern="1200">
                          <a:solidFill>
                            <a:schemeClr val="tx1"/>
                          </a:solidFill>
                          <a:latin typeface="Arial"/>
                        </a:defRPr>
                      </a:lvl3pPr>
                      <a:lvl4pPr marL="1371189" algn="l" defTabSz="914126" rtl="0" eaLnBrk="1" latinLnBrk="0" hangingPunct="1">
                        <a:defRPr sz="1799" kern="1200">
                          <a:solidFill>
                            <a:schemeClr val="tx1"/>
                          </a:solidFill>
                          <a:latin typeface="Arial"/>
                        </a:defRPr>
                      </a:lvl4pPr>
                      <a:lvl5pPr marL="1828251" algn="l" defTabSz="914126" rtl="0" eaLnBrk="1" latinLnBrk="0" hangingPunct="1">
                        <a:defRPr sz="1799" kern="1200">
                          <a:solidFill>
                            <a:schemeClr val="tx1"/>
                          </a:solidFill>
                          <a:latin typeface="Arial"/>
                        </a:defRPr>
                      </a:lvl5pPr>
                      <a:lvl6pPr marL="2285314" algn="l" defTabSz="914126" rtl="0" eaLnBrk="1" latinLnBrk="0" hangingPunct="1">
                        <a:defRPr sz="1799" kern="1200">
                          <a:solidFill>
                            <a:schemeClr val="tx1"/>
                          </a:solidFill>
                          <a:latin typeface="Arial"/>
                        </a:defRPr>
                      </a:lvl6pPr>
                      <a:lvl7pPr marL="2742377" algn="l" defTabSz="914126" rtl="0" eaLnBrk="1" latinLnBrk="0" hangingPunct="1">
                        <a:defRPr sz="1799" kern="1200">
                          <a:solidFill>
                            <a:schemeClr val="tx1"/>
                          </a:solidFill>
                          <a:latin typeface="Arial"/>
                        </a:defRPr>
                      </a:lvl7pPr>
                      <a:lvl8pPr marL="3199440" algn="l" defTabSz="914126" rtl="0" eaLnBrk="1" latinLnBrk="0" hangingPunct="1">
                        <a:defRPr sz="1799" kern="1200">
                          <a:solidFill>
                            <a:schemeClr val="tx1"/>
                          </a:solidFill>
                          <a:latin typeface="Arial"/>
                        </a:defRPr>
                      </a:lvl8pPr>
                      <a:lvl9pPr marL="3656503" algn="l" defTabSz="914126" rtl="0" eaLnBrk="1" latinLnBrk="0" hangingPunct="1">
                        <a:defRPr sz="1799" kern="1200">
                          <a:solidFill>
                            <a:schemeClr val="tx1"/>
                          </a:solidFill>
                          <a:latin typeface="Arial"/>
                        </a:defRPr>
                      </a:lvl9pPr>
                    </a:lstStyle>
                    <a:p>
                      <a:pPr marL="0" marR="0" algn="ctr">
                        <a:spcBef>
                          <a:spcPts val="0"/>
                        </a:spcBef>
                        <a:spcAft>
                          <a:spcPts val="0"/>
                        </a:spcAft>
                      </a:pPr>
                      <a:r>
                        <a:rPr lang="en-US" sz="1000" b="1" dirty="0">
                          <a:solidFill>
                            <a:srgbClr val="FFFFFF"/>
                          </a:solidFill>
                          <a:latin typeface="Verdana"/>
                          <a:ea typeface="Calibri"/>
                          <a:cs typeface="Times New Roman"/>
                        </a:rPr>
                        <a:t>Q</a:t>
                      </a:r>
                      <a:endParaRPr lang="en-US" sz="1000" dirty="0">
                        <a:latin typeface="Verdana"/>
                        <a:ea typeface="Calibri"/>
                        <a:cs typeface="Times New Roman"/>
                      </a:endParaRPr>
                    </a:p>
                  </a:txBody>
                  <a:tcPr marL="7437" marR="743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4F81BD"/>
                    </a:solidFill>
                  </a:tcPr>
                </a:tc>
                <a:tc gridSpan="2">
                  <a:txBody>
                    <a:bodyPr/>
                    <a:lstStyle>
                      <a:lvl1pPr marL="0" algn="l" defTabSz="914126" rtl="0" eaLnBrk="1" latinLnBrk="0" hangingPunct="1">
                        <a:defRPr sz="1799" kern="1200">
                          <a:solidFill>
                            <a:schemeClr val="tx1"/>
                          </a:solidFill>
                          <a:latin typeface="Arial"/>
                        </a:defRPr>
                      </a:lvl1pPr>
                      <a:lvl2pPr marL="457063" algn="l" defTabSz="914126" rtl="0" eaLnBrk="1" latinLnBrk="0" hangingPunct="1">
                        <a:defRPr sz="1799" kern="1200">
                          <a:solidFill>
                            <a:schemeClr val="tx1"/>
                          </a:solidFill>
                          <a:latin typeface="Arial"/>
                        </a:defRPr>
                      </a:lvl2pPr>
                      <a:lvl3pPr marL="914126" algn="l" defTabSz="914126" rtl="0" eaLnBrk="1" latinLnBrk="0" hangingPunct="1">
                        <a:defRPr sz="1799" kern="1200">
                          <a:solidFill>
                            <a:schemeClr val="tx1"/>
                          </a:solidFill>
                          <a:latin typeface="Arial"/>
                        </a:defRPr>
                      </a:lvl3pPr>
                      <a:lvl4pPr marL="1371189" algn="l" defTabSz="914126" rtl="0" eaLnBrk="1" latinLnBrk="0" hangingPunct="1">
                        <a:defRPr sz="1799" kern="1200">
                          <a:solidFill>
                            <a:schemeClr val="tx1"/>
                          </a:solidFill>
                          <a:latin typeface="Arial"/>
                        </a:defRPr>
                      </a:lvl4pPr>
                      <a:lvl5pPr marL="1828251" algn="l" defTabSz="914126" rtl="0" eaLnBrk="1" latinLnBrk="0" hangingPunct="1">
                        <a:defRPr sz="1799" kern="1200">
                          <a:solidFill>
                            <a:schemeClr val="tx1"/>
                          </a:solidFill>
                          <a:latin typeface="Arial"/>
                        </a:defRPr>
                      </a:lvl5pPr>
                      <a:lvl6pPr marL="2285314" algn="l" defTabSz="914126" rtl="0" eaLnBrk="1" latinLnBrk="0" hangingPunct="1">
                        <a:defRPr sz="1799" kern="1200">
                          <a:solidFill>
                            <a:schemeClr val="tx1"/>
                          </a:solidFill>
                          <a:latin typeface="Arial"/>
                        </a:defRPr>
                      </a:lvl6pPr>
                      <a:lvl7pPr marL="2742377" algn="l" defTabSz="914126" rtl="0" eaLnBrk="1" latinLnBrk="0" hangingPunct="1">
                        <a:defRPr sz="1799" kern="1200">
                          <a:solidFill>
                            <a:schemeClr val="tx1"/>
                          </a:solidFill>
                          <a:latin typeface="Arial"/>
                        </a:defRPr>
                      </a:lvl7pPr>
                      <a:lvl8pPr marL="3199440" algn="l" defTabSz="914126" rtl="0" eaLnBrk="1" latinLnBrk="0" hangingPunct="1">
                        <a:defRPr sz="1799" kern="1200">
                          <a:solidFill>
                            <a:schemeClr val="tx1"/>
                          </a:solidFill>
                          <a:latin typeface="Arial"/>
                        </a:defRPr>
                      </a:lvl8pPr>
                      <a:lvl9pPr marL="3656503" algn="l" defTabSz="914126" rtl="0" eaLnBrk="1" latinLnBrk="0" hangingPunct="1">
                        <a:defRPr sz="1799" kern="1200">
                          <a:solidFill>
                            <a:schemeClr val="tx1"/>
                          </a:solidFill>
                          <a:latin typeface="Arial"/>
                        </a:defRPr>
                      </a:lvl9pPr>
                    </a:lstStyle>
                    <a:p>
                      <a:pPr marL="0" marR="0" algn="just">
                        <a:spcBef>
                          <a:spcPts val="0"/>
                        </a:spcBef>
                        <a:spcAft>
                          <a:spcPts val="0"/>
                        </a:spcAft>
                      </a:pPr>
                      <a:r>
                        <a:rPr lang="en-US" sz="1000" dirty="0">
                          <a:latin typeface="Verdana"/>
                          <a:ea typeface="Calibri"/>
                          <a:cs typeface="Times New Roman"/>
                        </a:rPr>
                        <a:t>Quantization mode  (modes detailed below) dictates the behavior when greater precision is generated than can be defined by the LSBs.</a:t>
                      </a:r>
                    </a:p>
                  </a:txBody>
                  <a:tcPr marL="7437" marR="743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A7BFDE"/>
                    </a:solidFill>
                  </a:tcPr>
                </a:tc>
                <a:tc hMerge="1">
                  <a:txBody>
                    <a:bodyPr/>
                    <a:lstStyle/>
                    <a:p>
                      <a:endParaRPr lang="en-US"/>
                    </a:p>
                  </a:txBody>
                  <a:tcPr/>
                </a:tc>
                <a:extLst>
                  <a:ext uri="{0D108BD9-81ED-4DB2-BD59-A6C34878D82A}">
                    <a16:rowId xmlns:a16="http://schemas.microsoft.com/office/drawing/2014/main" val="10003"/>
                  </a:ext>
                </a:extLst>
              </a:tr>
              <a:tr h="106860">
                <a:tc vMerge="1">
                  <a:txBody>
                    <a:bodyPr/>
                    <a:lstStyle/>
                    <a:p>
                      <a:endParaRPr lang="en-US"/>
                    </a:p>
                  </a:txBody>
                  <a:tcPr/>
                </a:tc>
                <a:tc>
                  <a:txBody>
                    <a:bodyPr/>
                    <a:lstStyle>
                      <a:lvl1pPr marL="0" algn="l" defTabSz="914126" rtl="0" eaLnBrk="1" latinLnBrk="0" hangingPunct="1">
                        <a:defRPr sz="1799" kern="1200">
                          <a:solidFill>
                            <a:schemeClr val="tx1"/>
                          </a:solidFill>
                          <a:latin typeface="Arial"/>
                        </a:defRPr>
                      </a:lvl1pPr>
                      <a:lvl2pPr marL="457063" algn="l" defTabSz="914126" rtl="0" eaLnBrk="1" latinLnBrk="0" hangingPunct="1">
                        <a:defRPr sz="1799" kern="1200">
                          <a:solidFill>
                            <a:schemeClr val="tx1"/>
                          </a:solidFill>
                          <a:latin typeface="Arial"/>
                        </a:defRPr>
                      </a:lvl2pPr>
                      <a:lvl3pPr marL="914126" algn="l" defTabSz="914126" rtl="0" eaLnBrk="1" latinLnBrk="0" hangingPunct="1">
                        <a:defRPr sz="1799" kern="1200">
                          <a:solidFill>
                            <a:schemeClr val="tx1"/>
                          </a:solidFill>
                          <a:latin typeface="Arial"/>
                        </a:defRPr>
                      </a:lvl3pPr>
                      <a:lvl4pPr marL="1371189" algn="l" defTabSz="914126" rtl="0" eaLnBrk="1" latinLnBrk="0" hangingPunct="1">
                        <a:defRPr sz="1799" kern="1200">
                          <a:solidFill>
                            <a:schemeClr val="tx1"/>
                          </a:solidFill>
                          <a:latin typeface="Arial"/>
                        </a:defRPr>
                      </a:lvl4pPr>
                      <a:lvl5pPr marL="1828251" algn="l" defTabSz="914126" rtl="0" eaLnBrk="1" latinLnBrk="0" hangingPunct="1">
                        <a:defRPr sz="1799" kern="1200">
                          <a:solidFill>
                            <a:schemeClr val="tx1"/>
                          </a:solidFill>
                          <a:latin typeface="Arial"/>
                        </a:defRPr>
                      </a:lvl5pPr>
                      <a:lvl6pPr marL="2285314" algn="l" defTabSz="914126" rtl="0" eaLnBrk="1" latinLnBrk="0" hangingPunct="1">
                        <a:defRPr sz="1799" kern="1200">
                          <a:solidFill>
                            <a:schemeClr val="tx1"/>
                          </a:solidFill>
                          <a:latin typeface="Arial"/>
                        </a:defRPr>
                      </a:lvl6pPr>
                      <a:lvl7pPr marL="2742377" algn="l" defTabSz="914126" rtl="0" eaLnBrk="1" latinLnBrk="0" hangingPunct="1">
                        <a:defRPr sz="1799" kern="1200">
                          <a:solidFill>
                            <a:schemeClr val="tx1"/>
                          </a:solidFill>
                          <a:latin typeface="Arial"/>
                        </a:defRPr>
                      </a:lvl7pPr>
                      <a:lvl8pPr marL="3199440" algn="l" defTabSz="914126" rtl="0" eaLnBrk="1" latinLnBrk="0" hangingPunct="1">
                        <a:defRPr sz="1799" kern="1200">
                          <a:solidFill>
                            <a:schemeClr val="tx1"/>
                          </a:solidFill>
                          <a:latin typeface="Arial"/>
                        </a:defRPr>
                      </a:lvl8pPr>
                      <a:lvl9pPr marL="3656503" algn="l" defTabSz="914126" rtl="0" eaLnBrk="1" latinLnBrk="0" hangingPunct="1">
                        <a:defRPr sz="1799" kern="1200">
                          <a:solidFill>
                            <a:schemeClr val="tx1"/>
                          </a:solidFill>
                          <a:latin typeface="Arial"/>
                        </a:defRPr>
                      </a:lvl9pPr>
                    </a:lstStyle>
                    <a:p>
                      <a:pPr marL="0" marR="0" algn="just">
                        <a:spcBef>
                          <a:spcPts val="0"/>
                        </a:spcBef>
                        <a:spcAft>
                          <a:spcPts val="0"/>
                        </a:spcAft>
                      </a:pPr>
                      <a:r>
                        <a:rPr lang="en-US" sz="1000" b="1" dirty="0">
                          <a:latin typeface="Verdana"/>
                          <a:ea typeface="Calibri"/>
                          <a:cs typeface="Times New Roman"/>
                        </a:rPr>
                        <a:t>AP_Fixed Mode</a:t>
                      </a:r>
                      <a:endParaRPr lang="en-US" sz="1000" dirty="0">
                        <a:latin typeface="Verdana"/>
                        <a:ea typeface="Calibri"/>
                        <a:cs typeface="Times New Roman"/>
                      </a:endParaRPr>
                    </a:p>
                  </a:txBody>
                  <a:tcPr marL="7437" marR="743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D3DFEE"/>
                    </a:solidFill>
                  </a:tcPr>
                </a:tc>
                <a:tc>
                  <a:txBody>
                    <a:bodyPr/>
                    <a:lstStyle>
                      <a:lvl1pPr marL="0" algn="l" defTabSz="914126" rtl="0" eaLnBrk="1" latinLnBrk="0" hangingPunct="1">
                        <a:defRPr sz="1799" kern="1200">
                          <a:solidFill>
                            <a:schemeClr val="tx1"/>
                          </a:solidFill>
                          <a:latin typeface="Arial"/>
                        </a:defRPr>
                      </a:lvl1pPr>
                      <a:lvl2pPr marL="457063" algn="l" defTabSz="914126" rtl="0" eaLnBrk="1" latinLnBrk="0" hangingPunct="1">
                        <a:defRPr sz="1799" kern="1200">
                          <a:solidFill>
                            <a:schemeClr val="tx1"/>
                          </a:solidFill>
                          <a:latin typeface="Arial"/>
                        </a:defRPr>
                      </a:lvl2pPr>
                      <a:lvl3pPr marL="914126" algn="l" defTabSz="914126" rtl="0" eaLnBrk="1" latinLnBrk="0" hangingPunct="1">
                        <a:defRPr sz="1799" kern="1200">
                          <a:solidFill>
                            <a:schemeClr val="tx1"/>
                          </a:solidFill>
                          <a:latin typeface="Arial"/>
                        </a:defRPr>
                      </a:lvl3pPr>
                      <a:lvl4pPr marL="1371189" algn="l" defTabSz="914126" rtl="0" eaLnBrk="1" latinLnBrk="0" hangingPunct="1">
                        <a:defRPr sz="1799" kern="1200">
                          <a:solidFill>
                            <a:schemeClr val="tx1"/>
                          </a:solidFill>
                          <a:latin typeface="Arial"/>
                        </a:defRPr>
                      </a:lvl4pPr>
                      <a:lvl5pPr marL="1828251" algn="l" defTabSz="914126" rtl="0" eaLnBrk="1" latinLnBrk="0" hangingPunct="1">
                        <a:defRPr sz="1799" kern="1200">
                          <a:solidFill>
                            <a:schemeClr val="tx1"/>
                          </a:solidFill>
                          <a:latin typeface="Arial"/>
                        </a:defRPr>
                      </a:lvl5pPr>
                      <a:lvl6pPr marL="2285314" algn="l" defTabSz="914126" rtl="0" eaLnBrk="1" latinLnBrk="0" hangingPunct="1">
                        <a:defRPr sz="1799" kern="1200">
                          <a:solidFill>
                            <a:schemeClr val="tx1"/>
                          </a:solidFill>
                          <a:latin typeface="Arial"/>
                        </a:defRPr>
                      </a:lvl6pPr>
                      <a:lvl7pPr marL="2742377" algn="l" defTabSz="914126" rtl="0" eaLnBrk="1" latinLnBrk="0" hangingPunct="1">
                        <a:defRPr sz="1799" kern="1200">
                          <a:solidFill>
                            <a:schemeClr val="tx1"/>
                          </a:solidFill>
                          <a:latin typeface="Arial"/>
                        </a:defRPr>
                      </a:lvl7pPr>
                      <a:lvl8pPr marL="3199440" algn="l" defTabSz="914126" rtl="0" eaLnBrk="1" latinLnBrk="0" hangingPunct="1">
                        <a:defRPr sz="1799" kern="1200">
                          <a:solidFill>
                            <a:schemeClr val="tx1"/>
                          </a:solidFill>
                          <a:latin typeface="Arial"/>
                        </a:defRPr>
                      </a:lvl8pPr>
                      <a:lvl9pPr marL="3656503" algn="l" defTabSz="914126" rtl="0" eaLnBrk="1" latinLnBrk="0" hangingPunct="1">
                        <a:defRPr sz="1799" kern="1200">
                          <a:solidFill>
                            <a:schemeClr val="tx1"/>
                          </a:solidFill>
                          <a:latin typeface="Arial"/>
                        </a:defRPr>
                      </a:lvl9pPr>
                    </a:lstStyle>
                    <a:p>
                      <a:pPr marL="0" marR="0" algn="just">
                        <a:spcBef>
                          <a:spcPts val="0"/>
                        </a:spcBef>
                        <a:spcAft>
                          <a:spcPts val="0"/>
                        </a:spcAft>
                      </a:pPr>
                      <a:r>
                        <a:rPr lang="en-US" sz="1000" b="1" dirty="0">
                          <a:latin typeface="Verdana"/>
                          <a:ea typeface="Calibri"/>
                          <a:cs typeface="Times New Roman"/>
                        </a:rPr>
                        <a:t>Description</a:t>
                      </a:r>
                      <a:endParaRPr lang="en-US" sz="1000" dirty="0">
                        <a:latin typeface="Verdana"/>
                        <a:ea typeface="Calibri"/>
                        <a:cs typeface="Times New Roman"/>
                      </a:endParaRPr>
                    </a:p>
                  </a:txBody>
                  <a:tcPr marL="7437" marR="743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D3DFEE"/>
                    </a:solidFill>
                  </a:tcPr>
                </a:tc>
                <a:extLst>
                  <a:ext uri="{0D108BD9-81ED-4DB2-BD59-A6C34878D82A}">
                    <a16:rowId xmlns:a16="http://schemas.microsoft.com/office/drawing/2014/main" val="10004"/>
                  </a:ext>
                </a:extLst>
              </a:tr>
              <a:tr h="124472">
                <a:tc vMerge="1">
                  <a:txBody>
                    <a:bodyPr/>
                    <a:lstStyle/>
                    <a:p>
                      <a:endParaRPr lang="en-US"/>
                    </a:p>
                  </a:txBody>
                  <a:tcPr/>
                </a:tc>
                <a:tc>
                  <a:txBody>
                    <a:bodyPr/>
                    <a:lstStyle>
                      <a:lvl1pPr marL="0" algn="l" defTabSz="914126" rtl="0" eaLnBrk="1" latinLnBrk="0" hangingPunct="1">
                        <a:defRPr sz="1799" kern="1200">
                          <a:solidFill>
                            <a:schemeClr val="tx1"/>
                          </a:solidFill>
                          <a:latin typeface="Arial"/>
                        </a:defRPr>
                      </a:lvl1pPr>
                      <a:lvl2pPr marL="457063" algn="l" defTabSz="914126" rtl="0" eaLnBrk="1" latinLnBrk="0" hangingPunct="1">
                        <a:defRPr sz="1799" kern="1200">
                          <a:solidFill>
                            <a:schemeClr val="tx1"/>
                          </a:solidFill>
                          <a:latin typeface="Arial"/>
                        </a:defRPr>
                      </a:lvl2pPr>
                      <a:lvl3pPr marL="914126" algn="l" defTabSz="914126" rtl="0" eaLnBrk="1" latinLnBrk="0" hangingPunct="1">
                        <a:defRPr sz="1799" kern="1200">
                          <a:solidFill>
                            <a:schemeClr val="tx1"/>
                          </a:solidFill>
                          <a:latin typeface="Arial"/>
                        </a:defRPr>
                      </a:lvl3pPr>
                      <a:lvl4pPr marL="1371189" algn="l" defTabSz="914126" rtl="0" eaLnBrk="1" latinLnBrk="0" hangingPunct="1">
                        <a:defRPr sz="1799" kern="1200">
                          <a:solidFill>
                            <a:schemeClr val="tx1"/>
                          </a:solidFill>
                          <a:latin typeface="Arial"/>
                        </a:defRPr>
                      </a:lvl4pPr>
                      <a:lvl5pPr marL="1828251" algn="l" defTabSz="914126" rtl="0" eaLnBrk="1" latinLnBrk="0" hangingPunct="1">
                        <a:defRPr sz="1799" kern="1200">
                          <a:solidFill>
                            <a:schemeClr val="tx1"/>
                          </a:solidFill>
                          <a:latin typeface="Arial"/>
                        </a:defRPr>
                      </a:lvl5pPr>
                      <a:lvl6pPr marL="2285314" algn="l" defTabSz="914126" rtl="0" eaLnBrk="1" latinLnBrk="0" hangingPunct="1">
                        <a:defRPr sz="1799" kern="1200">
                          <a:solidFill>
                            <a:schemeClr val="tx1"/>
                          </a:solidFill>
                          <a:latin typeface="Arial"/>
                        </a:defRPr>
                      </a:lvl6pPr>
                      <a:lvl7pPr marL="2742377" algn="l" defTabSz="914126" rtl="0" eaLnBrk="1" latinLnBrk="0" hangingPunct="1">
                        <a:defRPr sz="1799" kern="1200">
                          <a:solidFill>
                            <a:schemeClr val="tx1"/>
                          </a:solidFill>
                          <a:latin typeface="Arial"/>
                        </a:defRPr>
                      </a:lvl7pPr>
                      <a:lvl8pPr marL="3199440" algn="l" defTabSz="914126" rtl="0" eaLnBrk="1" latinLnBrk="0" hangingPunct="1">
                        <a:defRPr sz="1799" kern="1200">
                          <a:solidFill>
                            <a:schemeClr val="tx1"/>
                          </a:solidFill>
                          <a:latin typeface="Arial"/>
                        </a:defRPr>
                      </a:lvl8pPr>
                      <a:lvl9pPr marL="3656503" algn="l" defTabSz="914126" rtl="0" eaLnBrk="1" latinLnBrk="0" hangingPunct="1">
                        <a:defRPr sz="1799" kern="1200">
                          <a:solidFill>
                            <a:schemeClr val="tx1"/>
                          </a:solidFill>
                          <a:latin typeface="Arial"/>
                        </a:defRPr>
                      </a:lvl9pPr>
                    </a:lstStyle>
                    <a:p>
                      <a:pPr marL="0" marR="0" algn="just">
                        <a:spcBef>
                          <a:spcPts val="0"/>
                        </a:spcBef>
                        <a:spcAft>
                          <a:spcPts val="0"/>
                        </a:spcAft>
                      </a:pPr>
                      <a:r>
                        <a:rPr lang="en-US" sz="1000" dirty="0">
                          <a:latin typeface="Verdana"/>
                          <a:ea typeface="Calibri"/>
                          <a:cs typeface="Times New Roman"/>
                        </a:rPr>
                        <a:t>AP_RND </a:t>
                      </a:r>
                    </a:p>
                  </a:txBody>
                  <a:tcPr marL="7437" marR="743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A7BFDE"/>
                    </a:solidFill>
                  </a:tcPr>
                </a:tc>
                <a:tc>
                  <a:txBody>
                    <a:bodyPr/>
                    <a:lstStyle>
                      <a:lvl1pPr marL="0" algn="l" defTabSz="914126" rtl="0" eaLnBrk="1" latinLnBrk="0" hangingPunct="1">
                        <a:defRPr sz="1799" kern="1200">
                          <a:solidFill>
                            <a:schemeClr val="tx1"/>
                          </a:solidFill>
                          <a:latin typeface="Arial"/>
                        </a:defRPr>
                      </a:lvl1pPr>
                      <a:lvl2pPr marL="457063" algn="l" defTabSz="914126" rtl="0" eaLnBrk="1" latinLnBrk="0" hangingPunct="1">
                        <a:defRPr sz="1799" kern="1200">
                          <a:solidFill>
                            <a:schemeClr val="tx1"/>
                          </a:solidFill>
                          <a:latin typeface="Arial"/>
                        </a:defRPr>
                      </a:lvl2pPr>
                      <a:lvl3pPr marL="914126" algn="l" defTabSz="914126" rtl="0" eaLnBrk="1" latinLnBrk="0" hangingPunct="1">
                        <a:defRPr sz="1799" kern="1200">
                          <a:solidFill>
                            <a:schemeClr val="tx1"/>
                          </a:solidFill>
                          <a:latin typeface="Arial"/>
                        </a:defRPr>
                      </a:lvl3pPr>
                      <a:lvl4pPr marL="1371189" algn="l" defTabSz="914126" rtl="0" eaLnBrk="1" latinLnBrk="0" hangingPunct="1">
                        <a:defRPr sz="1799" kern="1200">
                          <a:solidFill>
                            <a:schemeClr val="tx1"/>
                          </a:solidFill>
                          <a:latin typeface="Arial"/>
                        </a:defRPr>
                      </a:lvl4pPr>
                      <a:lvl5pPr marL="1828251" algn="l" defTabSz="914126" rtl="0" eaLnBrk="1" latinLnBrk="0" hangingPunct="1">
                        <a:defRPr sz="1799" kern="1200">
                          <a:solidFill>
                            <a:schemeClr val="tx1"/>
                          </a:solidFill>
                          <a:latin typeface="Arial"/>
                        </a:defRPr>
                      </a:lvl5pPr>
                      <a:lvl6pPr marL="2285314" algn="l" defTabSz="914126" rtl="0" eaLnBrk="1" latinLnBrk="0" hangingPunct="1">
                        <a:defRPr sz="1799" kern="1200">
                          <a:solidFill>
                            <a:schemeClr val="tx1"/>
                          </a:solidFill>
                          <a:latin typeface="Arial"/>
                        </a:defRPr>
                      </a:lvl6pPr>
                      <a:lvl7pPr marL="2742377" algn="l" defTabSz="914126" rtl="0" eaLnBrk="1" latinLnBrk="0" hangingPunct="1">
                        <a:defRPr sz="1799" kern="1200">
                          <a:solidFill>
                            <a:schemeClr val="tx1"/>
                          </a:solidFill>
                          <a:latin typeface="Arial"/>
                        </a:defRPr>
                      </a:lvl7pPr>
                      <a:lvl8pPr marL="3199440" algn="l" defTabSz="914126" rtl="0" eaLnBrk="1" latinLnBrk="0" hangingPunct="1">
                        <a:defRPr sz="1799" kern="1200">
                          <a:solidFill>
                            <a:schemeClr val="tx1"/>
                          </a:solidFill>
                          <a:latin typeface="Arial"/>
                        </a:defRPr>
                      </a:lvl8pPr>
                      <a:lvl9pPr marL="3656503" algn="l" defTabSz="914126" rtl="0" eaLnBrk="1" latinLnBrk="0" hangingPunct="1">
                        <a:defRPr sz="1799" kern="1200">
                          <a:solidFill>
                            <a:schemeClr val="tx1"/>
                          </a:solidFill>
                          <a:latin typeface="Arial"/>
                        </a:defRPr>
                      </a:lvl9pPr>
                    </a:lstStyle>
                    <a:p>
                      <a:pPr marL="0" marR="0" algn="just">
                        <a:spcBef>
                          <a:spcPts val="0"/>
                        </a:spcBef>
                        <a:spcAft>
                          <a:spcPts val="0"/>
                        </a:spcAft>
                      </a:pPr>
                      <a:r>
                        <a:rPr lang="en-US" sz="1000" dirty="0">
                          <a:latin typeface="Verdana"/>
                          <a:ea typeface="Calibri"/>
                          <a:cs typeface="Times New Roman"/>
                        </a:rPr>
                        <a:t>Rounding to plus infinity </a:t>
                      </a:r>
                    </a:p>
                  </a:txBody>
                  <a:tcPr marL="7437" marR="743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A7BFDE"/>
                    </a:solidFill>
                  </a:tcPr>
                </a:tc>
                <a:extLst>
                  <a:ext uri="{0D108BD9-81ED-4DB2-BD59-A6C34878D82A}">
                    <a16:rowId xmlns:a16="http://schemas.microsoft.com/office/drawing/2014/main" val="10005"/>
                  </a:ext>
                </a:extLst>
              </a:tr>
              <a:tr h="106860">
                <a:tc vMerge="1">
                  <a:txBody>
                    <a:bodyPr/>
                    <a:lstStyle/>
                    <a:p>
                      <a:endParaRPr lang="en-US"/>
                    </a:p>
                  </a:txBody>
                  <a:tcPr/>
                </a:tc>
                <a:tc>
                  <a:txBody>
                    <a:bodyPr/>
                    <a:lstStyle>
                      <a:lvl1pPr marL="0" algn="l" defTabSz="914126" rtl="0" eaLnBrk="1" latinLnBrk="0" hangingPunct="1">
                        <a:defRPr sz="1799" kern="1200">
                          <a:solidFill>
                            <a:schemeClr val="tx1"/>
                          </a:solidFill>
                          <a:latin typeface="Arial"/>
                        </a:defRPr>
                      </a:lvl1pPr>
                      <a:lvl2pPr marL="457063" algn="l" defTabSz="914126" rtl="0" eaLnBrk="1" latinLnBrk="0" hangingPunct="1">
                        <a:defRPr sz="1799" kern="1200">
                          <a:solidFill>
                            <a:schemeClr val="tx1"/>
                          </a:solidFill>
                          <a:latin typeface="Arial"/>
                        </a:defRPr>
                      </a:lvl2pPr>
                      <a:lvl3pPr marL="914126" algn="l" defTabSz="914126" rtl="0" eaLnBrk="1" latinLnBrk="0" hangingPunct="1">
                        <a:defRPr sz="1799" kern="1200">
                          <a:solidFill>
                            <a:schemeClr val="tx1"/>
                          </a:solidFill>
                          <a:latin typeface="Arial"/>
                        </a:defRPr>
                      </a:lvl3pPr>
                      <a:lvl4pPr marL="1371189" algn="l" defTabSz="914126" rtl="0" eaLnBrk="1" latinLnBrk="0" hangingPunct="1">
                        <a:defRPr sz="1799" kern="1200">
                          <a:solidFill>
                            <a:schemeClr val="tx1"/>
                          </a:solidFill>
                          <a:latin typeface="Arial"/>
                        </a:defRPr>
                      </a:lvl4pPr>
                      <a:lvl5pPr marL="1828251" algn="l" defTabSz="914126" rtl="0" eaLnBrk="1" latinLnBrk="0" hangingPunct="1">
                        <a:defRPr sz="1799" kern="1200">
                          <a:solidFill>
                            <a:schemeClr val="tx1"/>
                          </a:solidFill>
                          <a:latin typeface="Arial"/>
                        </a:defRPr>
                      </a:lvl5pPr>
                      <a:lvl6pPr marL="2285314" algn="l" defTabSz="914126" rtl="0" eaLnBrk="1" latinLnBrk="0" hangingPunct="1">
                        <a:defRPr sz="1799" kern="1200">
                          <a:solidFill>
                            <a:schemeClr val="tx1"/>
                          </a:solidFill>
                          <a:latin typeface="Arial"/>
                        </a:defRPr>
                      </a:lvl6pPr>
                      <a:lvl7pPr marL="2742377" algn="l" defTabSz="914126" rtl="0" eaLnBrk="1" latinLnBrk="0" hangingPunct="1">
                        <a:defRPr sz="1799" kern="1200">
                          <a:solidFill>
                            <a:schemeClr val="tx1"/>
                          </a:solidFill>
                          <a:latin typeface="Arial"/>
                        </a:defRPr>
                      </a:lvl7pPr>
                      <a:lvl8pPr marL="3199440" algn="l" defTabSz="914126" rtl="0" eaLnBrk="1" latinLnBrk="0" hangingPunct="1">
                        <a:defRPr sz="1799" kern="1200">
                          <a:solidFill>
                            <a:schemeClr val="tx1"/>
                          </a:solidFill>
                          <a:latin typeface="Arial"/>
                        </a:defRPr>
                      </a:lvl8pPr>
                      <a:lvl9pPr marL="3656503" algn="l" defTabSz="914126" rtl="0" eaLnBrk="1" latinLnBrk="0" hangingPunct="1">
                        <a:defRPr sz="1799" kern="1200">
                          <a:solidFill>
                            <a:schemeClr val="tx1"/>
                          </a:solidFill>
                          <a:latin typeface="Arial"/>
                        </a:defRPr>
                      </a:lvl9pPr>
                    </a:lstStyle>
                    <a:p>
                      <a:pPr marL="0" marR="0" algn="just">
                        <a:spcBef>
                          <a:spcPts val="0"/>
                        </a:spcBef>
                        <a:spcAft>
                          <a:spcPts val="0"/>
                        </a:spcAft>
                      </a:pPr>
                      <a:r>
                        <a:rPr lang="en-US" sz="1000" dirty="0">
                          <a:latin typeface="Verdana"/>
                          <a:ea typeface="Calibri"/>
                          <a:cs typeface="Times New Roman"/>
                        </a:rPr>
                        <a:t>AP_RND_ZERO </a:t>
                      </a:r>
                    </a:p>
                  </a:txBody>
                  <a:tcPr marL="7437" marR="743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D3DFEE"/>
                    </a:solidFill>
                  </a:tcPr>
                </a:tc>
                <a:tc>
                  <a:txBody>
                    <a:bodyPr/>
                    <a:lstStyle>
                      <a:lvl1pPr marL="0" algn="l" defTabSz="914126" rtl="0" eaLnBrk="1" latinLnBrk="0" hangingPunct="1">
                        <a:defRPr sz="1799" kern="1200">
                          <a:solidFill>
                            <a:schemeClr val="tx1"/>
                          </a:solidFill>
                          <a:latin typeface="Arial"/>
                        </a:defRPr>
                      </a:lvl1pPr>
                      <a:lvl2pPr marL="457063" algn="l" defTabSz="914126" rtl="0" eaLnBrk="1" latinLnBrk="0" hangingPunct="1">
                        <a:defRPr sz="1799" kern="1200">
                          <a:solidFill>
                            <a:schemeClr val="tx1"/>
                          </a:solidFill>
                          <a:latin typeface="Arial"/>
                        </a:defRPr>
                      </a:lvl2pPr>
                      <a:lvl3pPr marL="914126" algn="l" defTabSz="914126" rtl="0" eaLnBrk="1" latinLnBrk="0" hangingPunct="1">
                        <a:defRPr sz="1799" kern="1200">
                          <a:solidFill>
                            <a:schemeClr val="tx1"/>
                          </a:solidFill>
                          <a:latin typeface="Arial"/>
                        </a:defRPr>
                      </a:lvl3pPr>
                      <a:lvl4pPr marL="1371189" algn="l" defTabSz="914126" rtl="0" eaLnBrk="1" latinLnBrk="0" hangingPunct="1">
                        <a:defRPr sz="1799" kern="1200">
                          <a:solidFill>
                            <a:schemeClr val="tx1"/>
                          </a:solidFill>
                          <a:latin typeface="Arial"/>
                        </a:defRPr>
                      </a:lvl4pPr>
                      <a:lvl5pPr marL="1828251" algn="l" defTabSz="914126" rtl="0" eaLnBrk="1" latinLnBrk="0" hangingPunct="1">
                        <a:defRPr sz="1799" kern="1200">
                          <a:solidFill>
                            <a:schemeClr val="tx1"/>
                          </a:solidFill>
                          <a:latin typeface="Arial"/>
                        </a:defRPr>
                      </a:lvl5pPr>
                      <a:lvl6pPr marL="2285314" algn="l" defTabSz="914126" rtl="0" eaLnBrk="1" latinLnBrk="0" hangingPunct="1">
                        <a:defRPr sz="1799" kern="1200">
                          <a:solidFill>
                            <a:schemeClr val="tx1"/>
                          </a:solidFill>
                          <a:latin typeface="Arial"/>
                        </a:defRPr>
                      </a:lvl6pPr>
                      <a:lvl7pPr marL="2742377" algn="l" defTabSz="914126" rtl="0" eaLnBrk="1" latinLnBrk="0" hangingPunct="1">
                        <a:defRPr sz="1799" kern="1200">
                          <a:solidFill>
                            <a:schemeClr val="tx1"/>
                          </a:solidFill>
                          <a:latin typeface="Arial"/>
                        </a:defRPr>
                      </a:lvl7pPr>
                      <a:lvl8pPr marL="3199440" algn="l" defTabSz="914126" rtl="0" eaLnBrk="1" latinLnBrk="0" hangingPunct="1">
                        <a:defRPr sz="1799" kern="1200">
                          <a:solidFill>
                            <a:schemeClr val="tx1"/>
                          </a:solidFill>
                          <a:latin typeface="Arial"/>
                        </a:defRPr>
                      </a:lvl8pPr>
                      <a:lvl9pPr marL="3656503" algn="l" defTabSz="914126" rtl="0" eaLnBrk="1" latinLnBrk="0" hangingPunct="1">
                        <a:defRPr sz="1799" kern="1200">
                          <a:solidFill>
                            <a:schemeClr val="tx1"/>
                          </a:solidFill>
                          <a:latin typeface="Arial"/>
                        </a:defRPr>
                      </a:lvl9pPr>
                    </a:lstStyle>
                    <a:p>
                      <a:pPr marL="0" marR="0" algn="just">
                        <a:spcBef>
                          <a:spcPts val="0"/>
                        </a:spcBef>
                        <a:spcAft>
                          <a:spcPts val="0"/>
                        </a:spcAft>
                      </a:pPr>
                      <a:r>
                        <a:rPr lang="en-US" sz="1000" dirty="0">
                          <a:latin typeface="Verdana"/>
                          <a:ea typeface="Calibri"/>
                          <a:cs typeface="Times New Roman"/>
                        </a:rPr>
                        <a:t>Rounding to zero </a:t>
                      </a:r>
                    </a:p>
                  </a:txBody>
                  <a:tcPr marL="7437" marR="743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D3DFEE"/>
                    </a:solidFill>
                  </a:tcPr>
                </a:tc>
                <a:extLst>
                  <a:ext uri="{0D108BD9-81ED-4DB2-BD59-A6C34878D82A}">
                    <a16:rowId xmlns:a16="http://schemas.microsoft.com/office/drawing/2014/main" val="10006"/>
                  </a:ext>
                </a:extLst>
              </a:tr>
              <a:tr h="129259">
                <a:tc vMerge="1">
                  <a:txBody>
                    <a:bodyPr/>
                    <a:lstStyle/>
                    <a:p>
                      <a:endParaRPr lang="en-US"/>
                    </a:p>
                  </a:txBody>
                  <a:tcPr/>
                </a:tc>
                <a:tc>
                  <a:txBody>
                    <a:bodyPr/>
                    <a:lstStyle>
                      <a:lvl1pPr marL="0" algn="l" defTabSz="914126" rtl="0" eaLnBrk="1" latinLnBrk="0" hangingPunct="1">
                        <a:defRPr sz="1799" kern="1200">
                          <a:solidFill>
                            <a:schemeClr val="tx1"/>
                          </a:solidFill>
                          <a:latin typeface="Arial"/>
                        </a:defRPr>
                      </a:lvl1pPr>
                      <a:lvl2pPr marL="457063" algn="l" defTabSz="914126" rtl="0" eaLnBrk="1" latinLnBrk="0" hangingPunct="1">
                        <a:defRPr sz="1799" kern="1200">
                          <a:solidFill>
                            <a:schemeClr val="tx1"/>
                          </a:solidFill>
                          <a:latin typeface="Arial"/>
                        </a:defRPr>
                      </a:lvl2pPr>
                      <a:lvl3pPr marL="914126" algn="l" defTabSz="914126" rtl="0" eaLnBrk="1" latinLnBrk="0" hangingPunct="1">
                        <a:defRPr sz="1799" kern="1200">
                          <a:solidFill>
                            <a:schemeClr val="tx1"/>
                          </a:solidFill>
                          <a:latin typeface="Arial"/>
                        </a:defRPr>
                      </a:lvl3pPr>
                      <a:lvl4pPr marL="1371189" algn="l" defTabSz="914126" rtl="0" eaLnBrk="1" latinLnBrk="0" hangingPunct="1">
                        <a:defRPr sz="1799" kern="1200">
                          <a:solidFill>
                            <a:schemeClr val="tx1"/>
                          </a:solidFill>
                          <a:latin typeface="Arial"/>
                        </a:defRPr>
                      </a:lvl4pPr>
                      <a:lvl5pPr marL="1828251" algn="l" defTabSz="914126" rtl="0" eaLnBrk="1" latinLnBrk="0" hangingPunct="1">
                        <a:defRPr sz="1799" kern="1200">
                          <a:solidFill>
                            <a:schemeClr val="tx1"/>
                          </a:solidFill>
                          <a:latin typeface="Arial"/>
                        </a:defRPr>
                      </a:lvl5pPr>
                      <a:lvl6pPr marL="2285314" algn="l" defTabSz="914126" rtl="0" eaLnBrk="1" latinLnBrk="0" hangingPunct="1">
                        <a:defRPr sz="1799" kern="1200">
                          <a:solidFill>
                            <a:schemeClr val="tx1"/>
                          </a:solidFill>
                          <a:latin typeface="Arial"/>
                        </a:defRPr>
                      </a:lvl6pPr>
                      <a:lvl7pPr marL="2742377" algn="l" defTabSz="914126" rtl="0" eaLnBrk="1" latinLnBrk="0" hangingPunct="1">
                        <a:defRPr sz="1799" kern="1200">
                          <a:solidFill>
                            <a:schemeClr val="tx1"/>
                          </a:solidFill>
                          <a:latin typeface="Arial"/>
                        </a:defRPr>
                      </a:lvl7pPr>
                      <a:lvl8pPr marL="3199440" algn="l" defTabSz="914126" rtl="0" eaLnBrk="1" latinLnBrk="0" hangingPunct="1">
                        <a:defRPr sz="1799" kern="1200">
                          <a:solidFill>
                            <a:schemeClr val="tx1"/>
                          </a:solidFill>
                          <a:latin typeface="Arial"/>
                        </a:defRPr>
                      </a:lvl8pPr>
                      <a:lvl9pPr marL="3656503" algn="l" defTabSz="914126" rtl="0" eaLnBrk="1" latinLnBrk="0" hangingPunct="1">
                        <a:defRPr sz="1799" kern="1200">
                          <a:solidFill>
                            <a:schemeClr val="tx1"/>
                          </a:solidFill>
                          <a:latin typeface="Arial"/>
                        </a:defRPr>
                      </a:lvl9pPr>
                    </a:lstStyle>
                    <a:p>
                      <a:pPr marL="0" marR="0" algn="just">
                        <a:spcBef>
                          <a:spcPts val="0"/>
                        </a:spcBef>
                        <a:spcAft>
                          <a:spcPts val="0"/>
                        </a:spcAft>
                      </a:pPr>
                      <a:r>
                        <a:rPr lang="en-US" sz="1000" dirty="0">
                          <a:latin typeface="Verdana"/>
                          <a:ea typeface="Calibri"/>
                          <a:cs typeface="Times New Roman"/>
                        </a:rPr>
                        <a:t>AP_RND_MIN_INF </a:t>
                      </a:r>
                    </a:p>
                  </a:txBody>
                  <a:tcPr marL="7437" marR="743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A7BFDE"/>
                    </a:solidFill>
                  </a:tcPr>
                </a:tc>
                <a:tc>
                  <a:txBody>
                    <a:bodyPr/>
                    <a:lstStyle>
                      <a:lvl1pPr marL="0" algn="l" defTabSz="914126" rtl="0" eaLnBrk="1" latinLnBrk="0" hangingPunct="1">
                        <a:defRPr sz="1799" kern="1200">
                          <a:solidFill>
                            <a:schemeClr val="tx1"/>
                          </a:solidFill>
                          <a:latin typeface="Arial"/>
                        </a:defRPr>
                      </a:lvl1pPr>
                      <a:lvl2pPr marL="457063" algn="l" defTabSz="914126" rtl="0" eaLnBrk="1" latinLnBrk="0" hangingPunct="1">
                        <a:defRPr sz="1799" kern="1200">
                          <a:solidFill>
                            <a:schemeClr val="tx1"/>
                          </a:solidFill>
                          <a:latin typeface="Arial"/>
                        </a:defRPr>
                      </a:lvl2pPr>
                      <a:lvl3pPr marL="914126" algn="l" defTabSz="914126" rtl="0" eaLnBrk="1" latinLnBrk="0" hangingPunct="1">
                        <a:defRPr sz="1799" kern="1200">
                          <a:solidFill>
                            <a:schemeClr val="tx1"/>
                          </a:solidFill>
                          <a:latin typeface="Arial"/>
                        </a:defRPr>
                      </a:lvl3pPr>
                      <a:lvl4pPr marL="1371189" algn="l" defTabSz="914126" rtl="0" eaLnBrk="1" latinLnBrk="0" hangingPunct="1">
                        <a:defRPr sz="1799" kern="1200">
                          <a:solidFill>
                            <a:schemeClr val="tx1"/>
                          </a:solidFill>
                          <a:latin typeface="Arial"/>
                        </a:defRPr>
                      </a:lvl4pPr>
                      <a:lvl5pPr marL="1828251" algn="l" defTabSz="914126" rtl="0" eaLnBrk="1" latinLnBrk="0" hangingPunct="1">
                        <a:defRPr sz="1799" kern="1200">
                          <a:solidFill>
                            <a:schemeClr val="tx1"/>
                          </a:solidFill>
                          <a:latin typeface="Arial"/>
                        </a:defRPr>
                      </a:lvl5pPr>
                      <a:lvl6pPr marL="2285314" algn="l" defTabSz="914126" rtl="0" eaLnBrk="1" latinLnBrk="0" hangingPunct="1">
                        <a:defRPr sz="1799" kern="1200">
                          <a:solidFill>
                            <a:schemeClr val="tx1"/>
                          </a:solidFill>
                          <a:latin typeface="Arial"/>
                        </a:defRPr>
                      </a:lvl6pPr>
                      <a:lvl7pPr marL="2742377" algn="l" defTabSz="914126" rtl="0" eaLnBrk="1" latinLnBrk="0" hangingPunct="1">
                        <a:defRPr sz="1799" kern="1200">
                          <a:solidFill>
                            <a:schemeClr val="tx1"/>
                          </a:solidFill>
                          <a:latin typeface="Arial"/>
                        </a:defRPr>
                      </a:lvl7pPr>
                      <a:lvl8pPr marL="3199440" algn="l" defTabSz="914126" rtl="0" eaLnBrk="1" latinLnBrk="0" hangingPunct="1">
                        <a:defRPr sz="1799" kern="1200">
                          <a:solidFill>
                            <a:schemeClr val="tx1"/>
                          </a:solidFill>
                          <a:latin typeface="Arial"/>
                        </a:defRPr>
                      </a:lvl8pPr>
                      <a:lvl9pPr marL="3656503" algn="l" defTabSz="914126" rtl="0" eaLnBrk="1" latinLnBrk="0" hangingPunct="1">
                        <a:defRPr sz="1799" kern="1200">
                          <a:solidFill>
                            <a:schemeClr val="tx1"/>
                          </a:solidFill>
                          <a:latin typeface="Arial"/>
                        </a:defRPr>
                      </a:lvl9pPr>
                    </a:lstStyle>
                    <a:p>
                      <a:pPr marL="0" marR="0" algn="just">
                        <a:spcBef>
                          <a:spcPts val="0"/>
                        </a:spcBef>
                        <a:spcAft>
                          <a:spcPts val="0"/>
                        </a:spcAft>
                      </a:pPr>
                      <a:r>
                        <a:rPr lang="en-US" sz="1000" dirty="0">
                          <a:latin typeface="Verdana"/>
                          <a:ea typeface="Calibri"/>
                          <a:cs typeface="Times New Roman"/>
                        </a:rPr>
                        <a:t>Rounding to minus infinity </a:t>
                      </a:r>
                    </a:p>
                  </a:txBody>
                  <a:tcPr marL="7437" marR="743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A7BFDE"/>
                    </a:solidFill>
                  </a:tcPr>
                </a:tc>
                <a:extLst>
                  <a:ext uri="{0D108BD9-81ED-4DB2-BD59-A6C34878D82A}">
                    <a16:rowId xmlns:a16="http://schemas.microsoft.com/office/drawing/2014/main" val="10007"/>
                  </a:ext>
                </a:extLst>
              </a:tr>
              <a:tr h="106860">
                <a:tc vMerge="1">
                  <a:txBody>
                    <a:bodyPr/>
                    <a:lstStyle/>
                    <a:p>
                      <a:endParaRPr lang="en-US"/>
                    </a:p>
                  </a:txBody>
                  <a:tcPr/>
                </a:tc>
                <a:tc>
                  <a:txBody>
                    <a:bodyPr/>
                    <a:lstStyle>
                      <a:lvl1pPr marL="0" algn="l" defTabSz="914126" rtl="0" eaLnBrk="1" latinLnBrk="0" hangingPunct="1">
                        <a:defRPr sz="1799" kern="1200">
                          <a:solidFill>
                            <a:schemeClr val="tx1"/>
                          </a:solidFill>
                          <a:latin typeface="Arial"/>
                        </a:defRPr>
                      </a:lvl1pPr>
                      <a:lvl2pPr marL="457063" algn="l" defTabSz="914126" rtl="0" eaLnBrk="1" latinLnBrk="0" hangingPunct="1">
                        <a:defRPr sz="1799" kern="1200">
                          <a:solidFill>
                            <a:schemeClr val="tx1"/>
                          </a:solidFill>
                          <a:latin typeface="Arial"/>
                        </a:defRPr>
                      </a:lvl2pPr>
                      <a:lvl3pPr marL="914126" algn="l" defTabSz="914126" rtl="0" eaLnBrk="1" latinLnBrk="0" hangingPunct="1">
                        <a:defRPr sz="1799" kern="1200">
                          <a:solidFill>
                            <a:schemeClr val="tx1"/>
                          </a:solidFill>
                          <a:latin typeface="Arial"/>
                        </a:defRPr>
                      </a:lvl3pPr>
                      <a:lvl4pPr marL="1371189" algn="l" defTabSz="914126" rtl="0" eaLnBrk="1" latinLnBrk="0" hangingPunct="1">
                        <a:defRPr sz="1799" kern="1200">
                          <a:solidFill>
                            <a:schemeClr val="tx1"/>
                          </a:solidFill>
                          <a:latin typeface="Arial"/>
                        </a:defRPr>
                      </a:lvl4pPr>
                      <a:lvl5pPr marL="1828251" algn="l" defTabSz="914126" rtl="0" eaLnBrk="1" latinLnBrk="0" hangingPunct="1">
                        <a:defRPr sz="1799" kern="1200">
                          <a:solidFill>
                            <a:schemeClr val="tx1"/>
                          </a:solidFill>
                          <a:latin typeface="Arial"/>
                        </a:defRPr>
                      </a:lvl5pPr>
                      <a:lvl6pPr marL="2285314" algn="l" defTabSz="914126" rtl="0" eaLnBrk="1" latinLnBrk="0" hangingPunct="1">
                        <a:defRPr sz="1799" kern="1200">
                          <a:solidFill>
                            <a:schemeClr val="tx1"/>
                          </a:solidFill>
                          <a:latin typeface="Arial"/>
                        </a:defRPr>
                      </a:lvl6pPr>
                      <a:lvl7pPr marL="2742377" algn="l" defTabSz="914126" rtl="0" eaLnBrk="1" latinLnBrk="0" hangingPunct="1">
                        <a:defRPr sz="1799" kern="1200">
                          <a:solidFill>
                            <a:schemeClr val="tx1"/>
                          </a:solidFill>
                          <a:latin typeface="Arial"/>
                        </a:defRPr>
                      </a:lvl7pPr>
                      <a:lvl8pPr marL="3199440" algn="l" defTabSz="914126" rtl="0" eaLnBrk="1" latinLnBrk="0" hangingPunct="1">
                        <a:defRPr sz="1799" kern="1200">
                          <a:solidFill>
                            <a:schemeClr val="tx1"/>
                          </a:solidFill>
                          <a:latin typeface="Arial"/>
                        </a:defRPr>
                      </a:lvl8pPr>
                      <a:lvl9pPr marL="3656503" algn="l" defTabSz="914126" rtl="0" eaLnBrk="1" latinLnBrk="0" hangingPunct="1">
                        <a:defRPr sz="1799" kern="1200">
                          <a:solidFill>
                            <a:schemeClr val="tx1"/>
                          </a:solidFill>
                          <a:latin typeface="Arial"/>
                        </a:defRPr>
                      </a:lvl9pPr>
                    </a:lstStyle>
                    <a:p>
                      <a:pPr marL="0" marR="0" algn="just">
                        <a:spcBef>
                          <a:spcPts val="0"/>
                        </a:spcBef>
                        <a:spcAft>
                          <a:spcPts val="0"/>
                        </a:spcAft>
                      </a:pPr>
                      <a:r>
                        <a:rPr lang="en-US" sz="1000" dirty="0">
                          <a:latin typeface="Verdana"/>
                          <a:ea typeface="Calibri"/>
                          <a:cs typeface="Times New Roman"/>
                        </a:rPr>
                        <a:t>AP_RND_INF </a:t>
                      </a:r>
                    </a:p>
                  </a:txBody>
                  <a:tcPr marL="7437" marR="743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D3DFEE"/>
                    </a:solidFill>
                  </a:tcPr>
                </a:tc>
                <a:tc>
                  <a:txBody>
                    <a:bodyPr/>
                    <a:lstStyle>
                      <a:lvl1pPr marL="0" algn="l" defTabSz="914126" rtl="0" eaLnBrk="1" latinLnBrk="0" hangingPunct="1">
                        <a:defRPr sz="1799" kern="1200">
                          <a:solidFill>
                            <a:schemeClr val="tx1"/>
                          </a:solidFill>
                          <a:latin typeface="Arial"/>
                        </a:defRPr>
                      </a:lvl1pPr>
                      <a:lvl2pPr marL="457063" algn="l" defTabSz="914126" rtl="0" eaLnBrk="1" latinLnBrk="0" hangingPunct="1">
                        <a:defRPr sz="1799" kern="1200">
                          <a:solidFill>
                            <a:schemeClr val="tx1"/>
                          </a:solidFill>
                          <a:latin typeface="Arial"/>
                        </a:defRPr>
                      </a:lvl2pPr>
                      <a:lvl3pPr marL="914126" algn="l" defTabSz="914126" rtl="0" eaLnBrk="1" latinLnBrk="0" hangingPunct="1">
                        <a:defRPr sz="1799" kern="1200">
                          <a:solidFill>
                            <a:schemeClr val="tx1"/>
                          </a:solidFill>
                          <a:latin typeface="Arial"/>
                        </a:defRPr>
                      </a:lvl3pPr>
                      <a:lvl4pPr marL="1371189" algn="l" defTabSz="914126" rtl="0" eaLnBrk="1" latinLnBrk="0" hangingPunct="1">
                        <a:defRPr sz="1799" kern="1200">
                          <a:solidFill>
                            <a:schemeClr val="tx1"/>
                          </a:solidFill>
                          <a:latin typeface="Arial"/>
                        </a:defRPr>
                      </a:lvl4pPr>
                      <a:lvl5pPr marL="1828251" algn="l" defTabSz="914126" rtl="0" eaLnBrk="1" latinLnBrk="0" hangingPunct="1">
                        <a:defRPr sz="1799" kern="1200">
                          <a:solidFill>
                            <a:schemeClr val="tx1"/>
                          </a:solidFill>
                          <a:latin typeface="Arial"/>
                        </a:defRPr>
                      </a:lvl5pPr>
                      <a:lvl6pPr marL="2285314" algn="l" defTabSz="914126" rtl="0" eaLnBrk="1" latinLnBrk="0" hangingPunct="1">
                        <a:defRPr sz="1799" kern="1200">
                          <a:solidFill>
                            <a:schemeClr val="tx1"/>
                          </a:solidFill>
                          <a:latin typeface="Arial"/>
                        </a:defRPr>
                      </a:lvl6pPr>
                      <a:lvl7pPr marL="2742377" algn="l" defTabSz="914126" rtl="0" eaLnBrk="1" latinLnBrk="0" hangingPunct="1">
                        <a:defRPr sz="1799" kern="1200">
                          <a:solidFill>
                            <a:schemeClr val="tx1"/>
                          </a:solidFill>
                          <a:latin typeface="Arial"/>
                        </a:defRPr>
                      </a:lvl7pPr>
                      <a:lvl8pPr marL="3199440" algn="l" defTabSz="914126" rtl="0" eaLnBrk="1" latinLnBrk="0" hangingPunct="1">
                        <a:defRPr sz="1799" kern="1200">
                          <a:solidFill>
                            <a:schemeClr val="tx1"/>
                          </a:solidFill>
                          <a:latin typeface="Arial"/>
                        </a:defRPr>
                      </a:lvl8pPr>
                      <a:lvl9pPr marL="3656503" algn="l" defTabSz="914126" rtl="0" eaLnBrk="1" latinLnBrk="0" hangingPunct="1">
                        <a:defRPr sz="1799" kern="1200">
                          <a:solidFill>
                            <a:schemeClr val="tx1"/>
                          </a:solidFill>
                          <a:latin typeface="Arial"/>
                        </a:defRPr>
                      </a:lvl9pPr>
                    </a:lstStyle>
                    <a:p>
                      <a:pPr marL="0" marR="0" algn="just">
                        <a:spcBef>
                          <a:spcPts val="0"/>
                        </a:spcBef>
                        <a:spcAft>
                          <a:spcPts val="0"/>
                        </a:spcAft>
                      </a:pPr>
                      <a:r>
                        <a:rPr lang="en-US" sz="1000" dirty="0">
                          <a:latin typeface="Verdana"/>
                          <a:ea typeface="Calibri"/>
                          <a:cs typeface="Times New Roman"/>
                        </a:rPr>
                        <a:t>Rounding to infinity </a:t>
                      </a:r>
                    </a:p>
                  </a:txBody>
                  <a:tcPr marL="7437" marR="743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D3DFEE"/>
                    </a:solidFill>
                  </a:tcPr>
                </a:tc>
                <a:extLst>
                  <a:ext uri="{0D108BD9-81ED-4DB2-BD59-A6C34878D82A}">
                    <a16:rowId xmlns:a16="http://schemas.microsoft.com/office/drawing/2014/main" val="10008"/>
                  </a:ext>
                </a:extLst>
              </a:tr>
              <a:tr h="106860">
                <a:tc vMerge="1">
                  <a:txBody>
                    <a:bodyPr/>
                    <a:lstStyle/>
                    <a:p>
                      <a:endParaRPr lang="en-US"/>
                    </a:p>
                  </a:txBody>
                  <a:tcPr/>
                </a:tc>
                <a:tc>
                  <a:txBody>
                    <a:bodyPr/>
                    <a:lstStyle>
                      <a:lvl1pPr marL="0" algn="l" defTabSz="914126" rtl="0" eaLnBrk="1" latinLnBrk="0" hangingPunct="1">
                        <a:defRPr sz="1799" kern="1200">
                          <a:solidFill>
                            <a:schemeClr val="tx1"/>
                          </a:solidFill>
                          <a:latin typeface="Arial"/>
                        </a:defRPr>
                      </a:lvl1pPr>
                      <a:lvl2pPr marL="457063" algn="l" defTabSz="914126" rtl="0" eaLnBrk="1" latinLnBrk="0" hangingPunct="1">
                        <a:defRPr sz="1799" kern="1200">
                          <a:solidFill>
                            <a:schemeClr val="tx1"/>
                          </a:solidFill>
                          <a:latin typeface="Arial"/>
                        </a:defRPr>
                      </a:lvl2pPr>
                      <a:lvl3pPr marL="914126" algn="l" defTabSz="914126" rtl="0" eaLnBrk="1" latinLnBrk="0" hangingPunct="1">
                        <a:defRPr sz="1799" kern="1200">
                          <a:solidFill>
                            <a:schemeClr val="tx1"/>
                          </a:solidFill>
                          <a:latin typeface="Arial"/>
                        </a:defRPr>
                      </a:lvl3pPr>
                      <a:lvl4pPr marL="1371189" algn="l" defTabSz="914126" rtl="0" eaLnBrk="1" latinLnBrk="0" hangingPunct="1">
                        <a:defRPr sz="1799" kern="1200">
                          <a:solidFill>
                            <a:schemeClr val="tx1"/>
                          </a:solidFill>
                          <a:latin typeface="Arial"/>
                        </a:defRPr>
                      </a:lvl4pPr>
                      <a:lvl5pPr marL="1828251" algn="l" defTabSz="914126" rtl="0" eaLnBrk="1" latinLnBrk="0" hangingPunct="1">
                        <a:defRPr sz="1799" kern="1200">
                          <a:solidFill>
                            <a:schemeClr val="tx1"/>
                          </a:solidFill>
                          <a:latin typeface="Arial"/>
                        </a:defRPr>
                      </a:lvl5pPr>
                      <a:lvl6pPr marL="2285314" algn="l" defTabSz="914126" rtl="0" eaLnBrk="1" latinLnBrk="0" hangingPunct="1">
                        <a:defRPr sz="1799" kern="1200">
                          <a:solidFill>
                            <a:schemeClr val="tx1"/>
                          </a:solidFill>
                          <a:latin typeface="Arial"/>
                        </a:defRPr>
                      </a:lvl6pPr>
                      <a:lvl7pPr marL="2742377" algn="l" defTabSz="914126" rtl="0" eaLnBrk="1" latinLnBrk="0" hangingPunct="1">
                        <a:defRPr sz="1799" kern="1200">
                          <a:solidFill>
                            <a:schemeClr val="tx1"/>
                          </a:solidFill>
                          <a:latin typeface="Arial"/>
                        </a:defRPr>
                      </a:lvl7pPr>
                      <a:lvl8pPr marL="3199440" algn="l" defTabSz="914126" rtl="0" eaLnBrk="1" latinLnBrk="0" hangingPunct="1">
                        <a:defRPr sz="1799" kern="1200">
                          <a:solidFill>
                            <a:schemeClr val="tx1"/>
                          </a:solidFill>
                          <a:latin typeface="Arial"/>
                        </a:defRPr>
                      </a:lvl8pPr>
                      <a:lvl9pPr marL="3656503" algn="l" defTabSz="914126" rtl="0" eaLnBrk="1" latinLnBrk="0" hangingPunct="1">
                        <a:defRPr sz="1799" kern="1200">
                          <a:solidFill>
                            <a:schemeClr val="tx1"/>
                          </a:solidFill>
                          <a:latin typeface="Arial"/>
                        </a:defRPr>
                      </a:lvl9pPr>
                    </a:lstStyle>
                    <a:p>
                      <a:pPr marL="0" marR="0" algn="just">
                        <a:spcBef>
                          <a:spcPts val="0"/>
                        </a:spcBef>
                        <a:spcAft>
                          <a:spcPts val="0"/>
                        </a:spcAft>
                      </a:pPr>
                      <a:r>
                        <a:rPr lang="en-US" sz="1000" dirty="0">
                          <a:latin typeface="Verdana"/>
                          <a:ea typeface="Calibri"/>
                          <a:cs typeface="Times New Roman"/>
                        </a:rPr>
                        <a:t>AP_RND_CONV </a:t>
                      </a:r>
                    </a:p>
                  </a:txBody>
                  <a:tcPr marL="7437" marR="743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A7BFDE"/>
                    </a:solidFill>
                  </a:tcPr>
                </a:tc>
                <a:tc>
                  <a:txBody>
                    <a:bodyPr/>
                    <a:lstStyle>
                      <a:lvl1pPr marL="0" algn="l" defTabSz="914126" rtl="0" eaLnBrk="1" latinLnBrk="0" hangingPunct="1">
                        <a:defRPr sz="1799" kern="1200">
                          <a:solidFill>
                            <a:schemeClr val="tx1"/>
                          </a:solidFill>
                          <a:latin typeface="Arial"/>
                        </a:defRPr>
                      </a:lvl1pPr>
                      <a:lvl2pPr marL="457063" algn="l" defTabSz="914126" rtl="0" eaLnBrk="1" latinLnBrk="0" hangingPunct="1">
                        <a:defRPr sz="1799" kern="1200">
                          <a:solidFill>
                            <a:schemeClr val="tx1"/>
                          </a:solidFill>
                          <a:latin typeface="Arial"/>
                        </a:defRPr>
                      </a:lvl2pPr>
                      <a:lvl3pPr marL="914126" algn="l" defTabSz="914126" rtl="0" eaLnBrk="1" latinLnBrk="0" hangingPunct="1">
                        <a:defRPr sz="1799" kern="1200">
                          <a:solidFill>
                            <a:schemeClr val="tx1"/>
                          </a:solidFill>
                          <a:latin typeface="Arial"/>
                        </a:defRPr>
                      </a:lvl3pPr>
                      <a:lvl4pPr marL="1371189" algn="l" defTabSz="914126" rtl="0" eaLnBrk="1" latinLnBrk="0" hangingPunct="1">
                        <a:defRPr sz="1799" kern="1200">
                          <a:solidFill>
                            <a:schemeClr val="tx1"/>
                          </a:solidFill>
                          <a:latin typeface="Arial"/>
                        </a:defRPr>
                      </a:lvl4pPr>
                      <a:lvl5pPr marL="1828251" algn="l" defTabSz="914126" rtl="0" eaLnBrk="1" latinLnBrk="0" hangingPunct="1">
                        <a:defRPr sz="1799" kern="1200">
                          <a:solidFill>
                            <a:schemeClr val="tx1"/>
                          </a:solidFill>
                          <a:latin typeface="Arial"/>
                        </a:defRPr>
                      </a:lvl5pPr>
                      <a:lvl6pPr marL="2285314" algn="l" defTabSz="914126" rtl="0" eaLnBrk="1" latinLnBrk="0" hangingPunct="1">
                        <a:defRPr sz="1799" kern="1200">
                          <a:solidFill>
                            <a:schemeClr val="tx1"/>
                          </a:solidFill>
                          <a:latin typeface="Arial"/>
                        </a:defRPr>
                      </a:lvl6pPr>
                      <a:lvl7pPr marL="2742377" algn="l" defTabSz="914126" rtl="0" eaLnBrk="1" latinLnBrk="0" hangingPunct="1">
                        <a:defRPr sz="1799" kern="1200">
                          <a:solidFill>
                            <a:schemeClr val="tx1"/>
                          </a:solidFill>
                          <a:latin typeface="Arial"/>
                        </a:defRPr>
                      </a:lvl7pPr>
                      <a:lvl8pPr marL="3199440" algn="l" defTabSz="914126" rtl="0" eaLnBrk="1" latinLnBrk="0" hangingPunct="1">
                        <a:defRPr sz="1799" kern="1200">
                          <a:solidFill>
                            <a:schemeClr val="tx1"/>
                          </a:solidFill>
                          <a:latin typeface="Arial"/>
                        </a:defRPr>
                      </a:lvl8pPr>
                      <a:lvl9pPr marL="3656503" algn="l" defTabSz="914126" rtl="0" eaLnBrk="1" latinLnBrk="0" hangingPunct="1">
                        <a:defRPr sz="1799" kern="1200">
                          <a:solidFill>
                            <a:schemeClr val="tx1"/>
                          </a:solidFill>
                          <a:latin typeface="Arial"/>
                        </a:defRPr>
                      </a:lvl9pPr>
                    </a:lstStyle>
                    <a:p>
                      <a:pPr marL="0" marR="0" algn="just">
                        <a:spcBef>
                          <a:spcPts val="0"/>
                        </a:spcBef>
                        <a:spcAft>
                          <a:spcPts val="0"/>
                        </a:spcAft>
                      </a:pPr>
                      <a:r>
                        <a:rPr lang="en-US" sz="1000" dirty="0">
                          <a:latin typeface="Verdana"/>
                          <a:ea typeface="Calibri"/>
                          <a:cs typeface="Times New Roman"/>
                        </a:rPr>
                        <a:t>Convergent rounding </a:t>
                      </a:r>
                    </a:p>
                  </a:txBody>
                  <a:tcPr marL="7437" marR="743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A7BFDE"/>
                    </a:solidFill>
                  </a:tcPr>
                </a:tc>
                <a:extLst>
                  <a:ext uri="{0D108BD9-81ED-4DB2-BD59-A6C34878D82A}">
                    <a16:rowId xmlns:a16="http://schemas.microsoft.com/office/drawing/2014/main" val="10009"/>
                  </a:ext>
                </a:extLst>
              </a:tr>
              <a:tr h="138833">
                <a:tc vMerge="1">
                  <a:txBody>
                    <a:bodyPr/>
                    <a:lstStyle/>
                    <a:p>
                      <a:endParaRPr lang="en-US"/>
                    </a:p>
                  </a:txBody>
                  <a:tcPr/>
                </a:tc>
                <a:tc>
                  <a:txBody>
                    <a:bodyPr/>
                    <a:lstStyle>
                      <a:lvl1pPr marL="0" algn="l" defTabSz="914126" rtl="0" eaLnBrk="1" latinLnBrk="0" hangingPunct="1">
                        <a:defRPr sz="1799" kern="1200">
                          <a:solidFill>
                            <a:schemeClr val="tx1"/>
                          </a:solidFill>
                          <a:latin typeface="Arial"/>
                        </a:defRPr>
                      </a:lvl1pPr>
                      <a:lvl2pPr marL="457063" algn="l" defTabSz="914126" rtl="0" eaLnBrk="1" latinLnBrk="0" hangingPunct="1">
                        <a:defRPr sz="1799" kern="1200">
                          <a:solidFill>
                            <a:schemeClr val="tx1"/>
                          </a:solidFill>
                          <a:latin typeface="Arial"/>
                        </a:defRPr>
                      </a:lvl2pPr>
                      <a:lvl3pPr marL="914126" algn="l" defTabSz="914126" rtl="0" eaLnBrk="1" latinLnBrk="0" hangingPunct="1">
                        <a:defRPr sz="1799" kern="1200">
                          <a:solidFill>
                            <a:schemeClr val="tx1"/>
                          </a:solidFill>
                          <a:latin typeface="Arial"/>
                        </a:defRPr>
                      </a:lvl3pPr>
                      <a:lvl4pPr marL="1371189" algn="l" defTabSz="914126" rtl="0" eaLnBrk="1" latinLnBrk="0" hangingPunct="1">
                        <a:defRPr sz="1799" kern="1200">
                          <a:solidFill>
                            <a:schemeClr val="tx1"/>
                          </a:solidFill>
                          <a:latin typeface="Arial"/>
                        </a:defRPr>
                      </a:lvl4pPr>
                      <a:lvl5pPr marL="1828251" algn="l" defTabSz="914126" rtl="0" eaLnBrk="1" latinLnBrk="0" hangingPunct="1">
                        <a:defRPr sz="1799" kern="1200">
                          <a:solidFill>
                            <a:schemeClr val="tx1"/>
                          </a:solidFill>
                          <a:latin typeface="Arial"/>
                        </a:defRPr>
                      </a:lvl5pPr>
                      <a:lvl6pPr marL="2285314" algn="l" defTabSz="914126" rtl="0" eaLnBrk="1" latinLnBrk="0" hangingPunct="1">
                        <a:defRPr sz="1799" kern="1200">
                          <a:solidFill>
                            <a:schemeClr val="tx1"/>
                          </a:solidFill>
                          <a:latin typeface="Arial"/>
                        </a:defRPr>
                      </a:lvl6pPr>
                      <a:lvl7pPr marL="2742377" algn="l" defTabSz="914126" rtl="0" eaLnBrk="1" latinLnBrk="0" hangingPunct="1">
                        <a:defRPr sz="1799" kern="1200">
                          <a:solidFill>
                            <a:schemeClr val="tx1"/>
                          </a:solidFill>
                          <a:latin typeface="Arial"/>
                        </a:defRPr>
                      </a:lvl7pPr>
                      <a:lvl8pPr marL="3199440" algn="l" defTabSz="914126" rtl="0" eaLnBrk="1" latinLnBrk="0" hangingPunct="1">
                        <a:defRPr sz="1799" kern="1200">
                          <a:solidFill>
                            <a:schemeClr val="tx1"/>
                          </a:solidFill>
                          <a:latin typeface="Arial"/>
                        </a:defRPr>
                      </a:lvl8pPr>
                      <a:lvl9pPr marL="3656503" algn="l" defTabSz="914126" rtl="0" eaLnBrk="1" latinLnBrk="0" hangingPunct="1">
                        <a:defRPr sz="1799" kern="1200">
                          <a:solidFill>
                            <a:schemeClr val="tx1"/>
                          </a:solidFill>
                          <a:latin typeface="Arial"/>
                        </a:defRPr>
                      </a:lvl9pPr>
                    </a:lstStyle>
                    <a:p>
                      <a:pPr marL="0" marR="0" algn="just">
                        <a:spcBef>
                          <a:spcPts val="0"/>
                        </a:spcBef>
                        <a:spcAft>
                          <a:spcPts val="0"/>
                        </a:spcAft>
                      </a:pPr>
                      <a:r>
                        <a:rPr lang="en-US" sz="1000" dirty="0">
                          <a:latin typeface="Verdana"/>
                          <a:ea typeface="Calibri"/>
                          <a:cs typeface="Times New Roman"/>
                        </a:rPr>
                        <a:t>AP_TRN </a:t>
                      </a:r>
                    </a:p>
                  </a:txBody>
                  <a:tcPr marL="7437" marR="743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D3DFEE"/>
                    </a:solidFill>
                  </a:tcPr>
                </a:tc>
                <a:tc>
                  <a:txBody>
                    <a:bodyPr/>
                    <a:lstStyle>
                      <a:lvl1pPr marL="0" algn="l" defTabSz="914126" rtl="0" eaLnBrk="1" latinLnBrk="0" hangingPunct="1">
                        <a:defRPr sz="1799" kern="1200">
                          <a:solidFill>
                            <a:schemeClr val="tx1"/>
                          </a:solidFill>
                          <a:latin typeface="Arial"/>
                        </a:defRPr>
                      </a:lvl1pPr>
                      <a:lvl2pPr marL="457063" algn="l" defTabSz="914126" rtl="0" eaLnBrk="1" latinLnBrk="0" hangingPunct="1">
                        <a:defRPr sz="1799" kern="1200">
                          <a:solidFill>
                            <a:schemeClr val="tx1"/>
                          </a:solidFill>
                          <a:latin typeface="Arial"/>
                        </a:defRPr>
                      </a:lvl2pPr>
                      <a:lvl3pPr marL="914126" algn="l" defTabSz="914126" rtl="0" eaLnBrk="1" latinLnBrk="0" hangingPunct="1">
                        <a:defRPr sz="1799" kern="1200">
                          <a:solidFill>
                            <a:schemeClr val="tx1"/>
                          </a:solidFill>
                          <a:latin typeface="Arial"/>
                        </a:defRPr>
                      </a:lvl3pPr>
                      <a:lvl4pPr marL="1371189" algn="l" defTabSz="914126" rtl="0" eaLnBrk="1" latinLnBrk="0" hangingPunct="1">
                        <a:defRPr sz="1799" kern="1200">
                          <a:solidFill>
                            <a:schemeClr val="tx1"/>
                          </a:solidFill>
                          <a:latin typeface="Arial"/>
                        </a:defRPr>
                      </a:lvl4pPr>
                      <a:lvl5pPr marL="1828251" algn="l" defTabSz="914126" rtl="0" eaLnBrk="1" latinLnBrk="0" hangingPunct="1">
                        <a:defRPr sz="1799" kern="1200">
                          <a:solidFill>
                            <a:schemeClr val="tx1"/>
                          </a:solidFill>
                          <a:latin typeface="Arial"/>
                        </a:defRPr>
                      </a:lvl5pPr>
                      <a:lvl6pPr marL="2285314" algn="l" defTabSz="914126" rtl="0" eaLnBrk="1" latinLnBrk="0" hangingPunct="1">
                        <a:defRPr sz="1799" kern="1200">
                          <a:solidFill>
                            <a:schemeClr val="tx1"/>
                          </a:solidFill>
                          <a:latin typeface="Arial"/>
                        </a:defRPr>
                      </a:lvl6pPr>
                      <a:lvl7pPr marL="2742377" algn="l" defTabSz="914126" rtl="0" eaLnBrk="1" latinLnBrk="0" hangingPunct="1">
                        <a:defRPr sz="1799" kern="1200">
                          <a:solidFill>
                            <a:schemeClr val="tx1"/>
                          </a:solidFill>
                          <a:latin typeface="Arial"/>
                        </a:defRPr>
                      </a:lvl7pPr>
                      <a:lvl8pPr marL="3199440" algn="l" defTabSz="914126" rtl="0" eaLnBrk="1" latinLnBrk="0" hangingPunct="1">
                        <a:defRPr sz="1799" kern="1200">
                          <a:solidFill>
                            <a:schemeClr val="tx1"/>
                          </a:solidFill>
                          <a:latin typeface="Arial"/>
                        </a:defRPr>
                      </a:lvl8pPr>
                      <a:lvl9pPr marL="3656503" algn="l" defTabSz="914126" rtl="0" eaLnBrk="1" latinLnBrk="0" hangingPunct="1">
                        <a:defRPr sz="1799" kern="1200">
                          <a:solidFill>
                            <a:schemeClr val="tx1"/>
                          </a:solidFill>
                          <a:latin typeface="Arial"/>
                        </a:defRPr>
                      </a:lvl9pPr>
                    </a:lstStyle>
                    <a:p>
                      <a:pPr marL="0" marR="0" algn="just">
                        <a:spcBef>
                          <a:spcPts val="0"/>
                        </a:spcBef>
                        <a:spcAft>
                          <a:spcPts val="0"/>
                        </a:spcAft>
                      </a:pPr>
                      <a:r>
                        <a:rPr lang="en-US" sz="1000" dirty="0">
                          <a:highlight>
                            <a:srgbClr val="FFFF00"/>
                          </a:highlight>
                          <a:latin typeface="Verdana"/>
                          <a:ea typeface="Calibri"/>
                          <a:cs typeface="Times New Roman"/>
                        </a:rPr>
                        <a:t>Truncation to minus infinity(default) </a:t>
                      </a:r>
                    </a:p>
                  </a:txBody>
                  <a:tcPr marL="7437" marR="743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D3DFEE"/>
                    </a:solidFill>
                  </a:tcPr>
                </a:tc>
                <a:extLst>
                  <a:ext uri="{0D108BD9-81ED-4DB2-BD59-A6C34878D82A}">
                    <a16:rowId xmlns:a16="http://schemas.microsoft.com/office/drawing/2014/main" val="10010"/>
                  </a:ext>
                </a:extLst>
              </a:tr>
              <a:tr h="134047">
                <a:tc vMerge="1">
                  <a:txBody>
                    <a:bodyPr/>
                    <a:lstStyle/>
                    <a:p>
                      <a:endParaRPr lang="en-US"/>
                    </a:p>
                  </a:txBody>
                  <a:tcPr/>
                </a:tc>
                <a:tc>
                  <a:txBody>
                    <a:bodyPr/>
                    <a:lstStyle>
                      <a:lvl1pPr marL="0" algn="l" defTabSz="914126" rtl="0" eaLnBrk="1" latinLnBrk="0" hangingPunct="1">
                        <a:defRPr sz="1799" kern="1200">
                          <a:solidFill>
                            <a:schemeClr val="tx1"/>
                          </a:solidFill>
                          <a:latin typeface="Arial"/>
                        </a:defRPr>
                      </a:lvl1pPr>
                      <a:lvl2pPr marL="457063" algn="l" defTabSz="914126" rtl="0" eaLnBrk="1" latinLnBrk="0" hangingPunct="1">
                        <a:defRPr sz="1799" kern="1200">
                          <a:solidFill>
                            <a:schemeClr val="tx1"/>
                          </a:solidFill>
                          <a:latin typeface="Arial"/>
                        </a:defRPr>
                      </a:lvl2pPr>
                      <a:lvl3pPr marL="914126" algn="l" defTabSz="914126" rtl="0" eaLnBrk="1" latinLnBrk="0" hangingPunct="1">
                        <a:defRPr sz="1799" kern="1200">
                          <a:solidFill>
                            <a:schemeClr val="tx1"/>
                          </a:solidFill>
                          <a:latin typeface="Arial"/>
                        </a:defRPr>
                      </a:lvl3pPr>
                      <a:lvl4pPr marL="1371189" algn="l" defTabSz="914126" rtl="0" eaLnBrk="1" latinLnBrk="0" hangingPunct="1">
                        <a:defRPr sz="1799" kern="1200">
                          <a:solidFill>
                            <a:schemeClr val="tx1"/>
                          </a:solidFill>
                          <a:latin typeface="Arial"/>
                        </a:defRPr>
                      </a:lvl4pPr>
                      <a:lvl5pPr marL="1828251" algn="l" defTabSz="914126" rtl="0" eaLnBrk="1" latinLnBrk="0" hangingPunct="1">
                        <a:defRPr sz="1799" kern="1200">
                          <a:solidFill>
                            <a:schemeClr val="tx1"/>
                          </a:solidFill>
                          <a:latin typeface="Arial"/>
                        </a:defRPr>
                      </a:lvl5pPr>
                      <a:lvl6pPr marL="2285314" algn="l" defTabSz="914126" rtl="0" eaLnBrk="1" latinLnBrk="0" hangingPunct="1">
                        <a:defRPr sz="1799" kern="1200">
                          <a:solidFill>
                            <a:schemeClr val="tx1"/>
                          </a:solidFill>
                          <a:latin typeface="Arial"/>
                        </a:defRPr>
                      </a:lvl6pPr>
                      <a:lvl7pPr marL="2742377" algn="l" defTabSz="914126" rtl="0" eaLnBrk="1" latinLnBrk="0" hangingPunct="1">
                        <a:defRPr sz="1799" kern="1200">
                          <a:solidFill>
                            <a:schemeClr val="tx1"/>
                          </a:solidFill>
                          <a:latin typeface="Arial"/>
                        </a:defRPr>
                      </a:lvl7pPr>
                      <a:lvl8pPr marL="3199440" algn="l" defTabSz="914126" rtl="0" eaLnBrk="1" latinLnBrk="0" hangingPunct="1">
                        <a:defRPr sz="1799" kern="1200">
                          <a:solidFill>
                            <a:schemeClr val="tx1"/>
                          </a:solidFill>
                          <a:latin typeface="Arial"/>
                        </a:defRPr>
                      </a:lvl8pPr>
                      <a:lvl9pPr marL="3656503" algn="l" defTabSz="914126" rtl="0" eaLnBrk="1" latinLnBrk="0" hangingPunct="1">
                        <a:defRPr sz="1799" kern="1200">
                          <a:solidFill>
                            <a:schemeClr val="tx1"/>
                          </a:solidFill>
                          <a:latin typeface="Arial"/>
                        </a:defRPr>
                      </a:lvl9pPr>
                    </a:lstStyle>
                    <a:p>
                      <a:pPr marL="0" marR="0" algn="just">
                        <a:spcBef>
                          <a:spcPts val="0"/>
                        </a:spcBef>
                        <a:spcAft>
                          <a:spcPts val="0"/>
                        </a:spcAft>
                      </a:pPr>
                      <a:r>
                        <a:rPr lang="en-US" sz="1000" dirty="0">
                          <a:latin typeface="Verdana"/>
                          <a:ea typeface="Calibri"/>
                          <a:cs typeface="Times New Roman"/>
                        </a:rPr>
                        <a:t>AP_TRN_ZERO </a:t>
                      </a:r>
                    </a:p>
                  </a:txBody>
                  <a:tcPr marL="7437" marR="743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A7BFDE"/>
                    </a:solidFill>
                  </a:tcPr>
                </a:tc>
                <a:tc>
                  <a:txBody>
                    <a:bodyPr/>
                    <a:lstStyle>
                      <a:lvl1pPr marL="0" algn="l" defTabSz="914126" rtl="0" eaLnBrk="1" latinLnBrk="0" hangingPunct="1">
                        <a:defRPr sz="1799" kern="1200">
                          <a:solidFill>
                            <a:schemeClr val="tx1"/>
                          </a:solidFill>
                          <a:latin typeface="Arial"/>
                        </a:defRPr>
                      </a:lvl1pPr>
                      <a:lvl2pPr marL="457063" algn="l" defTabSz="914126" rtl="0" eaLnBrk="1" latinLnBrk="0" hangingPunct="1">
                        <a:defRPr sz="1799" kern="1200">
                          <a:solidFill>
                            <a:schemeClr val="tx1"/>
                          </a:solidFill>
                          <a:latin typeface="Arial"/>
                        </a:defRPr>
                      </a:lvl2pPr>
                      <a:lvl3pPr marL="914126" algn="l" defTabSz="914126" rtl="0" eaLnBrk="1" latinLnBrk="0" hangingPunct="1">
                        <a:defRPr sz="1799" kern="1200">
                          <a:solidFill>
                            <a:schemeClr val="tx1"/>
                          </a:solidFill>
                          <a:latin typeface="Arial"/>
                        </a:defRPr>
                      </a:lvl3pPr>
                      <a:lvl4pPr marL="1371189" algn="l" defTabSz="914126" rtl="0" eaLnBrk="1" latinLnBrk="0" hangingPunct="1">
                        <a:defRPr sz="1799" kern="1200">
                          <a:solidFill>
                            <a:schemeClr val="tx1"/>
                          </a:solidFill>
                          <a:latin typeface="Arial"/>
                        </a:defRPr>
                      </a:lvl4pPr>
                      <a:lvl5pPr marL="1828251" algn="l" defTabSz="914126" rtl="0" eaLnBrk="1" latinLnBrk="0" hangingPunct="1">
                        <a:defRPr sz="1799" kern="1200">
                          <a:solidFill>
                            <a:schemeClr val="tx1"/>
                          </a:solidFill>
                          <a:latin typeface="Arial"/>
                        </a:defRPr>
                      </a:lvl5pPr>
                      <a:lvl6pPr marL="2285314" algn="l" defTabSz="914126" rtl="0" eaLnBrk="1" latinLnBrk="0" hangingPunct="1">
                        <a:defRPr sz="1799" kern="1200">
                          <a:solidFill>
                            <a:schemeClr val="tx1"/>
                          </a:solidFill>
                          <a:latin typeface="Arial"/>
                        </a:defRPr>
                      </a:lvl6pPr>
                      <a:lvl7pPr marL="2742377" algn="l" defTabSz="914126" rtl="0" eaLnBrk="1" latinLnBrk="0" hangingPunct="1">
                        <a:defRPr sz="1799" kern="1200">
                          <a:solidFill>
                            <a:schemeClr val="tx1"/>
                          </a:solidFill>
                          <a:latin typeface="Arial"/>
                        </a:defRPr>
                      </a:lvl7pPr>
                      <a:lvl8pPr marL="3199440" algn="l" defTabSz="914126" rtl="0" eaLnBrk="1" latinLnBrk="0" hangingPunct="1">
                        <a:defRPr sz="1799" kern="1200">
                          <a:solidFill>
                            <a:schemeClr val="tx1"/>
                          </a:solidFill>
                          <a:latin typeface="Arial"/>
                        </a:defRPr>
                      </a:lvl8pPr>
                      <a:lvl9pPr marL="3656503" algn="l" defTabSz="914126" rtl="0" eaLnBrk="1" latinLnBrk="0" hangingPunct="1">
                        <a:defRPr sz="1799" kern="1200">
                          <a:solidFill>
                            <a:schemeClr val="tx1"/>
                          </a:solidFill>
                          <a:latin typeface="Arial"/>
                        </a:defRPr>
                      </a:lvl9pPr>
                    </a:lstStyle>
                    <a:p>
                      <a:pPr marL="0" marR="0" algn="just">
                        <a:spcBef>
                          <a:spcPts val="0"/>
                        </a:spcBef>
                        <a:spcAft>
                          <a:spcPts val="0"/>
                        </a:spcAft>
                      </a:pPr>
                      <a:r>
                        <a:rPr lang="en-US" sz="1000" dirty="0">
                          <a:highlight>
                            <a:srgbClr val="FFFF00"/>
                          </a:highlight>
                          <a:latin typeface="Verdana"/>
                          <a:ea typeface="Calibri"/>
                          <a:cs typeface="Times New Roman"/>
                        </a:rPr>
                        <a:t>Truncation to zero</a:t>
                      </a:r>
                    </a:p>
                  </a:txBody>
                  <a:tcPr marL="7437" marR="743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A7BFDE"/>
                    </a:solidFill>
                  </a:tcPr>
                </a:tc>
                <a:extLst>
                  <a:ext uri="{0D108BD9-81ED-4DB2-BD59-A6C34878D82A}">
                    <a16:rowId xmlns:a16="http://schemas.microsoft.com/office/drawing/2014/main" val="10011"/>
                  </a:ext>
                </a:extLst>
              </a:tr>
              <a:tr h="213721">
                <a:tc rowSpan="7">
                  <a:txBody>
                    <a:bodyPr/>
                    <a:lstStyle>
                      <a:lvl1pPr marL="0" algn="l" defTabSz="914126" rtl="0" eaLnBrk="1" latinLnBrk="0" hangingPunct="1">
                        <a:defRPr sz="1799" kern="1200">
                          <a:solidFill>
                            <a:schemeClr val="tx1"/>
                          </a:solidFill>
                          <a:latin typeface="Arial"/>
                        </a:defRPr>
                      </a:lvl1pPr>
                      <a:lvl2pPr marL="457063" algn="l" defTabSz="914126" rtl="0" eaLnBrk="1" latinLnBrk="0" hangingPunct="1">
                        <a:defRPr sz="1799" kern="1200">
                          <a:solidFill>
                            <a:schemeClr val="tx1"/>
                          </a:solidFill>
                          <a:latin typeface="Arial"/>
                        </a:defRPr>
                      </a:lvl2pPr>
                      <a:lvl3pPr marL="914126" algn="l" defTabSz="914126" rtl="0" eaLnBrk="1" latinLnBrk="0" hangingPunct="1">
                        <a:defRPr sz="1799" kern="1200">
                          <a:solidFill>
                            <a:schemeClr val="tx1"/>
                          </a:solidFill>
                          <a:latin typeface="Arial"/>
                        </a:defRPr>
                      </a:lvl3pPr>
                      <a:lvl4pPr marL="1371189" algn="l" defTabSz="914126" rtl="0" eaLnBrk="1" latinLnBrk="0" hangingPunct="1">
                        <a:defRPr sz="1799" kern="1200">
                          <a:solidFill>
                            <a:schemeClr val="tx1"/>
                          </a:solidFill>
                          <a:latin typeface="Arial"/>
                        </a:defRPr>
                      </a:lvl4pPr>
                      <a:lvl5pPr marL="1828251" algn="l" defTabSz="914126" rtl="0" eaLnBrk="1" latinLnBrk="0" hangingPunct="1">
                        <a:defRPr sz="1799" kern="1200">
                          <a:solidFill>
                            <a:schemeClr val="tx1"/>
                          </a:solidFill>
                          <a:latin typeface="Arial"/>
                        </a:defRPr>
                      </a:lvl5pPr>
                      <a:lvl6pPr marL="2285314" algn="l" defTabSz="914126" rtl="0" eaLnBrk="1" latinLnBrk="0" hangingPunct="1">
                        <a:defRPr sz="1799" kern="1200">
                          <a:solidFill>
                            <a:schemeClr val="tx1"/>
                          </a:solidFill>
                          <a:latin typeface="Arial"/>
                        </a:defRPr>
                      </a:lvl6pPr>
                      <a:lvl7pPr marL="2742377" algn="l" defTabSz="914126" rtl="0" eaLnBrk="1" latinLnBrk="0" hangingPunct="1">
                        <a:defRPr sz="1799" kern="1200">
                          <a:solidFill>
                            <a:schemeClr val="tx1"/>
                          </a:solidFill>
                          <a:latin typeface="Arial"/>
                        </a:defRPr>
                      </a:lvl7pPr>
                      <a:lvl8pPr marL="3199440" algn="l" defTabSz="914126" rtl="0" eaLnBrk="1" latinLnBrk="0" hangingPunct="1">
                        <a:defRPr sz="1799" kern="1200">
                          <a:solidFill>
                            <a:schemeClr val="tx1"/>
                          </a:solidFill>
                          <a:latin typeface="Arial"/>
                        </a:defRPr>
                      </a:lvl8pPr>
                      <a:lvl9pPr marL="3656503" algn="l" defTabSz="914126" rtl="0" eaLnBrk="1" latinLnBrk="0" hangingPunct="1">
                        <a:defRPr sz="1799" kern="1200">
                          <a:solidFill>
                            <a:schemeClr val="tx1"/>
                          </a:solidFill>
                          <a:latin typeface="Arial"/>
                        </a:defRPr>
                      </a:lvl9pPr>
                    </a:lstStyle>
                    <a:p>
                      <a:pPr marL="0" marR="0" algn="ctr">
                        <a:spcBef>
                          <a:spcPts val="0"/>
                        </a:spcBef>
                        <a:spcAft>
                          <a:spcPts val="0"/>
                        </a:spcAft>
                      </a:pPr>
                      <a:r>
                        <a:rPr lang="en-US" sz="1000" b="1" dirty="0">
                          <a:solidFill>
                            <a:srgbClr val="FFFFFF"/>
                          </a:solidFill>
                          <a:latin typeface="Verdana"/>
                          <a:ea typeface="Calibri"/>
                          <a:cs typeface="Times New Roman"/>
                        </a:rPr>
                        <a:t>O</a:t>
                      </a:r>
                      <a:endParaRPr lang="en-US" sz="1000" dirty="0">
                        <a:latin typeface="Verdana"/>
                        <a:ea typeface="Calibri"/>
                        <a:cs typeface="Times New Roman"/>
                      </a:endParaRPr>
                    </a:p>
                  </a:txBody>
                  <a:tcPr marL="7437" marR="743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4F81BD"/>
                    </a:solidFill>
                  </a:tcPr>
                </a:tc>
                <a:tc gridSpan="2">
                  <a:txBody>
                    <a:bodyPr/>
                    <a:lstStyle>
                      <a:lvl1pPr marL="0" algn="l" defTabSz="914126" rtl="0" eaLnBrk="1" latinLnBrk="0" hangingPunct="1">
                        <a:defRPr sz="1799" kern="1200">
                          <a:solidFill>
                            <a:schemeClr val="tx1"/>
                          </a:solidFill>
                          <a:latin typeface="Arial"/>
                        </a:defRPr>
                      </a:lvl1pPr>
                      <a:lvl2pPr marL="457063" algn="l" defTabSz="914126" rtl="0" eaLnBrk="1" latinLnBrk="0" hangingPunct="1">
                        <a:defRPr sz="1799" kern="1200">
                          <a:solidFill>
                            <a:schemeClr val="tx1"/>
                          </a:solidFill>
                          <a:latin typeface="Arial"/>
                        </a:defRPr>
                      </a:lvl2pPr>
                      <a:lvl3pPr marL="914126" algn="l" defTabSz="914126" rtl="0" eaLnBrk="1" latinLnBrk="0" hangingPunct="1">
                        <a:defRPr sz="1799" kern="1200">
                          <a:solidFill>
                            <a:schemeClr val="tx1"/>
                          </a:solidFill>
                          <a:latin typeface="Arial"/>
                        </a:defRPr>
                      </a:lvl3pPr>
                      <a:lvl4pPr marL="1371189" algn="l" defTabSz="914126" rtl="0" eaLnBrk="1" latinLnBrk="0" hangingPunct="1">
                        <a:defRPr sz="1799" kern="1200">
                          <a:solidFill>
                            <a:schemeClr val="tx1"/>
                          </a:solidFill>
                          <a:latin typeface="Arial"/>
                        </a:defRPr>
                      </a:lvl4pPr>
                      <a:lvl5pPr marL="1828251" algn="l" defTabSz="914126" rtl="0" eaLnBrk="1" latinLnBrk="0" hangingPunct="1">
                        <a:defRPr sz="1799" kern="1200">
                          <a:solidFill>
                            <a:schemeClr val="tx1"/>
                          </a:solidFill>
                          <a:latin typeface="Arial"/>
                        </a:defRPr>
                      </a:lvl5pPr>
                      <a:lvl6pPr marL="2285314" algn="l" defTabSz="914126" rtl="0" eaLnBrk="1" latinLnBrk="0" hangingPunct="1">
                        <a:defRPr sz="1799" kern="1200">
                          <a:solidFill>
                            <a:schemeClr val="tx1"/>
                          </a:solidFill>
                          <a:latin typeface="Arial"/>
                        </a:defRPr>
                      </a:lvl6pPr>
                      <a:lvl7pPr marL="2742377" algn="l" defTabSz="914126" rtl="0" eaLnBrk="1" latinLnBrk="0" hangingPunct="1">
                        <a:defRPr sz="1799" kern="1200">
                          <a:solidFill>
                            <a:schemeClr val="tx1"/>
                          </a:solidFill>
                          <a:latin typeface="Arial"/>
                        </a:defRPr>
                      </a:lvl7pPr>
                      <a:lvl8pPr marL="3199440" algn="l" defTabSz="914126" rtl="0" eaLnBrk="1" latinLnBrk="0" hangingPunct="1">
                        <a:defRPr sz="1799" kern="1200">
                          <a:solidFill>
                            <a:schemeClr val="tx1"/>
                          </a:solidFill>
                          <a:latin typeface="Arial"/>
                        </a:defRPr>
                      </a:lvl8pPr>
                      <a:lvl9pPr marL="3656503" algn="l" defTabSz="914126" rtl="0" eaLnBrk="1" latinLnBrk="0" hangingPunct="1">
                        <a:defRPr sz="1799" kern="1200">
                          <a:solidFill>
                            <a:schemeClr val="tx1"/>
                          </a:solidFill>
                          <a:latin typeface="Arial"/>
                        </a:defRPr>
                      </a:lvl9pPr>
                    </a:lstStyle>
                    <a:p>
                      <a:pPr marL="0" marR="0" algn="just">
                        <a:spcBef>
                          <a:spcPts val="0"/>
                        </a:spcBef>
                        <a:spcAft>
                          <a:spcPts val="0"/>
                        </a:spcAft>
                      </a:pPr>
                      <a:r>
                        <a:rPr lang="en-US" sz="1000" dirty="0">
                          <a:latin typeface="Verdana"/>
                          <a:ea typeface="Calibri"/>
                          <a:cs typeface="Times New Roman"/>
                        </a:rPr>
                        <a:t>Overflow mode (modes detailed below) dictates the behavior when more bits are required than the word contains.</a:t>
                      </a:r>
                    </a:p>
                  </a:txBody>
                  <a:tcPr marL="7437" marR="743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D3DFEE"/>
                    </a:solidFill>
                  </a:tcPr>
                </a:tc>
                <a:tc hMerge="1">
                  <a:txBody>
                    <a:bodyPr/>
                    <a:lstStyle/>
                    <a:p>
                      <a:endParaRPr lang="en-US"/>
                    </a:p>
                  </a:txBody>
                  <a:tcPr/>
                </a:tc>
                <a:extLst>
                  <a:ext uri="{0D108BD9-81ED-4DB2-BD59-A6C34878D82A}">
                    <a16:rowId xmlns:a16="http://schemas.microsoft.com/office/drawing/2014/main" val="10012"/>
                  </a:ext>
                </a:extLst>
              </a:tr>
              <a:tr h="106860">
                <a:tc vMerge="1">
                  <a:txBody>
                    <a:bodyPr/>
                    <a:lstStyle/>
                    <a:p>
                      <a:endParaRPr lang="en-US"/>
                    </a:p>
                  </a:txBody>
                  <a:tcPr/>
                </a:tc>
                <a:tc>
                  <a:txBody>
                    <a:bodyPr/>
                    <a:lstStyle>
                      <a:lvl1pPr marL="0" algn="l" defTabSz="914126" rtl="0" eaLnBrk="1" latinLnBrk="0" hangingPunct="1">
                        <a:defRPr sz="1799" kern="1200">
                          <a:solidFill>
                            <a:schemeClr val="tx1"/>
                          </a:solidFill>
                          <a:latin typeface="Arial"/>
                        </a:defRPr>
                      </a:lvl1pPr>
                      <a:lvl2pPr marL="457063" algn="l" defTabSz="914126" rtl="0" eaLnBrk="1" latinLnBrk="0" hangingPunct="1">
                        <a:defRPr sz="1799" kern="1200">
                          <a:solidFill>
                            <a:schemeClr val="tx1"/>
                          </a:solidFill>
                          <a:latin typeface="Arial"/>
                        </a:defRPr>
                      </a:lvl2pPr>
                      <a:lvl3pPr marL="914126" algn="l" defTabSz="914126" rtl="0" eaLnBrk="1" latinLnBrk="0" hangingPunct="1">
                        <a:defRPr sz="1799" kern="1200">
                          <a:solidFill>
                            <a:schemeClr val="tx1"/>
                          </a:solidFill>
                          <a:latin typeface="Arial"/>
                        </a:defRPr>
                      </a:lvl3pPr>
                      <a:lvl4pPr marL="1371189" algn="l" defTabSz="914126" rtl="0" eaLnBrk="1" latinLnBrk="0" hangingPunct="1">
                        <a:defRPr sz="1799" kern="1200">
                          <a:solidFill>
                            <a:schemeClr val="tx1"/>
                          </a:solidFill>
                          <a:latin typeface="Arial"/>
                        </a:defRPr>
                      </a:lvl4pPr>
                      <a:lvl5pPr marL="1828251" algn="l" defTabSz="914126" rtl="0" eaLnBrk="1" latinLnBrk="0" hangingPunct="1">
                        <a:defRPr sz="1799" kern="1200">
                          <a:solidFill>
                            <a:schemeClr val="tx1"/>
                          </a:solidFill>
                          <a:latin typeface="Arial"/>
                        </a:defRPr>
                      </a:lvl5pPr>
                      <a:lvl6pPr marL="2285314" algn="l" defTabSz="914126" rtl="0" eaLnBrk="1" latinLnBrk="0" hangingPunct="1">
                        <a:defRPr sz="1799" kern="1200">
                          <a:solidFill>
                            <a:schemeClr val="tx1"/>
                          </a:solidFill>
                          <a:latin typeface="Arial"/>
                        </a:defRPr>
                      </a:lvl6pPr>
                      <a:lvl7pPr marL="2742377" algn="l" defTabSz="914126" rtl="0" eaLnBrk="1" latinLnBrk="0" hangingPunct="1">
                        <a:defRPr sz="1799" kern="1200">
                          <a:solidFill>
                            <a:schemeClr val="tx1"/>
                          </a:solidFill>
                          <a:latin typeface="Arial"/>
                        </a:defRPr>
                      </a:lvl7pPr>
                      <a:lvl8pPr marL="3199440" algn="l" defTabSz="914126" rtl="0" eaLnBrk="1" latinLnBrk="0" hangingPunct="1">
                        <a:defRPr sz="1799" kern="1200">
                          <a:solidFill>
                            <a:schemeClr val="tx1"/>
                          </a:solidFill>
                          <a:latin typeface="Arial"/>
                        </a:defRPr>
                      </a:lvl8pPr>
                      <a:lvl9pPr marL="3656503" algn="l" defTabSz="914126" rtl="0" eaLnBrk="1" latinLnBrk="0" hangingPunct="1">
                        <a:defRPr sz="1799" kern="1200">
                          <a:solidFill>
                            <a:schemeClr val="tx1"/>
                          </a:solidFill>
                          <a:latin typeface="Arial"/>
                        </a:defRPr>
                      </a:lvl9pPr>
                    </a:lstStyle>
                    <a:p>
                      <a:pPr marL="0" marR="0" algn="just">
                        <a:spcBef>
                          <a:spcPts val="0"/>
                        </a:spcBef>
                        <a:spcAft>
                          <a:spcPts val="0"/>
                        </a:spcAft>
                      </a:pPr>
                      <a:r>
                        <a:rPr lang="en-US" sz="1000" b="1" dirty="0">
                          <a:latin typeface="Verdana"/>
                          <a:ea typeface="Calibri"/>
                          <a:cs typeface="Times New Roman"/>
                        </a:rPr>
                        <a:t>AP_Fixed Mode</a:t>
                      </a:r>
                      <a:endParaRPr lang="en-US" sz="1000" dirty="0">
                        <a:latin typeface="Verdana"/>
                        <a:ea typeface="Calibri"/>
                        <a:cs typeface="Times New Roman"/>
                      </a:endParaRPr>
                    </a:p>
                  </a:txBody>
                  <a:tcPr marL="7437" marR="743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A7BFDE"/>
                    </a:solidFill>
                  </a:tcPr>
                </a:tc>
                <a:tc>
                  <a:txBody>
                    <a:bodyPr/>
                    <a:lstStyle>
                      <a:lvl1pPr marL="0" algn="l" defTabSz="914126" rtl="0" eaLnBrk="1" latinLnBrk="0" hangingPunct="1">
                        <a:defRPr sz="1799" kern="1200">
                          <a:solidFill>
                            <a:schemeClr val="tx1"/>
                          </a:solidFill>
                          <a:latin typeface="Arial"/>
                        </a:defRPr>
                      </a:lvl1pPr>
                      <a:lvl2pPr marL="457063" algn="l" defTabSz="914126" rtl="0" eaLnBrk="1" latinLnBrk="0" hangingPunct="1">
                        <a:defRPr sz="1799" kern="1200">
                          <a:solidFill>
                            <a:schemeClr val="tx1"/>
                          </a:solidFill>
                          <a:latin typeface="Arial"/>
                        </a:defRPr>
                      </a:lvl2pPr>
                      <a:lvl3pPr marL="914126" algn="l" defTabSz="914126" rtl="0" eaLnBrk="1" latinLnBrk="0" hangingPunct="1">
                        <a:defRPr sz="1799" kern="1200">
                          <a:solidFill>
                            <a:schemeClr val="tx1"/>
                          </a:solidFill>
                          <a:latin typeface="Arial"/>
                        </a:defRPr>
                      </a:lvl3pPr>
                      <a:lvl4pPr marL="1371189" algn="l" defTabSz="914126" rtl="0" eaLnBrk="1" latinLnBrk="0" hangingPunct="1">
                        <a:defRPr sz="1799" kern="1200">
                          <a:solidFill>
                            <a:schemeClr val="tx1"/>
                          </a:solidFill>
                          <a:latin typeface="Arial"/>
                        </a:defRPr>
                      </a:lvl4pPr>
                      <a:lvl5pPr marL="1828251" algn="l" defTabSz="914126" rtl="0" eaLnBrk="1" latinLnBrk="0" hangingPunct="1">
                        <a:defRPr sz="1799" kern="1200">
                          <a:solidFill>
                            <a:schemeClr val="tx1"/>
                          </a:solidFill>
                          <a:latin typeface="Arial"/>
                        </a:defRPr>
                      </a:lvl5pPr>
                      <a:lvl6pPr marL="2285314" algn="l" defTabSz="914126" rtl="0" eaLnBrk="1" latinLnBrk="0" hangingPunct="1">
                        <a:defRPr sz="1799" kern="1200">
                          <a:solidFill>
                            <a:schemeClr val="tx1"/>
                          </a:solidFill>
                          <a:latin typeface="Arial"/>
                        </a:defRPr>
                      </a:lvl6pPr>
                      <a:lvl7pPr marL="2742377" algn="l" defTabSz="914126" rtl="0" eaLnBrk="1" latinLnBrk="0" hangingPunct="1">
                        <a:defRPr sz="1799" kern="1200">
                          <a:solidFill>
                            <a:schemeClr val="tx1"/>
                          </a:solidFill>
                          <a:latin typeface="Arial"/>
                        </a:defRPr>
                      </a:lvl7pPr>
                      <a:lvl8pPr marL="3199440" algn="l" defTabSz="914126" rtl="0" eaLnBrk="1" latinLnBrk="0" hangingPunct="1">
                        <a:defRPr sz="1799" kern="1200">
                          <a:solidFill>
                            <a:schemeClr val="tx1"/>
                          </a:solidFill>
                          <a:latin typeface="Arial"/>
                        </a:defRPr>
                      </a:lvl8pPr>
                      <a:lvl9pPr marL="3656503" algn="l" defTabSz="914126" rtl="0" eaLnBrk="1" latinLnBrk="0" hangingPunct="1">
                        <a:defRPr sz="1799" kern="1200">
                          <a:solidFill>
                            <a:schemeClr val="tx1"/>
                          </a:solidFill>
                          <a:latin typeface="Arial"/>
                        </a:defRPr>
                      </a:lvl9pPr>
                    </a:lstStyle>
                    <a:p>
                      <a:pPr marL="0" marR="0" algn="just">
                        <a:spcBef>
                          <a:spcPts val="0"/>
                        </a:spcBef>
                        <a:spcAft>
                          <a:spcPts val="0"/>
                        </a:spcAft>
                      </a:pPr>
                      <a:r>
                        <a:rPr lang="en-US" sz="1000" b="1" dirty="0">
                          <a:latin typeface="Verdana"/>
                          <a:ea typeface="Calibri"/>
                          <a:cs typeface="Times New Roman"/>
                        </a:rPr>
                        <a:t>Description</a:t>
                      </a:r>
                      <a:endParaRPr lang="en-US" sz="1000" dirty="0">
                        <a:latin typeface="Verdana"/>
                        <a:ea typeface="Calibri"/>
                        <a:cs typeface="Times New Roman"/>
                      </a:endParaRPr>
                    </a:p>
                  </a:txBody>
                  <a:tcPr marL="7437" marR="743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A7BFDE"/>
                    </a:solidFill>
                  </a:tcPr>
                </a:tc>
                <a:extLst>
                  <a:ext uri="{0D108BD9-81ED-4DB2-BD59-A6C34878D82A}">
                    <a16:rowId xmlns:a16="http://schemas.microsoft.com/office/drawing/2014/main" val="10013"/>
                  </a:ext>
                </a:extLst>
              </a:tr>
              <a:tr h="106860">
                <a:tc vMerge="1">
                  <a:txBody>
                    <a:bodyPr/>
                    <a:lstStyle/>
                    <a:p>
                      <a:endParaRPr lang="en-US"/>
                    </a:p>
                  </a:txBody>
                  <a:tcPr/>
                </a:tc>
                <a:tc>
                  <a:txBody>
                    <a:bodyPr/>
                    <a:lstStyle>
                      <a:lvl1pPr marL="0" algn="l" defTabSz="914126" rtl="0" eaLnBrk="1" latinLnBrk="0" hangingPunct="1">
                        <a:defRPr sz="1799" kern="1200">
                          <a:solidFill>
                            <a:schemeClr val="tx1"/>
                          </a:solidFill>
                          <a:latin typeface="Arial"/>
                        </a:defRPr>
                      </a:lvl1pPr>
                      <a:lvl2pPr marL="457063" algn="l" defTabSz="914126" rtl="0" eaLnBrk="1" latinLnBrk="0" hangingPunct="1">
                        <a:defRPr sz="1799" kern="1200">
                          <a:solidFill>
                            <a:schemeClr val="tx1"/>
                          </a:solidFill>
                          <a:latin typeface="Arial"/>
                        </a:defRPr>
                      </a:lvl2pPr>
                      <a:lvl3pPr marL="914126" algn="l" defTabSz="914126" rtl="0" eaLnBrk="1" latinLnBrk="0" hangingPunct="1">
                        <a:defRPr sz="1799" kern="1200">
                          <a:solidFill>
                            <a:schemeClr val="tx1"/>
                          </a:solidFill>
                          <a:latin typeface="Arial"/>
                        </a:defRPr>
                      </a:lvl3pPr>
                      <a:lvl4pPr marL="1371189" algn="l" defTabSz="914126" rtl="0" eaLnBrk="1" latinLnBrk="0" hangingPunct="1">
                        <a:defRPr sz="1799" kern="1200">
                          <a:solidFill>
                            <a:schemeClr val="tx1"/>
                          </a:solidFill>
                          <a:latin typeface="Arial"/>
                        </a:defRPr>
                      </a:lvl4pPr>
                      <a:lvl5pPr marL="1828251" algn="l" defTabSz="914126" rtl="0" eaLnBrk="1" latinLnBrk="0" hangingPunct="1">
                        <a:defRPr sz="1799" kern="1200">
                          <a:solidFill>
                            <a:schemeClr val="tx1"/>
                          </a:solidFill>
                          <a:latin typeface="Arial"/>
                        </a:defRPr>
                      </a:lvl5pPr>
                      <a:lvl6pPr marL="2285314" algn="l" defTabSz="914126" rtl="0" eaLnBrk="1" latinLnBrk="0" hangingPunct="1">
                        <a:defRPr sz="1799" kern="1200">
                          <a:solidFill>
                            <a:schemeClr val="tx1"/>
                          </a:solidFill>
                          <a:latin typeface="Arial"/>
                        </a:defRPr>
                      </a:lvl6pPr>
                      <a:lvl7pPr marL="2742377" algn="l" defTabSz="914126" rtl="0" eaLnBrk="1" latinLnBrk="0" hangingPunct="1">
                        <a:defRPr sz="1799" kern="1200">
                          <a:solidFill>
                            <a:schemeClr val="tx1"/>
                          </a:solidFill>
                          <a:latin typeface="Arial"/>
                        </a:defRPr>
                      </a:lvl7pPr>
                      <a:lvl8pPr marL="3199440" algn="l" defTabSz="914126" rtl="0" eaLnBrk="1" latinLnBrk="0" hangingPunct="1">
                        <a:defRPr sz="1799" kern="1200">
                          <a:solidFill>
                            <a:schemeClr val="tx1"/>
                          </a:solidFill>
                          <a:latin typeface="Arial"/>
                        </a:defRPr>
                      </a:lvl8pPr>
                      <a:lvl9pPr marL="3656503" algn="l" defTabSz="914126" rtl="0" eaLnBrk="1" latinLnBrk="0" hangingPunct="1">
                        <a:defRPr sz="1799" kern="1200">
                          <a:solidFill>
                            <a:schemeClr val="tx1"/>
                          </a:solidFill>
                          <a:latin typeface="Arial"/>
                        </a:defRPr>
                      </a:lvl9pPr>
                    </a:lstStyle>
                    <a:p>
                      <a:pPr marL="0" marR="0" algn="just">
                        <a:spcBef>
                          <a:spcPts val="0"/>
                        </a:spcBef>
                        <a:spcAft>
                          <a:spcPts val="0"/>
                        </a:spcAft>
                      </a:pPr>
                      <a:r>
                        <a:rPr lang="en-US" sz="1000" dirty="0">
                          <a:latin typeface="Verdana"/>
                          <a:ea typeface="Calibri"/>
                          <a:cs typeface="Times New Roman"/>
                        </a:rPr>
                        <a:t>AP_SAT</a:t>
                      </a:r>
                    </a:p>
                  </a:txBody>
                  <a:tcPr marL="7437" marR="743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D3DFEE"/>
                    </a:solidFill>
                  </a:tcPr>
                </a:tc>
                <a:tc>
                  <a:txBody>
                    <a:bodyPr/>
                    <a:lstStyle>
                      <a:lvl1pPr marL="0" algn="l" defTabSz="914126" rtl="0" eaLnBrk="1" latinLnBrk="0" hangingPunct="1">
                        <a:defRPr sz="1799" kern="1200">
                          <a:solidFill>
                            <a:schemeClr val="tx1"/>
                          </a:solidFill>
                          <a:latin typeface="Arial"/>
                        </a:defRPr>
                      </a:lvl1pPr>
                      <a:lvl2pPr marL="457063" algn="l" defTabSz="914126" rtl="0" eaLnBrk="1" latinLnBrk="0" hangingPunct="1">
                        <a:defRPr sz="1799" kern="1200">
                          <a:solidFill>
                            <a:schemeClr val="tx1"/>
                          </a:solidFill>
                          <a:latin typeface="Arial"/>
                        </a:defRPr>
                      </a:lvl2pPr>
                      <a:lvl3pPr marL="914126" algn="l" defTabSz="914126" rtl="0" eaLnBrk="1" latinLnBrk="0" hangingPunct="1">
                        <a:defRPr sz="1799" kern="1200">
                          <a:solidFill>
                            <a:schemeClr val="tx1"/>
                          </a:solidFill>
                          <a:latin typeface="Arial"/>
                        </a:defRPr>
                      </a:lvl3pPr>
                      <a:lvl4pPr marL="1371189" algn="l" defTabSz="914126" rtl="0" eaLnBrk="1" latinLnBrk="0" hangingPunct="1">
                        <a:defRPr sz="1799" kern="1200">
                          <a:solidFill>
                            <a:schemeClr val="tx1"/>
                          </a:solidFill>
                          <a:latin typeface="Arial"/>
                        </a:defRPr>
                      </a:lvl4pPr>
                      <a:lvl5pPr marL="1828251" algn="l" defTabSz="914126" rtl="0" eaLnBrk="1" latinLnBrk="0" hangingPunct="1">
                        <a:defRPr sz="1799" kern="1200">
                          <a:solidFill>
                            <a:schemeClr val="tx1"/>
                          </a:solidFill>
                          <a:latin typeface="Arial"/>
                        </a:defRPr>
                      </a:lvl5pPr>
                      <a:lvl6pPr marL="2285314" algn="l" defTabSz="914126" rtl="0" eaLnBrk="1" latinLnBrk="0" hangingPunct="1">
                        <a:defRPr sz="1799" kern="1200">
                          <a:solidFill>
                            <a:schemeClr val="tx1"/>
                          </a:solidFill>
                          <a:latin typeface="Arial"/>
                        </a:defRPr>
                      </a:lvl6pPr>
                      <a:lvl7pPr marL="2742377" algn="l" defTabSz="914126" rtl="0" eaLnBrk="1" latinLnBrk="0" hangingPunct="1">
                        <a:defRPr sz="1799" kern="1200">
                          <a:solidFill>
                            <a:schemeClr val="tx1"/>
                          </a:solidFill>
                          <a:latin typeface="Arial"/>
                        </a:defRPr>
                      </a:lvl7pPr>
                      <a:lvl8pPr marL="3199440" algn="l" defTabSz="914126" rtl="0" eaLnBrk="1" latinLnBrk="0" hangingPunct="1">
                        <a:defRPr sz="1799" kern="1200">
                          <a:solidFill>
                            <a:schemeClr val="tx1"/>
                          </a:solidFill>
                          <a:latin typeface="Arial"/>
                        </a:defRPr>
                      </a:lvl8pPr>
                      <a:lvl9pPr marL="3656503" algn="l" defTabSz="914126" rtl="0" eaLnBrk="1" latinLnBrk="0" hangingPunct="1">
                        <a:defRPr sz="1799" kern="1200">
                          <a:solidFill>
                            <a:schemeClr val="tx1"/>
                          </a:solidFill>
                          <a:latin typeface="Arial"/>
                        </a:defRPr>
                      </a:lvl9pPr>
                    </a:lstStyle>
                    <a:p>
                      <a:pPr marL="0" marR="0" algn="just">
                        <a:spcBef>
                          <a:spcPts val="0"/>
                        </a:spcBef>
                        <a:spcAft>
                          <a:spcPts val="0"/>
                        </a:spcAft>
                      </a:pPr>
                      <a:r>
                        <a:rPr lang="en-US" sz="1000" dirty="0">
                          <a:latin typeface="Verdana"/>
                          <a:ea typeface="Calibri"/>
                          <a:cs typeface="Times New Roman"/>
                        </a:rPr>
                        <a:t>Saturation</a:t>
                      </a:r>
                    </a:p>
                  </a:txBody>
                  <a:tcPr marL="7437" marR="743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D3DFEE"/>
                    </a:solidFill>
                  </a:tcPr>
                </a:tc>
                <a:extLst>
                  <a:ext uri="{0D108BD9-81ED-4DB2-BD59-A6C34878D82A}">
                    <a16:rowId xmlns:a16="http://schemas.microsoft.com/office/drawing/2014/main" val="10014"/>
                  </a:ext>
                </a:extLst>
              </a:tr>
              <a:tr h="106860">
                <a:tc vMerge="1">
                  <a:txBody>
                    <a:bodyPr/>
                    <a:lstStyle/>
                    <a:p>
                      <a:endParaRPr lang="en-US"/>
                    </a:p>
                  </a:txBody>
                  <a:tcPr/>
                </a:tc>
                <a:tc>
                  <a:txBody>
                    <a:bodyPr/>
                    <a:lstStyle>
                      <a:lvl1pPr marL="0" algn="l" defTabSz="914126" rtl="0" eaLnBrk="1" latinLnBrk="0" hangingPunct="1">
                        <a:defRPr sz="1799" kern="1200">
                          <a:solidFill>
                            <a:schemeClr val="tx1"/>
                          </a:solidFill>
                          <a:latin typeface="Arial"/>
                        </a:defRPr>
                      </a:lvl1pPr>
                      <a:lvl2pPr marL="457063" algn="l" defTabSz="914126" rtl="0" eaLnBrk="1" latinLnBrk="0" hangingPunct="1">
                        <a:defRPr sz="1799" kern="1200">
                          <a:solidFill>
                            <a:schemeClr val="tx1"/>
                          </a:solidFill>
                          <a:latin typeface="Arial"/>
                        </a:defRPr>
                      </a:lvl2pPr>
                      <a:lvl3pPr marL="914126" algn="l" defTabSz="914126" rtl="0" eaLnBrk="1" latinLnBrk="0" hangingPunct="1">
                        <a:defRPr sz="1799" kern="1200">
                          <a:solidFill>
                            <a:schemeClr val="tx1"/>
                          </a:solidFill>
                          <a:latin typeface="Arial"/>
                        </a:defRPr>
                      </a:lvl3pPr>
                      <a:lvl4pPr marL="1371189" algn="l" defTabSz="914126" rtl="0" eaLnBrk="1" latinLnBrk="0" hangingPunct="1">
                        <a:defRPr sz="1799" kern="1200">
                          <a:solidFill>
                            <a:schemeClr val="tx1"/>
                          </a:solidFill>
                          <a:latin typeface="Arial"/>
                        </a:defRPr>
                      </a:lvl4pPr>
                      <a:lvl5pPr marL="1828251" algn="l" defTabSz="914126" rtl="0" eaLnBrk="1" latinLnBrk="0" hangingPunct="1">
                        <a:defRPr sz="1799" kern="1200">
                          <a:solidFill>
                            <a:schemeClr val="tx1"/>
                          </a:solidFill>
                          <a:latin typeface="Arial"/>
                        </a:defRPr>
                      </a:lvl5pPr>
                      <a:lvl6pPr marL="2285314" algn="l" defTabSz="914126" rtl="0" eaLnBrk="1" latinLnBrk="0" hangingPunct="1">
                        <a:defRPr sz="1799" kern="1200">
                          <a:solidFill>
                            <a:schemeClr val="tx1"/>
                          </a:solidFill>
                          <a:latin typeface="Arial"/>
                        </a:defRPr>
                      </a:lvl6pPr>
                      <a:lvl7pPr marL="2742377" algn="l" defTabSz="914126" rtl="0" eaLnBrk="1" latinLnBrk="0" hangingPunct="1">
                        <a:defRPr sz="1799" kern="1200">
                          <a:solidFill>
                            <a:schemeClr val="tx1"/>
                          </a:solidFill>
                          <a:latin typeface="Arial"/>
                        </a:defRPr>
                      </a:lvl7pPr>
                      <a:lvl8pPr marL="3199440" algn="l" defTabSz="914126" rtl="0" eaLnBrk="1" latinLnBrk="0" hangingPunct="1">
                        <a:defRPr sz="1799" kern="1200">
                          <a:solidFill>
                            <a:schemeClr val="tx1"/>
                          </a:solidFill>
                          <a:latin typeface="Arial"/>
                        </a:defRPr>
                      </a:lvl8pPr>
                      <a:lvl9pPr marL="3656503" algn="l" defTabSz="914126" rtl="0" eaLnBrk="1" latinLnBrk="0" hangingPunct="1">
                        <a:defRPr sz="1799" kern="1200">
                          <a:solidFill>
                            <a:schemeClr val="tx1"/>
                          </a:solidFill>
                          <a:latin typeface="Arial"/>
                        </a:defRPr>
                      </a:lvl9pPr>
                    </a:lstStyle>
                    <a:p>
                      <a:pPr marL="0" marR="0" algn="just">
                        <a:spcBef>
                          <a:spcPts val="0"/>
                        </a:spcBef>
                        <a:spcAft>
                          <a:spcPts val="0"/>
                        </a:spcAft>
                      </a:pPr>
                      <a:r>
                        <a:rPr lang="en-US" sz="1000" dirty="0">
                          <a:latin typeface="Verdana"/>
                          <a:ea typeface="Calibri"/>
                          <a:cs typeface="Times New Roman"/>
                        </a:rPr>
                        <a:t>AP_SAT_ZERO</a:t>
                      </a:r>
                    </a:p>
                  </a:txBody>
                  <a:tcPr marL="7437" marR="743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A7BFDE"/>
                    </a:solidFill>
                  </a:tcPr>
                </a:tc>
                <a:tc>
                  <a:txBody>
                    <a:bodyPr/>
                    <a:lstStyle>
                      <a:lvl1pPr marL="0" algn="l" defTabSz="914126" rtl="0" eaLnBrk="1" latinLnBrk="0" hangingPunct="1">
                        <a:defRPr sz="1799" kern="1200">
                          <a:solidFill>
                            <a:schemeClr val="tx1"/>
                          </a:solidFill>
                          <a:latin typeface="Arial"/>
                        </a:defRPr>
                      </a:lvl1pPr>
                      <a:lvl2pPr marL="457063" algn="l" defTabSz="914126" rtl="0" eaLnBrk="1" latinLnBrk="0" hangingPunct="1">
                        <a:defRPr sz="1799" kern="1200">
                          <a:solidFill>
                            <a:schemeClr val="tx1"/>
                          </a:solidFill>
                          <a:latin typeface="Arial"/>
                        </a:defRPr>
                      </a:lvl2pPr>
                      <a:lvl3pPr marL="914126" algn="l" defTabSz="914126" rtl="0" eaLnBrk="1" latinLnBrk="0" hangingPunct="1">
                        <a:defRPr sz="1799" kern="1200">
                          <a:solidFill>
                            <a:schemeClr val="tx1"/>
                          </a:solidFill>
                          <a:latin typeface="Arial"/>
                        </a:defRPr>
                      </a:lvl3pPr>
                      <a:lvl4pPr marL="1371189" algn="l" defTabSz="914126" rtl="0" eaLnBrk="1" latinLnBrk="0" hangingPunct="1">
                        <a:defRPr sz="1799" kern="1200">
                          <a:solidFill>
                            <a:schemeClr val="tx1"/>
                          </a:solidFill>
                          <a:latin typeface="Arial"/>
                        </a:defRPr>
                      </a:lvl4pPr>
                      <a:lvl5pPr marL="1828251" algn="l" defTabSz="914126" rtl="0" eaLnBrk="1" latinLnBrk="0" hangingPunct="1">
                        <a:defRPr sz="1799" kern="1200">
                          <a:solidFill>
                            <a:schemeClr val="tx1"/>
                          </a:solidFill>
                          <a:latin typeface="Arial"/>
                        </a:defRPr>
                      </a:lvl5pPr>
                      <a:lvl6pPr marL="2285314" algn="l" defTabSz="914126" rtl="0" eaLnBrk="1" latinLnBrk="0" hangingPunct="1">
                        <a:defRPr sz="1799" kern="1200">
                          <a:solidFill>
                            <a:schemeClr val="tx1"/>
                          </a:solidFill>
                          <a:latin typeface="Arial"/>
                        </a:defRPr>
                      </a:lvl6pPr>
                      <a:lvl7pPr marL="2742377" algn="l" defTabSz="914126" rtl="0" eaLnBrk="1" latinLnBrk="0" hangingPunct="1">
                        <a:defRPr sz="1799" kern="1200">
                          <a:solidFill>
                            <a:schemeClr val="tx1"/>
                          </a:solidFill>
                          <a:latin typeface="Arial"/>
                        </a:defRPr>
                      </a:lvl7pPr>
                      <a:lvl8pPr marL="3199440" algn="l" defTabSz="914126" rtl="0" eaLnBrk="1" latinLnBrk="0" hangingPunct="1">
                        <a:defRPr sz="1799" kern="1200">
                          <a:solidFill>
                            <a:schemeClr val="tx1"/>
                          </a:solidFill>
                          <a:latin typeface="Arial"/>
                        </a:defRPr>
                      </a:lvl8pPr>
                      <a:lvl9pPr marL="3656503" algn="l" defTabSz="914126" rtl="0" eaLnBrk="1" latinLnBrk="0" hangingPunct="1">
                        <a:defRPr sz="1799" kern="1200">
                          <a:solidFill>
                            <a:schemeClr val="tx1"/>
                          </a:solidFill>
                          <a:latin typeface="Arial"/>
                        </a:defRPr>
                      </a:lvl9pPr>
                    </a:lstStyle>
                    <a:p>
                      <a:pPr marL="0" marR="0" algn="just">
                        <a:spcBef>
                          <a:spcPts val="0"/>
                        </a:spcBef>
                        <a:spcAft>
                          <a:spcPts val="0"/>
                        </a:spcAft>
                      </a:pPr>
                      <a:r>
                        <a:rPr lang="en-US" sz="1000" dirty="0">
                          <a:latin typeface="Verdana"/>
                          <a:ea typeface="Calibri"/>
                          <a:cs typeface="Times New Roman"/>
                        </a:rPr>
                        <a:t>Saturation to zero</a:t>
                      </a:r>
                    </a:p>
                  </a:txBody>
                  <a:tcPr marL="7437" marR="743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A7BFDE"/>
                    </a:solidFill>
                  </a:tcPr>
                </a:tc>
                <a:extLst>
                  <a:ext uri="{0D108BD9-81ED-4DB2-BD59-A6C34878D82A}">
                    <a16:rowId xmlns:a16="http://schemas.microsoft.com/office/drawing/2014/main" val="10015"/>
                  </a:ext>
                </a:extLst>
              </a:tr>
              <a:tr h="106860">
                <a:tc vMerge="1">
                  <a:txBody>
                    <a:bodyPr/>
                    <a:lstStyle/>
                    <a:p>
                      <a:endParaRPr lang="en-US"/>
                    </a:p>
                  </a:txBody>
                  <a:tcPr/>
                </a:tc>
                <a:tc>
                  <a:txBody>
                    <a:bodyPr/>
                    <a:lstStyle>
                      <a:lvl1pPr marL="0" algn="l" defTabSz="914126" rtl="0" eaLnBrk="1" latinLnBrk="0" hangingPunct="1">
                        <a:defRPr sz="1799" kern="1200">
                          <a:solidFill>
                            <a:schemeClr val="tx1"/>
                          </a:solidFill>
                          <a:latin typeface="Arial"/>
                        </a:defRPr>
                      </a:lvl1pPr>
                      <a:lvl2pPr marL="457063" algn="l" defTabSz="914126" rtl="0" eaLnBrk="1" latinLnBrk="0" hangingPunct="1">
                        <a:defRPr sz="1799" kern="1200">
                          <a:solidFill>
                            <a:schemeClr val="tx1"/>
                          </a:solidFill>
                          <a:latin typeface="Arial"/>
                        </a:defRPr>
                      </a:lvl2pPr>
                      <a:lvl3pPr marL="914126" algn="l" defTabSz="914126" rtl="0" eaLnBrk="1" latinLnBrk="0" hangingPunct="1">
                        <a:defRPr sz="1799" kern="1200">
                          <a:solidFill>
                            <a:schemeClr val="tx1"/>
                          </a:solidFill>
                          <a:latin typeface="Arial"/>
                        </a:defRPr>
                      </a:lvl3pPr>
                      <a:lvl4pPr marL="1371189" algn="l" defTabSz="914126" rtl="0" eaLnBrk="1" latinLnBrk="0" hangingPunct="1">
                        <a:defRPr sz="1799" kern="1200">
                          <a:solidFill>
                            <a:schemeClr val="tx1"/>
                          </a:solidFill>
                          <a:latin typeface="Arial"/>
                        </a:defRPr>
                      </a:lvl4pPr>
                      <a:lvl5pPr marL="1828251" algn="l" defTabSz="914126" rtl="0" eaLnBrk="1" latinLnBrk="0" hangingPunct="1">
                        <a:defRPr sz="1799" kern="1200">
                          <a:solidFill>
                            <a:schemeClr val="tx1"/>
                          </a:solidFill>
                          <a:latin typeface="Arial"/>
                        </a:defRPr>
                      </a:lvl5pPr>
                      <a:lvl6pPr marL="2285314" algn="l" defTabSz="914126" rtl="0" eaLnBrk="1" latinLnBrk="0" hangingPunct="1">
                        <a:defRPr sz="1799" kern="1200">
                          <a:solidFill>
                            <a:schemeClr val="tx1"/>
                          </a:solidFill>
                          <a:latin typeface="Arial"/>
                        </a:defRPr>
                      </a:lvl6pPr>
                      <a:lvl7pPr marL="2742377" algn="l" defTabSz="914126" rtl="0" eaLnBrk="1" latinLnBrk="0" hangingPunct="1">
                        <a:defRPr sz="1799" kern="1200">
                          <a:solidFill>
                            <a:schemeClr val="tx1"/>
                          </a:solidFill>
                          <a:latin typeface="Arial"/>
                        </a:defRPr>
                      </a:lvl7pPr>
                      <a:lvl8pPr marL="3199440" algn="l" defTabSz="914126" rtl="0" eaLnBrk="1" latinLnBrk="0" hangingPunct="1">
                        <a:defRPr sz="1799" kern="1200">
                          <a:solidFill>
                            <a:schemeClr val="tx1"/>
                          </a:solidFill>
                          <a:latin typeface="Arial"/>
                        </a:defRPr>
                      </a:lvl8pPr>
                      <a:lvl9pPr marL="3656503" algn="l" defTabSz="914126" rtl="0" eaLnBrk="1" latinLnBrk="0" hangingPunct="1">
                        <a:defRPr sz="1799" kern="1200">
                          <a:solidFill>
                            <a:schemeClr val="tx1"/>
                          </a:solidFill>
                          <a:latin typeface="Arial"/>
                        </a:defRPr>
                      </a:lvl9pPr>
                    </a:lstStyle>
                    <a:p>
                      <a:pPr marL="0" marR="0" algn="just">
                        <a:spcBef>
                          <a:spcPts val="0"/>
                        </a:spcBef>
                        <a:spcAft>
                          <a:spcPts val="0"/>
                        </a:spcAft>
                      </a:pPr>
                      <a:r>
                        <a:rPr lang="en-US" sz="1000" dirty="0">
                          <a:latin typeface="Verdana"/>
                          <a:ea typeface="Calibri"/>
                          <a:cs typeface="Times New Roman"/>
                        </a:rPr>
                        <a:t>AP_SAT_SYM</a:t>
                      </a:r>
                    </a:p>
                  </a:txBody>
                  <a:tcPr marL="7437" marR="743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D3DFEE"/>
                    </a:solidFill>
                  </a:tcPr>
                </a:tc>
                <a:tc>
                  <a:txBody>
                    <a:bodyPr/>
                    <a:lstStyle>
                      <a:lvl1pPr marL="0" algn="l" defTabSz="914126" rtl="0" eaLnBrk="1" latinLnBrk="0" hangingPunct="1">
                        <a:defRPr sz="1799" kern="1200">
                          <a:solidFill>
                            <a:schemeClr val="tx1"/>
                          </a:solidFill>
                          <a:latin typeface="Arial"/>
                        </a:defRPr>
                      </a:lvl1pPr>
                      <a:lvl2pPr marL="457063" algn="l" defTabSz="914126" rtl="0" eaLnBrk="1" latinLnBrk="0" hangingPunct="1">
                        <a:defRPr sz="1799" kern="1200">
                          <a:solidFill>
                            <a:schemeClr val="tx1"/>
                          </a:solidFill>
                          <a:latin typeface="Arial"/>
                        </a:defRPr>
                      </a:lvl2pPr>
                      <a:lvl3pPr marL="914126" algn="l" defTabSz="914126" rtl="0" eaLnBrk="1" latinLnBrk="0" hangingPunct="1">
                        <a:defRPr sz="1799" kern="1200">
                          <a:solidFill>
                            <a:schemeClr val="tx1"/>
                          </a:solidFill>
                          <a:latin typeface="Arial"/>
                        </a:defRPr>
                      </a:lvl3pPr>
                      <a:lvl4pPr marL="1371189" algn="l" defTabSz="914126" rtl="0" eaLnBrk="1" latinLnBrk="0" hangingPunct="1">
                        <a:defRPr sz="1799" kern="1200">
                          <a:solidFill>
                            <a:schemeClr val="tx1"/>
                          </a:solidFill>
                          <a:latin typeface="Arial"/>
                        </a:defRPr>
                      </a:lvl4pPr>
                      <a:lvl5pPr marL="1828251" algn="l" defTabSz="914126" rtl="0" eaLnBrk="1" latinLnBrk="0" hangingPunct="1">
                        <a:defRPr sz="1799" kern="1200">
                          <a:solidFill>
                            <a:schemeClr val="tx1"/>
                          </a:solidFill>
                          <a:latin typeface="Arial"/>
                        </a:defRPr>
                      </a:lvl5pPr>
                      <a:lvl6pPr marL="2285314" algn="l" defTabSz="914126" rtl="0" eaLnBrk="1" latinLnBrk="0" hangingPunct="1">
                        <a:defRPr sz="1799" kern="1200">
                          <a:solidFill>
                            <a:schemeClr val="tx1"/>
                          </a:solidFill>
                          <a:latin typeface="Arial"/>
                        </a:defRPr>
                      </a:lvl6pPr>
                      <a:lvl7pPr marL="2742377" algn="l" defTabSz="914126" rtl="0" eaLnBrk="1" latinLnBrk="0" hangingPunct="1">
                        <a:defRPr sz="1799" kern="1200">
                          <a:solidFill>
                            <a:schemeClr val="tx1"/>
                          </a:solidFill>
                          <a:latin typeface="Arial"/>
                        </a:defRPr>
                      </a:lvl7pPr>
                      <a:lvl8pPr marL="3199440" algn="l" defTabSz="914126" rtl="0" eaLnBrk="1" latinLnBrk="0" hangingPunct="1">
                        <a:defRPr sz="1799" kern="1200">
                          <a:solidFill>
                            <a:schemeClr val="tx1"/>
                          </a:solidFill>
                          <a:latin typeface="Arial"/>
                        </a:defRPr>
                      </a:lvl8pPr>
                      <a:lvl9pPr marL="3656503" algn="l" defTabSz="914126" rtl="0" eaLnBrk="1" latinLnBrk="0" hangingPunct="1">
                        <a:defRPr sz="1799" kern="1200">
                          <a:solidFill>
                            <a:schemeClr val="tx1"/>
                          </a:solidFill>
                          <a:latin typeface="Arial"/>
                        </a:defRPr>
                      </a:lvl9pPr>
                    </a:lstStyle>
                    <a:p>
                      <a:pPr marL="0" marR="0" algn="just">
                        <a:spcBef>
                          <a:spcPts val="0"/>
                        </a:spcBef>
                        <a:spcAft>
                          <a:spcPts val="0"/>
                        </a:spcAft>
                      </a:pPr>
                      <a:r>
                        <a:rPr lang="en-US" sz="1000" dirty="0">
                          <a:latin typeface="Verdana"/>
                          <a:ea typeface="Calibri"/>
                          <a:cs typeface="Times New Roman"/>
                        </a:rPr>
                        <a:t>Symmetrical saturation</a:t>
                      </a:r>
                    </a:p>
                  </a:txBody>
                  <a:tcPr marL="7437" marR="743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D3DFEE"/>
                    </a:solidFill>
                  </a:tcPr>
                </a:tc>
                <a:extLst>
                  <a:ext uri="{0D108BD9-81ED-4DB2-BD59-A6C34878D82A}">
                    <a16:rowId xmlns:a16="http://schemas.microsoft.com/office/drawing/2014/main" val="10016"/>
                  </a:ext>
                </a:extLst>
              </a:tr>
              <a:tr h="106860">
                <a:tc vMerge="1">
                  <a:txBody>
                    <a:bodyPr/>
                    <a:lstStyle/>
                    <a:p>
                      <a:endParaRPr lang="en-US"/>
                    </a:p>
                  </a:txBody>
                  <a:tcPr/>
                </a:tc>
                <a:tc>
                  <a:txBody>
                    <a:bodyPr/>
                    <a:lstStyle>
                      <a:lvl1pPr marL="0" algn="l" defTabSz="914126" rtl="0" eaLnBrk="1" latinLnBrk="0" hangingPunct="1">
                        <a:defRPr sz="1799" kern="1200">
                          <a:solidFill>
                            <a:schemeClr val="tx1"/>
                          </a:solidFill>
                          <a:latin typeface="Arial"/>
                        </a:defRPr>
                      </a:lvl1pPr>
                      <a:lvl2pPr marL="457063" algn="l" defTabSz="914126" rtl="0" eaLnBrk="1" latinLnBrk="0" hangingPunct="1">
                        <a:defRPr sz="1799" kern="1200">
                          <a:solidFill>
                            <a:schemeClr val="tx1"/>
                          </a:solidFill>
                          <a:latin typeface="Arial"/>
                        </a:defRPr>
                      </a:lvl2pPr>
                      <a:lvl3pPr marL="914126" algn="l" defTabSz="914126" rtl="0" eaLnBrk="1" latinLnBrk="0" hangingPunct="1">
                        <a:defRPr sz="1799" kern="1200">
                          <a:solidFill>
                            <a:schemeClr val="tx1"/>
                          </a:solidFill>
                          <a:latin typeface="Arial"/>
                        </a:defRPr>
                      </a:lvl3pPr>
                      <a:lvl4pPr marL="1371189" algn="l" defTabSz="914126" rtl="0" eaLnBrk="1" latinLnBrk="0" hangingPunct="1">
                        <a:defRPr sz="1799" kern="1200">
                          <a:solidFill>
                            <a:schemeClr val="tx1"/>
                          </a:solidFill>
                          <a:latin typeface="Arial"/>
                        </a:defRPr>
                      </a:lvl4pPr>
                      <a:lvl5pPr marL="1828251" algn="l" defTabSz="914126" rtl="0" eaLnBrk="1" latinLnBrk="0" hangingPunct="1">
                        <a:defRPr sz="1799" kern="1200">
                          <a:solidFill>
                            <a:schemeClr val="tx1"/>
                          </a:solidFill>
                          <a:latin typeface="Arial"/>
                        </a:defRPr>
                      </a:lvl5pPr>
                      <a:lvl6pPr marL="2285314" algn="l" defTabSz="914126" rtl="0" eaLnBrk="1" latinLnBrk="0" hangingPunct="1">
                        <a:defRPr sz="1799" kern="1200">
                          <a:solidFill>
                            <a:schemeClr val="tx1"/>
                          </a:solidFill>
                          <a:latin typeface="Arial"/>
                        </a:defRPr>
                      </a:lvl6pPr>
                      <a:lvl7pPr marL="2742377" algn="l" defTabSz="914126" rtl="0" eaLnBrk="1" latinLnBrk="0" hangingPunct="1">
                        <a:defRPr sz="1799" kern="1200">
                          <a:solidFill>
                            <a:schemeClr val="tx1"/>
                          </a:solidFill>
                          <a:latin typeface="Arial"/>
                        </a:defRPr>
                      </a:lvl7pPr>
                      <a:lvl8pPr marL="3199440" algn="l" defTabSz="914126" rtl="0" eaLnBrk="1" latinLnBrk="0" hangingPunct="1">
                        <a:defRPr sz="1799" kern="1200">
                          <a:solidFill>
                            <a:schemeClr val="tx1"/>
                          </a:solidFill>
                          <a:latin typeface="Arial"/>
                        </a:defRPr>
                      </a:lvl8pPr>
                      <a:lvl9pPr marL="3656503" algn="l" defTabSz="914126" rtl="0" eaLnBrk="1" latinLnBrk="0" hangingPunct="1">
                        <a:defRPr sz="1799" kern="1200">
                          <a:solidFill>
                            <a:schemeClr val="tx1"/>
                          </a:solidFill>
                          <a:latin typeface="Arial"/>
                        </a:defRPr>
                      </a:lvl9pPr>
                    </a:lstStyle>
                    <a:p>
                      <a:pPr marL="0" marR="0" algn="just">
                        <a:spcBef>
                          <a:spcPts val="0"/>
                        </a:spcBef>
                        <a:spcAft>
                          <a:spcPts val="0"/>
                        </a:spcAft>
                      </a:pPr>
                      <a:r>
                        <a:rPr lang="en-US" sz="1000" dirty="0">
                          <a:latin typeface="Verdana"/>
                          <a:ea typeface="Calibri"/>
                          <a:cs typeface="Times New Roman"/>
                        </a:rPr>
                        <a:t>AP_WRAP</a:t>
                      </a:r>
                    </a:p>
                  </a:txBody>
                  <a:tcPr marL="7437" marR="743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A7BFDE"/>
                    </a:solidFill>
                  </a:tcPr>
                </a:tc>
                <a:tc>
                  <a:txBody>
                    <a:bodyPr/>
                    <a:lstStyle>
                      <a:lvl1pPr marL="0" algn="l" defTabSz="914126" rtl="0" eaLnBrk="1" latinLnBrk="0" hangingPunct="1">
                        <a:defRPr sz="1799" kern="1200">
                          <a:solidFill>
                            <a:schemeClr val="tx1"/>
                          </a:solidFill>
                          <a:latin typeface="Arial"/>
                        </a:defRPr>
                      </a:lvl1pPr>
                      <a:lvl2pPr marL="457063" algn="l" defTabSz="914126" rtl="0" eaLnBrk="1" latinLnBrk="0" hangingPunct="1">
                        <a:defRPr sz="1799" kern="1200">
                          <a:solidFill>
                            <a:schemeClr val="tx1"/>
                          </a:solidFill>
                          <a:latin typeface="Arial"/>
                        </a:defRPr>
                      </a:lvl2pPr>
                      <a:lvl3pPr marL="914126" algn="l" defTabSz="914126" rtl="0" eaLnBrk="1" latinLnBrk="0" hangingPunct="1">
                        <a:defRPr sz="1799" kern="1200">
                          <a:solidFill>
                            <a:schemeClr val="tx1"/>
                          </a:solidFill>
                          <a:latin typeface="Arial"/>
                        </a:defRPr>
                      </a:lvl3pPr>
                      <a:lvl4pPr marL="1371189" algn="l" defTabSz="914126" rtl="0" eaLnBrk="1" latinLnBrk="0" hangingPunct="1">
                        <a:defRPr sz="1799" kern="1200">
                          <a:solidFill>
                            <a:schemeClr val="tx1"/>
                          </a:solidFill>
                          <a:latin typeface="Arial"/>
                        </a:defRPr>
                      </a:lvl4pPr>
                      <a:lvl5pPr marL="1828251" algn="l" defTabSz="914126" rtl="0" eaLnBrk="1" latinLnBrk="0" hangingPunct="1">
                        <a:defRPr sz="1799" kern="1200">
                          <a:solidFill>
                            <a:schemeClr val="tx1"/>
                          </a:solidFill>
                          <a:latin typeface="Arial"/>
                        </a:defRPr>
                      </a:lvl5pPr>
                      <a:lvl6pPr marL="2285314" algn="l" defTabSz="914126" rtl="0" eaLnBrk="1" latinLnBrk="0" hangingPunct="1">
                        <a:defRPr sz="1799" kern="1200">
                          <a:solidFill>
                            <a:schemeClr val="tx1"/>
                          </a:solidFill>
                          <a:latin typeface="Arial"/>
                        </a:defRPr>
                      </a:lvl6pPr>
                      <a:lvl7pPr marL="2742377" algn="l" defTabSz="914126" rtl="0" eaLnBrk="1" latinLnBrk="0" hangingPunct="1">
                        <a:defRPr sz="1799" kern="1200">
                          <a:solidFill>
                            <a:schemeClr val="tx1"/>
                          </a:solidFill>
                          <a:latin typeface="Arial"/>
                        </a:defRPr>
                      </a:lvl7pPr>
                      <a:lvl8pPr marL="3199440" algn="l" defTabSz="914126" rtl="0" eaLnBrk="1" latinLnBrk="0" hangingPunct="1">
                        <a:defRPr sz="1799" kern="1200">
                          <a:solidFill>
                            <a:schemeClr val="tx1"/>
                          </a:solidFill>
                          <a:latin typeface="Arial"/>
                        </a:defRPr>
                      </a:lvl8pPr>
                      <a:lvl9pPr marL="3656503" algn="l" defTabSz="914126" rtl="0" eaLnBrk="1" latinLnBrk="0" hangingPunct="1">
                        <a:defRPr sz="1799" kern="1200">
                          <a:solidFill>
                            <a:schemeClr val="tx1"/>
                          </a:solidFill>
                          <a:latin typeface="Arial"/>
                        </a:defRPr>
                      </a:lvl9pPr>
                    </a:lstStyle>
                    <a:p>
                      <a:pPr marL="0" marR="0" algn="just">
                        <a:spcBef>
                          <a:spcPts val="0"/>
                        </a:spcBef>
                        <a:spcAft>
                          <a:spcPts val="0"/>
                        </a:spcAft>
                      </a:pPr>
                      <a:r>
                        <a:rPr lang="en-US" sz="1000" dirty="0">
                          <a:latin typeface="Verdana"/>
                          <a:ea typeface="Calibri"/>
                          <a:cs typeface="Times New Roman"/>
                        </a:rPr>
                        <a:t>Wrap around (default)</a:t>
                      </a:r>
                    </a:p>
                  </a:txBody>
                  <a:tcPr marL="7437" marR="743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A7BFDE"/>
                    </a:solidFill>
                  </a:tcPr>
                </a:tc>
                <a:extLst>
                  <a:ext uri="{0D108BD9-81ED-4DB2-BD59-A6C34878D82A}">
                    <a16:rowId xmlns:a16="http://schemas.microsoft.com/office/drawing/2014/main" val="10017"/>
                  </a:ext>
                </a:extLst>
              </a:tr>
              <a:tr h="124472">
                <a:tc vMerge="1">
                  <a:txBody>
                    <a:bodyPr/>
                    <a:lstStyle/>
                    <a:p>
                      <a:endParaRPr lang="en-US"/>
                    </a:p>
                  </a:txBody>
                  <a:tcPr/>
                </a:tc>
                <a:tc>
                  <a:txBody>
                    <a:bodyPr/>
                    <a:lstStyle>
                      <a:lvl1pPr marL="0" algn="l" defTabSz="914126" rtl="0" eaLnBrk="1" latinLnBrk="0" hangingPunct="1">
                        <a:defRPr sz="1799" kern="1200">
                          <a:solidFill>
                            <a:schemeClr val="tx1"/>
                          </a:solidFill>
                          <a:latin typeface="Arial"/>
                        </a:defRPr>
                      </a:lvl1pPr>
                      <a:lvl2pPr marL="457063" algn="l" defTabSz="914126" rtl="0" eaLnBrk="1" latinLnBrk="0" hangingPunct="1">
                        <a:defRPr sz="1799" kern="1200">
                          <a:solidFill>
                            <a:schemeClr val="tx1"/>
                          </a:solidFill>
                          <a:latin typeface="Arial"/>
                        </a:defRPr>
                      </a:lvl2pPr>
                      <a:lvl3pPr marL="914126" algn="l" defTabSz="914126" rtl="0" eaLnBrk="1" latinLnBrk="0" hangingPunct="1">
                        <a:defRPr sz="1799" kern="1200">
                          <a:solidFill>
                            <a:schemeClr val="tx1"/>
                          </a:solidFill>
                          <a:latin typeface="Arial"/>
                        </a:defRPr>
                      </a:lvl3pPr>
                      <a:lvl4pPr marL="1371189" algn="l" defTabSz="914126" rtl="0" eaLnBrk="1" latinLnBrk="0" hangingPunct="1">
                        <a:defRPr sz="1799" kern="1200">
                          <a:solidFill>
                            <a:schemeClr val="tx1"/>
                          </a:solidFill>
                          <a:latin typeface="Arial"/>
                        </a:defRPr>
                      </a:lvl4pPr>
                      <a:lvl5pPr marL="1828251" algn="l" defTabSz="914126" rtl="0" eaLnBrk="1" latinLnBrk="0" hangingPunct="1">
                        <a:defRPr sz="1799" kern="1200">
                          <a:solidFill>
                            <a:schemeClr val="tx1"/>
                          </a:solidFill>
                          <a:latin typeface="Arial"/>
                        </a:defRPr>
                      </a:lvl5pPr>
                      <a:lvl6pPr marL="2285314" algn="l" defTabSz="914126" rtl="0" eaLnBrk="1" latinLnBrk="0" hangingPunct="1">
                        <a:defRPr sz="1799" kern="1200">
                          <a:solidFill>
                            <a:schemeClr val="tx1"/>
                          </a:solidFill>
                          <a:latin typeface="Arial"/>
                        </a:defRPr>
                      </a:lvl6pPr>
                      <a:lvl7pPr marL="2742377" algn="l" defTabSz="914126" rtl="0" eaLnBrk="1" latinLnBrk="0" hangingPunct="1">
                        <a:defRPr sz="1799" kern="1200">
                          <a:solidFill>
                            <a:schemeClr val="tx1"/>
                          </a:solidFill>
                          <a:latin typeface="Arial"/>
                        </a:defRPr>
                      </a:lvl7pPr>
                      <a:lvl8pPr marL="3199440" algn="l" defTabSz="914126" rtl="0" eaLnBrk="1" latinLnBrk="0" hangingPunct="1">
                        <a:defRPr sz="1799" kern="1200">
                          <a:solidFill>
                            <a:schemeClr val="tx1"/>
                          </a:solidFill>
                          <a:latin typeface="Arial"/>
                        </a:defRPr>
                      </a:lvl8pPr>
                      <a:lvl9pPr marL="3656503" algn="l" defTabSz="914126" rtl="0" eaLnBrk="1" latinLnBrk="0" hangingPunct="1">
                        <a:defRPr sz="1799" kern="1200">
                          <a:solidFill>
                            <a:schemeClr val="tx1"/>
                          </a:solidFill>
                          <a:latin typeface="Arial"/>
                        </a:defRPr>
                      </a:lvl9pPr>
                    </a:lstStyle>
                    <a:p>
                      <a:pPr marL="0" marR="0" algn="just">
                        <a:spcBef>
                          <a:spcPts val="0"/>
                        </a:spcBef>
                        <a:spcAft>
                          <a:spcPts val="0"/>
                        </a:spcAft>
                      </a:pPr>
                      <a:r>
                        <a:rPr lang="en-US" sz="1000" dirty="0">
                          <a:latin typeface="Verdana"/>
                          <a:ea typeface="Calibri"/>
                          <a:cs typeface="Times New Roman"/>
                        </a:rPr>
                        <a:t>AP_WRAP_SM</a:t>
                      </a:r>
                    </a:p>
                  </a:txBody>
                  <a:tcPr marL="7437" marR="743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D3DFEE"/>
                    </a:solidFill>
                  </a:tcPr>
                </a:tc>
                <a:tc>
                  <a:txBody>
                    <a:bodyPr/>
                    <a:lstStyle>
                      <a:lvl1pPr marL="0" algn="l" defTabSz="914126" rtl="0" eaLnBrk="1" latinLnBrk="0" hangingPunct="1">
                        <a:defRPr sz="1799" kern="1200">
                          <a:solidFill>
                            <a:schemeClr val="tx1"/>
                          </a:solidFill>
                          <a:latin typeface="Arial"/>
                        </a:defRPr>
                      </a:lvl1pPr>
                      <a:lvl2pPr marL="457063" algn="l" defTabSz="914126" rtl="0" eaLnBrk="1" latinLnBrk="0" hangingPunct="1">
                        <a:defRPr sz="1799" kern="1200">
                          <a:solidFill>
                            <a:schemeClr val="tx1"/>
                          </a:solidFill>
                          <a:latin typeface="Arial"/>
                        </a:defRPr>
                      </a:lvl2pPr>
                      <a:lvl3pPr marL="914126" algn="l" defTabSz="914126" rtl="0" eaLnBrk="1" latinLnBrk="0" hangingPunct="1">
                        <a:defRPr sz="1799" kern="1200">
                          <a:solidFill>
                            <a:schemeClr val="tx1"/>
                          </a:solidFill>
                          <a:latin typeface="Arial"/>
                        </a:defRPr>
                      </a:lvl3pPr>
                      <a:lvl4pPr marL="1371189" algn="l" defTabSz="914126" rtl="0" eaLnBrk="1" latinLnBrk="0" hangingPunct="1">
                        <a:defRPr sz="1799" kern="1200">
                          <a:solidFill>
                            <a:schemeClr val="tx1"/>
                          </a:solidFill>
                          <a:latin typeface="Arial"/>
                        </a:defRPr>
                      </a:lvl4pPr>
                      <a:lvl5pPr marL="1828251" algn="l" defTabSz="914126" rtl="0" eaLnBrk="1" latinLnBrk="0" hangingPunct="1">
                        <a:defRPr sz="1799" kern="1200">
                          <a:solidFill>
                            <a:schemeClr val="tx1"/>
                          </a:solidFill>
                          <a:latin typeface="Arial"/>
                        </a:defRPr>
                      </a:lvl5pPr>
                      <a:lvl6pPr marL="2285314" algn="l" defTabSz="914126" rtl="0" eaLnBrk="1" latinLnBrk="0" hangingPunct="1">
                        <a:defRPr sz="1799" kern="1200">
                          <a:solidFill>
                            <a:schemeClr val="tx1"/>
                          </a:solidFill>
                          <a:latin typeface="Arial"/>
                        </a:defRPr>
                      </a:lvl6pPr>
                      <a:lvl7pPr marL="2742377" algn="l" defTabSz="914126" rtl="0" eaLnBrk="1" latinLnBrk="0" hangingPunct="1">
                        <a:defRPr sz="1799" kern="1200">
                          <a:solidFill>
                            <a:schemeClr val="tx1"/>
                          </a:solidFill>
                          <a:latin typeface="Arial"/>
                        </a:defRPr>
                      </a:lvl7pPr>
                      <a:lvl8pPr marL="3199440" algn="l" defTabSz="914126" rtl="0" eaLnBrk="1" latinLnBrk="0" hangingPunct="1">
                        <a:defRPr sz="1799" kern="1200">
                          <a:solidFill>
                            <a:schemeClr val="tx1"/>
                          </a:solidFill>
                          <a:latin typeface="Arial"/>
                        </a:defRPr>
                      </a:lvl8pPr>
                      <a:lvl9pPr marL="3656503" algn="l" defTabSz="914126" rtl="0" eaLnBrk="1" latinLnBrk="0" hangingPunct="1">
                        <a:defRPr sz="1799" kern="1200">
                          <a:solidFill>
                            <a:schemeClr val="tx1"/>
                          </a:solidFill>
                          <a:latin typeface="Arial"/>
                        </a:defRPr>
                      </a:lvl9pPr>
                    </a:lstStyle>
                    <a:p>
                      <a:pPr marL="0" marR="0" algn="just">
                        <a:spcBef>
                          <a:spcPts val="0"/>
                        </a:spcBef>
                        <a:spcAft>
                          <a:spcPts val="0"/>
                        </a:spcAft>
                      </a:pPr>
                      <a:r>
                        <a:rPr lang="en-US" sz="1000" dirty="0">
                          <a:latin typeface="Verdana"/>
                          <a:ea typeface="Calibri"/>
                          <a:cs typeface="Times New Roman"/>
                        </a:rPr>
                        <a:t>Sign magnitude wrap around</a:t>
                      </a:r>
                    </a:p>
                  </a:txBody>
                  <a:tcPr marL="7437" marR="743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D3DFEE"/>
                    </a:solidFill>
                  </a:tcPr>
                </a:tc>
                <a:extLst>
                  <a:ext uri="{0D108BD9-81ED-4DB2-BD59-A6C34878D82A}">
                    <a16:rowId xmlns:a16="http://schemas.microsoft.com/office/drawing/2014/main" val="10018"/>
                  </a:ext>
                </a:extLst>
              </a:tr>
              <a:tr h="106860">
                <a:tc>
                  <a:txBody>
                    <a:bodyPr/>
                    <a:lstStyle>
                      <a:lvl1pPr marL="0" algn="l" defTabSz="914126" rtl="0" eaLnBrk="1" latinLnBrk="0" hangingPunct="1">
                        <a:defRPr sz="1799" kern="1200">
                          <a:solidFill>
                            <a:schemeClr val="tx1"/>
                          </a:solidFill>
                          <a:latin typeface="Arial"/>
                        </a:defRPr>
                      </a:lvl1pPr>
                      <a:lvl2pPr marL="457063" algn="l" defTabSz="914126" rtl="0" eaLnBrk="1" latinLnBrk="0" hangingPunct="1">
                        <a:defRPr sz="1799" kern="1200">
                          <a:solidFill>
                            <a:schemeClr val="tx1"/>
                          </a:solidFill>
                          <a:latin typeface="Arial"/>
                        </a:defRPr>
                      </a:lvl2pPr>
                      <a:lvl3pPr marL="914126" algn="l" defTabSz="914126" rtl="0" eaLnBrk="1" latinLnBrk="0" hangingPunct="1">
                        <a:defRPr sz="1799" kern="1200">
                          <a:solidFill>
                            <a:schemeClr val="tx1"/>
                          </a:solidFill>
                          <a:latin typeface="Arial"/>
                        </a:defRPr>
                      </a:lvl3pPr>
                      <a:lvl4pPr marL="1371189" algn="l" defTabSz="914126" rtl="0" eaLnBrk="1" latinLnBrk="0" hangingPunct="1">
                        <a:defRPr sz="1799" kern="1200">
                          <a:solidFill>
                            <a:schemeClr val="tx1"/>
                          </a:solidFill>
                          <a:latin typeface="Arial"/>
                        </a:defRPr>
                      </a:lvl4pPr>
                      <a:lvl5pPr marL="1828251" algn="l" defTabSz="914126" rtl="0" eaLnBrk="1" latinLnBrk="0" hangingPunct="1">
                        <a:defRPr sz="1799" kern="1200">
                          <a:solidFill>
                            <a:schemeClr val="tx1"/>
                          </a:solidFill>
                          <a:latin typeface="Arial"/>
                        </a:defRPr>
                      </a:lvl5pPr>
                      <a:lvl6pPr marL="2285314" algn="l" defTabSz="914126" rtl="0" eaLnBrk="1" latinLnBrk="0" hangingPunct="1">
                        <a:defRPr sz="1799" kern="1200">
                          <a:solidFill>
                            <a:schemeClr val="tx1"/>
                          </a:solidFill>
                          <a:latin typeface="Arial"/>
                        </a:defRPr>
                      </a:lvl6pPr>
                      <a:lvl7pPr marL="2742377" algn="l" defTabSz="914126" rtl="0" eaLnBrk="1" latinLnBrk="0" hangingPunct="1">
                        <a:defRPr sz="1799" kern="1200">
                          <a:solidFill>
                            <a:schemeClr val="tx1"/>
                          </a:solidFill>
                          <a:latin typeface="Arial"/>
                        </a:defRPr>
                      </a:lvl7pPr>
                      <a:lvl8pPr marL="3199440" algn="l" defTabSz="914126" rtl="0" eaLnBrk="1" latinLnBrk="0" hangingPunct="1">
                        <a:defRPr sz="1799" kern="1200">
                          <a:solidFill>
                            <a:schemeClr val="tx1"/>
                          </a:solidFill>
                          <a:latin typeface="Arial"/>
                        </a:defRPr>
                      </a:lvl8pPr>
                      <a:lvl9pPr marL="3656503" algn="l" defTabSz="914126" rtl="0" eaLnBrk="1" latinLnBrk="0" hangingPunct="1">
                        <a:defRPr sz="1799" kern="1200">
                          <a:solidFill>
                            <a:schemeClr val="tx1"/>
                          </a:solidFill>
                          <a:latin typeface="Arial"/>
                        </a:defRPr>
                      </a:lvl9pPr>
                    </a:lstStyle>
                    <a:p>
                      <a:pPr marL="0" marR="0" algn="ctr">
                        <a:spcBef>
                          <a:spcPts val="0"/>
                        </a:spcBef>
                        <a:spcAft>
                          <a:spcPts val="0"/>
                        </a:spcAft>
                      </a:pPr>
                      <a:r>
                        <a:rPr lang="en-US" sz="1000" b="1" dirty="0">
                          <a:solidFill>
                            <a:srgbClr val="FFFFFF"/>
                          </a:solidFill>
                          <a:latin typeface="Verdana"/>
                          <a:ea typeface="Calibri"/>
                          <a:cs typeface="Times New Roman"/>
                        </a:rPr>
                        <a:t>N</a:t>
                      </a:r>
                      <a:endParaRPr lang="en-US" sz="1000" dirty="0">
                        <a:latin typeface="Verdana"/>
                        <a:ea typeface="Calibri"/>
                        <a:cs typeface="Times New Roman"/>
                      </a:endParaRPr>
                    </a:p>
                  </a:txBody>
                  <a:tcPr marL="7437" marR="743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4F81BD"/>
                    </a:solidFill>
                  </a:tcPr>
                </a:tc>
                <a:tc gridSpan="2">
                  <a:txBody>
                    <a:bodyPr/>
                    <a:lstStyle>
                      <a:lvl1pPr marL="0" algn="l" defTabSz="914126" rtl="0" eaLnBrk="1" latinLnBrk="0" hangingPunct="1">
                        <a:defRPr sz="1799" kern="1200">
                          <a:solidFill>
                            <a:schemeClr val="tx1"/>
                          </a:solidFill>
                          <a:latin typeface="Arial"/>
                        </a:defRPr>
                      </a:lvl1pPr>
                      <a:lvl2pPr marL="457063" algn="l" defTabSz="914126" rtl="0" eaLnBrk="1" latinLnBrk="0" hangingPunct="1">
                        <a:defRPr sz="1799" kern="1200">
                          <a:solidFill>
                            <a:schemeClr val="tx1"/>
                          </a:solidFill>
                          <a:latin typeface="Arial"/>
                        </a:defRPr>
                      </a:lvl2pPr>
                      <a:lvl3pPr marL="914126" algn="l" defTabSz="914126" rtl="0" eaLnBrk="1" latinLnBrk="0" hangingPunct="1">
                        <a:defRPr sz="1799" kern="1200">
                          <a:solidFill>
                            <a:schemeClr val="tx1"/>
                          </a:solidFill>
                          <a:latin typeface="Arial"/>
                        </a:defRPr>
                      </a:lvl3pPr>
                      <a:lvl4pPr marL="1371189" algn="l" defTabSz="914126" rtl="0" eaLnBrk="1" latinLnBrk="0" hangingPunct="1">
                        <a:defRPr sz="1799" kern="1200">
                          <a:solidFill>
                            <a:schemeClr val="tx1"/>
                          </a:solidFill>
                          <a:latin typeface="Arial"/>
                        </a:defRPr>
                      </a:lvl4pPr>
                      <a:lvl5pPr marL="1828251" algn="l" defTabSz="914126" rtl="0" eaLnBrk="1" latinLnBrk="0" hangingPunct="1">
                        <a:defRPr sz="1799" kern="1200">
                          <a:solidFill>
                            <a:schemeClr val="tx1"/>
                          </a:solidFill>
                          <a:latin typeface="Arial"/>
                        </a:defRPr>
                      </a:lvl5pPr>
                      <a:lvl6pPr marL="2285314" algn="l" defTabSz="914126" rtl="0" eaLnBrk="1" latinLnBrk="0" hangingPunct="1">
                        <a:defRPr sz="1799" kern="1200">
                          <a:solidFill>
                            <a:schemeClr val="tx1"/>
                          </a:solidFill>
                          <a:latin typeface="Arial"/>
                        </a:defRPr>
                      </a:lvl6pPr>
                      <a:lvl7pPr marL="2742377" algn="l" defTabSz="914126" rtl="0" eaLnBrk="1" latinLnBrk="0" hangingPunct="1">
                        <a:defRPr sz="1799" kern="1200">
                          <a:solidFill>
                            <a:schemeClr val="tx1"/>
                          </a:solidFill>
                          <a:latin typeface="Arial"/>
                        </a:defRPr>
                      </a:lvl7pPr>
                      <a:lvl8pPr marL="3199440" algn="l" defTabSz="914126" rtl="0" eaLnBrk="1" latinLnBrk="0" hangingPunct="1">
                        <a:defRPr sz="1799" kern="1200">
                          <a:solidFill>
                            <a:schemeClr val="tx1"/>
                          </a:solidFill>
                          <a:latin typeface="Arial"/>
                        </a:defRPr>
                      </a:lvl8pPr>
                      <a:lvl9pPr marL="3656503" algn="l" defTabSz="914126" rtl="0" eaLnBrk="1" latinLnBrk="0" hangingPunct="1">
                        <a:defRPr sz="1799" kern="1200">
                          <a:solidFill>
                            <a:schemeClr val="tx1"/>
                          </a:solidFill>
                          <a:latin typeface="Arial"/>
                        </a:defRPr>
                      </a:lvl9pPr>
                    </a:lstStyle>
                    <a:p>
                      <a:pPr marL="0" marR="0" algn="just">
                        <a:spcBef>
                          <a:spcPts val="0"/>
                        </a:spcBef>
                        <a:spcAft>
                          <a:spcPts val="0"/>
                        </a:spcAft>
                      </a:pPr>
                      <a:r>
                        <a:rPr lang="en-US" sz="1000" dirty="0">
                          <a:latin typeface="Verdana"/>
                          <a:ea typeface="Calibri"/>
                          <a:cs typeface="Times New Roman"/>
                        </a:rPr>
                        <a:t>The number of saturation bits in wrap modes.</a:t>
                      </a:r>
                    </a:p>
                  </a:txBody>
                  <a:tcPr marL="7437" marR="743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A7BFDE"/>
                    </a:solidFill>
                  </a:tcPr>
                </a:tc>
                <a:tc hMerge="1">
                  <a:txBody>
                    <a:bodyPr/>
                    <a:lstStyle/>
                    <a:p>
                      <a:endParaRPr lang="en-US"/>
                    </a:p>
                  </a:txBody>
                  <a:tcPr/>
                </a:tc>
                <a:extLst>
                  <a:ext uri="{0D108BD9-81ED-4DB2-BD59-A6C34878D82A}">
                    <a16:rowId xmlns:a16="http://schemas.microsoft.com/office/drawing/2014/main" val="10019"/>
                  </a:ext>
                </a:extLst>
              </a:tr>
            </a:tbl>
          </a:graphicData>
        </a:graphic>
      </p:graphicFrame>
      <p:sp>
        <p:nvSpPr>
          <p:cNvPr id="30" name="TextBox 29">
            <a:extLst>
              <a:ext uri="{FF2B5EF4-FFF2-40B4-BE49-F238E27FC236}">
                <a16:creationId xmlns:a16="http://schemas.microsoft.com/office/drawing/2014/main" id="{DA1FECAF-D848-479E-9098-B4912E658089}"/>
              </a:ext>
            </a:extLst>
          </p:cNvPr>
          <p:cNvSpPr txBox="1"/>
          <p:nvPr/>
        </p:nvSpPr>
        <p:spPr>
          <a:xfrm>
            <a:off x="8378534" y="2769976"/>
            <a:ext cx="2150120" cy="246221"/>
          </a:xfrm>
          <a:prstGeom prst="rect">
            <a:avLst/>
          </a:prstGeom>
          <a:solidFill>
            <a:srgbClr val="FFFF99"/>
          </a:solidFill>
          <a:ln w="28575">
            <a:solidFill>
              <a:srgbClr val="000000"/>
            </a:solidFill>
          </a:ln>
          <a:effectLst>
            <a:innerShdw blurRad="63500" dist="50800" dir="2700000">
              <a:prstClr val="black">
                <a:alpha val="50000"/>
              </a:prstClr>
            </a:innerShdw>
          </a:effectLst>
        </p:spPr>
        <p:txBody>
          <a:bodyPr wrap="square" rtlCol="0">
            <a:spAutoFit/>
          </a:bodyPr>
          <a:lstStyle/>
          <a:p>
            <a:pPr algn="ctr" defTabSz="914400" fontAlgn="base">
              <a:spcBef>
                <a:spcPct val="0"/>
              </a:spcBef>
              <a:spcAft>
                <a:spcPct val="0"/>
              </a:spcAft>
              <a:defRPr/>
            </a:pPr>
            <a:r>
              <a:rPr lang="en-US" sz="1000" b="1" kern="0" dirty="0">
                <a:solidFill>
                  <a:srgbClr val="000000"/>
                </a:solidFill>
                <a:latin typeface="Arial"/>
              </a:rPr>
              <a:t>Binary point  : W = I + B</a:t>
            </a:r>
          </a:p>
        </p:txBody>
      </p:sp>
      <p:cxnSp>
        <p:nvCxnSpPr>
          <p:cNvPr id="31" name="Straight Arrow Connector 30">
            <a:extLst>
              <a:ext uri="{FF2B5EF4-FFF2-40B4-BE49-F238E27FC236}">
                <a16:creationId xmlns:a16="http://schemas.microsoft.com/office/drawing/2014/main" id="{74A497F1-3DC0-400F-97CA-23C33A510064}"/>
              </a:ext>
            </a:extLst>
          </p:cNvPr>
          <p:cNvCxnSpPr/>
          <p:nvPr/>
        </p:nvCxnSpPr>
        <p:spPr>
          <a:xfrm flipV="1">
            <a:off x="9504787" y="2478525"/>
            <a:ext cx="0" cy="238326"/>
          </a:xfrm>
          <a:prstGeom prst="straightConnector1">
            <a:avLst/>
          </a:prstGeom>
          <a:noFill/>
          <a:ln w="38100" cap="flat" cmpd="sng" algn="ctr">
            <a:solidFill>
              <a:srgbClr val="000000"/>
            </a:solidFill>
            <a:prstDash val="solid"/>
            <a:headEnd type="none" w="med" len="med"/>
            <a:tailEnd type="triangle" w="med" len="med"/>
          </a:ln>
          <a:effectLst>
            <a:outerShdw blurRad="40000" dist="23000" dir="5400000" rotWithShape="0">
              <a:srgbClr val="000000">
                <a:alpha val="35000"/>
              </a:srgbClr>
            </a:outerShdw>
          </a:effectLst>
        </p:spPr>
      </p:cxnSp>
      <p:sp>
        <p:nvSpPr>
          <p:cNvPr id="32" name="TextBox 31">
            <a:extLst>
              <a:ext uri="{FF2B5EF4-FFF2-40B4-BE49-F238E27FC236}">
                <a16:creationId xmlns:a16="http://schemas.microsoft.com/office/drawing/2014/main" id="{8F821EB7-0FB4-458B-80B9-731480D1D60C}"/>
              </a:ext>
            </a:extLst>
          </p:cNvPr>
          <p:cNvSpPr txBox="1"/>
          <p:nvPr/>
        </p:nvSpPr>
        <p:spPr>
          <a:xfrm>
            <a:off x="7682993" y="1760923"/>
            <a:ext cx="3429955" cy="276999"/>
          </a:xfrm>
          <a:prstGeom prst="rect">
            <a:avLst/>
          </a:prstGeom>
          <a:gradFill rotWithShape="1">
            <a:gsLst>
              <a:gs pos="0">
                <a:srgbClr val="008CA8">
                  <a:tint val="50000"/>
                  <a:satMod val="300000"/>
                </a:srgbClr>
              </a:gs>
              <a:gs pos="35000">
                <a:srgbClr val="008CA8">
                  <a:tint val="37000"/>
                  <a:satMod val="300000"/>
                </a:srgbClr>
              </a:gs>
              <a:gs pos="100000">
                <a:srgbClr val="008CA8">
                  <a:tint val="15000"/>
                  <a:satMod val="350000"/>
                </a:srgbClr>
              </a:gs>
            </a:gsLst>
            <a:lin ang="16200000" scaled="1"/>
          </a:gradFill>
          <a:ln w="9525" cap="flat" cmpd="sng" algn="ctr">
            <a:solidFill>
              <a:srgbClr val="008CA8">
                <a:shade val="95000"/>
                <a:satMod val="105000"/>
              </a:srgbClr>
            </a:solidFill>
            <a:prstDash val="solid"/>
          </a:ln>
          <a:effectLst>
            <a:outerShdw blurRad="50800" dist="63500" dir="2700000" algn="tl" rotWithShape="0">
              <a:prstClr val="black">
                <a:alpha val="40000"/>
              </a:prstClr>
            </a:outerShdw>
          </a:effectLst>
        </p:spPr>
        <p:txBody>
          <a:bodyPr wrap="square" rtlCol="0">
            <a:spAutoFit/>
          </a:bodyPr>
          <a:lstStyle/>
          <a:p>
            <a:pPr algn="ctr" defTabSz="914400" fontAlgn="base">
              <a:spcBef>
                <a:spcPct val="0"/>
              </a:spcBef>
              <a:spcAft>
                <a:spcPct val="0"/>
              </a:spcAft>
              <a:defRPr/>
            </a:pPr>
            <a:r>
              <a:rPr lang="en-US" sz="1200" b="1" kern="0" dirty="0">
                <a:solidFill>
                  <a:srgbClr val="000000"/>
                </a:solidFill>
                <a:latin typeface="Arial"/>
              </a:rPr>
              <a:t>ap_[u]fixed&lt;W, I , Q, O , N&gt; 	</a:t>
            </a:r>
          </a:p>
        </p:txBody>
      </p:sp>
      <p:grpSp>
        <p:nvGrpSpPr>
          <p:cNvPr id="34" name="Group 44">
            <a:extLst>
              <a:ext uri="{FF2B5EF4-FFF2-40B4-BE49-F238E27FC236}">
                <a16:creationId xmlns:a16="http://schemas.microsoft.com/office/drawing/2014/main" id="{DEB6E936-3A7E-45D2-930C-FCD82562B9A2}"/>
              </a:ext>
            </a:extLst>
          </p:cNvPr>
          <p:cNvGrpSpPr>
            <a:grpSpLocks/>
          </p:cNvGrpSpPr>
          <p:nvPr/>
        </p:nvGrpSpPr>
        <p:grpSpPr bwMode="auto">
          <a:xfrm>
            <a:off x="8194929" y="2171285"/>
            <a:ext cx="2254777" cy="255902"/>
            <a:chOff x="5562282" y="5151438"/>
            <a:chExt cx="2636837" cy="449262"/>
          </a:xfrm>
        </p:grpSpPr>
        <p:sp>
          <p:nvSpPr>
            <p:cNvPr id="35" name="Rectangle 34">
              <a:extLst>
                <a:ext uri="{FF2B5EF4-FFF2-40B4-BE49-F238E27FC236}">
                  <a16:creationId xmlns:a16="http://schemas.microsoft.com/office/drawing/2014/main" id="{31BF3C40-ACBF-4EDC-A088-C93FFB502D9E}"/>
                </a:ext>
              </a:extLst>
            </p:cNvPr>
            <p:cNvSpPr/>
            <p:nvPr/>
          </p:nvSpPr>
          <p:spPr>
            <a:xfrm>
              <a:off x="5562282" y="5151438"/>
              <a:ext cx="350837" cy="449262"/>
            </a:xfrm>
            <a:prstGeom prst="rect">
              <a:avLst/>
            </a:prstGeom>
            <a:gradFill rotWithShape="1">
              <a:gsLst>
                <a:gs pos="0">
                  <a:srgbClr val="B20838">
                    <a:lumMod val="75000"/>
                  </a:srgbClr>
                </a:gs>
                <a:gs pos="100000">
                  <a:srgbClr val="B20838">
                    <a:lumMod val="40000"/>
                    <a:lumOff val="60000"/>
                  </a:srgbClr>
                </a:gs>
              </a:gsLst>
              <a:lin ang="16200000" scaled="0"/>
            </a:gradFill>
            <a:ln w="9525" cap="flat" cmpd="sng" algn="ctr">
              <a:solidFill>
                <a:srgbClr val="B20838">
                  <a:lumMod val="50000"/>
                </a:srgbClr>
              </a:solidFill>
              <a:prstDash val="solid"/>
            </a:ln>
            <a:effectLst>
              <a:outerShdw blurRad="40000" dist="23000" dir="5400000" rotWithShape="0">
                <a:srgbClr val="000000">
                  <a:alpha val="35000"/>
                </a:srgbClr>
              </a:outerShdw>
            </a:effectLst>
          </p:spPr>
          <p:txBody>
            <a:bodyPr lIns="0" rIns="0" anchor="ctr"/>
            <a:lstStyle/>
            <a:p>
              <a:pPr algn="ctr" defTabSz="914400" fontAlgn="base">
                <a:spcBef>
                  <a:spcPct val="0"/>
                </a:spcBef>
                <a:spcAft>
                  <a:spcPct val="0"/>
                </a:spcAft>
                <a:defRPr/>
              </a:pPr>
              <a:r>
                <a:rPr lang="en-US" sz="700" b="1" kern="0" dirty="0">
                  <a:solidFill>
                    <a:srgbClr val="FFFFFF"/>
                  </a:solidFill>
                  <a:latin typeface="Arial"/>
                </a:rPr>
                <a:t>I-1</a:t>
              </a:r>
            </a:p>
          </p:txBody>
        </p:sp>
        <p:sp>
          <p:nvSpPr>
            <p:cNvPr id="36" name="Rectangle 35">
              <a:extLst>
                <a:ext uri="{FF2B5EF4-FFF2-40B4-BE49-F238E27FC236}">
                  <a16:creationId xmlns:a16="http://schemas.microsoft.com/office/drawing/2014/main" id="{346D6D78-57F6-44B7-82B0-C30FCAD3CD28}"/>
                </a:ext>
              </a:extLst>
            </p:cNvPr>
            <p:cNvSpPr/>
            <p:nvPr/>
          </p:nvSpPr>
          <p:spPr>
            <a:xfrm>
              <a:off x="7086282" y="5151438"/>
              <a:ext cx="350837" cy="449262"/>
            </a:xfrm>
            <a:prstGeom prst="rect">
              <a:avLst/>
            </a:prstGeom>
            <a:gradFill rotWithShape="1">
              <a:gsLst>
                <a:gs pos="0">
                  <a:srgbClr val="6D7076">
                    <a:lumMod val="75000"/>
                  </a:srgbClr>
                </a:gs>
                <a:gs pos="100000">
                  <a:srgbClr val="6D7076">
                    <a:lumMod val="60000"/>
                    <a:lumOff val="40000"/>
                  </a:srgbClr>
                </a:gs>
              </a:gsLst>
              <a:lin ang="16200000" scaled="0"/>
            </a:gradFill>
            <a:ln w="9525" cap="flat" cmpd="sng" algn="ctr">
              <a:solidFill>
                <a:srgbClr val="6D7076">
                  <a:lumMod val="50000"/>
                </a:srgbClr>
              </a:solidFill>
              <a:prstDash val="solid"/>
            </a:ln>
            <a:effectLst>
              <a:outerShdw blurRad="40000" dist="23000" dir="5400000" rotWithShape="0">
                <a:srgbClr val="000000">
                  <a:alpha val="35000"/>
                </a:srgbClr>
              </a:outerShdw>
            </a:effectLst>
          </p:spPr>
          <p:txBody>
            <a:bodyPr lIns="0" rIns="0" anchor="ctr"/>
            <a:lstStyle/>
            <a:p>
              <a:pPr algn="ctr" defTabSz="914400" fontAlgn="base">
                <a:spcBef>
                  <a:spcPct val="0"/>
                </a:spcBef>
                <a:spcAft>
                  <a:spcPct val="0"/>
                </a:spcAft>
                <a:defRPr/>
              </a:pPr>
              <a:r>
                <a:rPr lang="en-US" sz="700" b="1" kern="0" dirty="0">
                  <a:solidFill>
                    <a:srgbClr val="FFFFFF"/>
                  </a:solidFill>
                  <a:latin typeface="Arial"/>
                </a:rPr>
                <a:t>-1</a:t>
              </a:r>
            </a:p>
          </p:txBody>
        </p:sp>
        <p:sp>
          <p:nvSpPr>
            <p:cNvPr id="37" name="Rectangle 36">
              <a:extLst>
                <a:ext uri="{FF2B5EF4-FFF2-40B4-BE49-F238E27FC236}">
                  <a16:creationId xmlns:a16="http://schemas.microsoft.com/office/drawing/2014/main" id="{6F4FDAB1-D6CE-4D60-B292-BD52F3D15A4A}"/>
                </a:ext>
              </a:extLst>
            </p:cNvPr>
            <p:cNvSpPr/>
            <p:nvPr/>
          </p:nvSpPr>
          <p:spPr>
            <a:xfrm>
              <a:off x="7467282" y="5151438"/>
              <a:ext cx="350837" cy="449262"/>
            </a:xfrm>
            <a:prstGeom prst="rect">
              <a:avLst/>
            </a:prstGeom>
            <a:gradFill rotWithShape="1">
              <a:gsLst>
                <a:gs pos="0">
                  <a:srgbClr val="6D7076">
                    <a:lumMod val="75000"/>
                  </a:srgbClr>
                </a:gs>
                <a:gs pos="100000">
                  <a:srgbClr val="6D7076">
                    <a:lumMod val="60000"/>
                    <a:lumOff val="40000"/>
                  </a:srgbClr>
                </a:gs>
              </a:gsLst>
              <a:lin ang="16200000" scaled="0"/>
            </a:gradFill>
            <a:ln w="9525" cap="flat" cmpd="sng" algn="ctr">
              <a:solidFill>
                <a:srgbClr val="6D7076">
                  <a:lumMod val="50000"/>
                </a:srgbClr>
              </a:solidFill>
              <a:prstDash val="solid"/>
            </a:ln>
            <a:effectLst>
              <a:outerShdw blurRad="40000" dist="23000" dir="5400000" rotWithShape="0">
                <a:srgbClr val="000000">
                  <a:alpha val="35000"/>
                </a:srgbClr>
              </a:outerShdw>
            </a:effectLst>
          </p:spPr>
          <p:txBody>
            <a:bodyPr lIns="0" rIns="0" anchor="ctr"/>
            <a:lstStyle/>
            <a:p>
              <a:pPr algn="ctr" defTabSz="914400" fontAlgn="base">
                <a:spcBef>
                  <a:spcPct val="0"/>
                </a:spcBef>
                <a:spcAft>
                  <a:spcPct val="0"/>
                </a:spcAft>
                <a:defRPr/>
              </a:pPr>
              <a:r>
                <a:rPr lang="en-US" sz="700" b="1" kern="0" dirty="0">
                  <a:solidFill>
                    <a:srgbClr val="FFFFFF"/>
                  </a:solidFill>
                  <a:latin typeface="Arial"/>
                </a:rPr>
                <a:t>…</a:t>
              </a:r>
            </a:p>
          </p:txBody>
        </p:sp>
        <p:sp>
          <p:nvSpPr>
            <p:cNvPr id="38" name="Rectangle 37">
              <a:extLst>
                <a:ext uri="{FF2B5EF4-FFF2-40B4-BE49-F238E27FC236}">
                  <a16:creationId xmlns:a16="http://schemas.microsoft.com/office/drawing/2014/main" id="{8D3F456C-059B-45F5-8457-D9A999F1DEFD}"/>
                </a:ext>
              </a:extLst>
            </p:cNvPr>
            <p:cNvSpPr/>
            <p:nvPr/>
          </p:nvSpPr>
          <p:spPr>
            <a:xfrm>
              <a:off x="7848282" y="5151438"/>
              <a:ext cx="350837" cy="449262"/>
            </a:xfrm>
            <a:prstGeom prst="rect">
              <a:avLst/>
            </a:prstGeom>
            <a:gradFill rotWithShape="1">
              <a:gsLst>
                <a:gs pos="0">
                  <a:srgbClr val="6D7076">
                    <a:lumMod val="75000"/>
                  </a:srgbClr>
                </a:gs>
                <a:gs pos="100000">
                  <a:srgbClr val="6D7076">
                    <a:lumMod val="60000"/>
                    <a:lumOff val="40000"/>
                  </a:srgbClr>
                </a:gs>
              </a:gsLst>
              <a:lin ang="16200000" scaled="0"/>
            </a:gradFill>
            <a:ln w="9525" cap="flat" cmpd="sng" algn="ctr">
              <a:solidFill>
                <a:srgbClr val="6D7076">
                  <a:lumMod val="50000"/>
                </a:srgbClr>
              </a:solidFill>
              <a:prstDash val="solid"/>
            </a:ln>
            <a:effectLst>
              <a:outerShdw blurRad="40000" dist="23000" dir="5400000" rotWithShape="0">
                <a:srgbClr val="000000">
                  <a:alpha val="35000"/>
                </a:srgbClr>
              </a:outerShdw>
            </a:effectLst>
          </p:spPr>
          <p:txBody>
            <a:bodyPr lIns="0" rIns="0" anchor="ctr"/>
            <a:lstStyle/>
            <a:p>
              <a:pPr algn="ctr" defTabSz="914400" fontAlgn="base">
                <a:spcBef>
                  <a:spcPct val="0"/>
                </a:spcBef>
                <a:spcAft>
                  <a:spcPct val="0"/>
                </a:spcAft>
                <a:defRPr/>
              </a:pPr>
              <a:r>
                <a:rPr lang="en-US" sz="700" b="1" kern="0" dirty="0">
                  <a:solidFill>
                    <a:srgbClr val="FFFFFF"/>
                  </a:solidFill>
                  <a:latin typeface="Arial"/>
                </a:rPr>
                <a:t>-B</a:t>
              </a:r>
            </a:p>
          </p:txBody>
        </p:sp>
        <p:sp>
          <p:nvSpPr>
            <p:cNvPr id="39" name="Rectangle 38">
              <a:extLst>
                <a:ext uri="{FF2B5EF4-FFF2-40B4-BE49-F238E27FC236}">
                  <a16:creationId xmlns:a16="http://schemas.microsoft.com/office/drawing/2014/main" id="{7F83C610-C39D-4357-95E7-07EDCD029442}"/>
                </a:ext>
              </a:extLst>
            </p:cNvPr>
            <p:cNvSpPr/>
            <p:nvPr/>
          </p:nvSpPr>
          <p:spPr>
            <a:xfrm>
              <a:off x="6324282" y="5151438"/>
              <a:ext cx="350837" cy="449262"/>
            </a:xfrm>
            <a:prstGeom prst="rect">
              <a:avLst/>
            </a:prstGeom>
            <a:gradFill rotWithShape="1">
              <a:gsLst>
                <a:gs pos="0">
                  <a:srgbClr val="B20838">
                    <a:lumMod val="75000"/>
                  </a:srgbClr>
                </a:gs>
                <a:gs pos="100000">
                  <a:srgbClr val="B20838">
                    <a:lumMod val="40000"/>
                    <a:lumOff val="60000"/>
                  </a:srgbClr>
                </a:gs>
              </a:gsLst>
              <a:lin ang="16200000" scaled="0"/>
            </a:gradFill>
            <a:ln w="9525" cap="flat" cmpd="sng" algn="ctr">
              <a:solidFill>
                <a:srgbClr val="B20838">
                  <a:lumMod val="50000"/>
                </a:srgbClr>
              </a:solidFill>
              <a:prstDash val="solid"/>
            </a:ln>
            <a:effectLst>
              <a:outerShdw blurRad="40000" dist="23000" dir="5400000" rotWithShape="0">
                <a:srgbClr val="000000">
                  <a:alpha val="35000"/>
                </a:srgbClr>
              </a:outerShdw>
            </a:effectLst>
          </p:spPr>
          <p:txBody>
            <a:bodyPr lIns="0" rIns="0" anchor="ctr"/>
            <a:lstStyle/>
            <a:p>
              <a:pPr algn="ctr" defTabSz="914400" fontAlgn="base">
                <a:spcBef>
                  <a:spcPct val="0"/>
                </a:spcBef>
                <a:spcAft>
                  <a:spcPct val="0"/>
                </a:spcAft>
                <a:defRPr/>
              </a:pPr>
              <a:r>
                <a:rPr lang="en-US" sz="700" b="1" kern="0" dirty="0">
                  <a:solidFill>
                    <a:srgbClr val="FFFFFF"/>
                  </a:solidFill>
                  <a:latin typeface="Arial"/>
                </a:rPr>
                <a:t>1</a:t>
              </a:r>
            </a:p>
          </p:txBody>
        </p:sp>
        <p:sp>
          <p:nvSpPr>
            <p:cNvPr id="40" name="Rectangle 39">
              <a:extLst>
                <a:ext uri="{FF2B5EF4-FFF2-40B4-BE49-F238E27FC236}">
                  <a16:creationId xmlns:a16="http://schemas.microsoft.com/office/drawing/2014/main" id="{1C1AEE38-0B0C-4EDF-838A-F0ED8B18BC79}"/>
                </a:ext>
              </a:extLst>
            </p:cNvPr>
            <p:cNvSpPr/>
            <p:nvPr/>
          </p:nvSpPr>
          <p:spPr>
            <a:xfrm>
              <a:off x="6705282" y="5151438"/>
              <a:ext cx="350837" cy="449262"/>
            </a:xfrm>
            <a:prstGeom prst="rect">
              <a:avLst/>
            </a:prstGeom>
            <a:gradFill rotWithShape="1">
              <a:gsLst>
                <a:gs pos="0">
                  <a:srgbClr val="B20838">
                    <a:lumMod val="75000"/>
                  </a:srgbClr>
                </a:gs>
                <a:gs pos="100000">
                  <a:srgbClr val="B20838">
                    <a:lumMod val="40000"/>
                    <a:lumOff val="60000"/>
                  </a:srgbClr>
                </a:gs>
              </a:gsLst>
              <a:lin ang="16200000" scaled="0"/>
            </a:gradFill>
            <a:ln w="9525" cap="flat" cmpd="sng" algn="ctr">
              <a:solidFill>
                <a:srgbClr val="B20838">
                  <a:lumMod val="50000"/>
                </a:srgbClr>
              </a:solidFill>
              <a:prstDash val="solid"/>
            </a:ln>
            <a:effectLst>
              <a:outerShdw blurRad="40000" dist="23000" dir="5400000" rotWithShape="0">
                <a:srgbClr val="000000">
                  <a:alpha val="35000"/>
                </a:srgbClr>
              </a:outerShdw>
            </a:effectLst>
          </p:spPr>
          <p:txBody>
            <a:bodyPr lIns="0" rIns="0" anchor="ctr"/>
            <a:lstStyle/>
            <a:p>
              <a:pPr algn="ctr" defTabSz="914400" fontAlgn="base">
                <a:spcBef>
                  <a:spcPct val="0"/>
                </a:spcBef>
                <a:spcAft>
                  <a:spcPct val="0"/>
                </a:spcAft>
                <a:defRPr/>
              </a:pPr>
              <a:r>
                <a:rPr lang="en-US" sz="700" b="1" kern="0" dirty="0">
                  <a:solidFill>
                    <a:srgbClr val="FFFFFF"/>
                  </a:solidFill>
                  <a:latin typeface="Arial"/>
                </a:rPr>
                <a:t>0</a:t>
              </a:r>
            </a:p>
          </p:txBody>
        </p:sp>
        <p:sp>
          <p:nvSpPr>
            <p:cNvPr id="41" name="Rectangle 40">
              <a:extLst>
                <a:ext uri="{FF2B5EF4-FFF2-40B4-BE49-F238E27FC236}">
                  <a16:creationId xmlns:a16="http://schemas.microsoft.com/office/drawing/2014/main" id="{B2C2ECDB-200B-437A-B435-3C2B94410E41}"/>
                </a:ext>
              </a:extLst>
            </p:cNvPr>
            <p:cNvSpPr/>
            <p:nvPr/>
          </p:nvSpPr>
          <p:spPr>
            <a:xfrm>
              <a:off x="5943282" y="5151438"/>
              <a:ext cx="350837" cy="449262"/>
            </a:xfrm>
            <a:prstGeom prst="rect">
              <a:avLst/>
            </a:prstGeom>
            <a:gradFill rotWithShape="1">
              <a:gsLst>
                <a:gs pos="0">
                  <a:srgbClr val="B20838">
                    <a:lumMod val="75000"/>
                  </a:srgbClr>
                </a:gs>
                <a:gs pos="100000">
                  <a:srgbClr val="B20838">
                    <a:lumMod val="40000"/>
                    <a:lumOff val="60000"/>
                  </a:srgbClr>
                </a:gs>
              </a:gsLst>
              <a:lin ang="16200000" scaled="0"/>
            </a:gradFill>
            <a:ln w="9525" cap="flat" cmpd="sng" algn="ctr">
              <a:solidFill>
                <a:srgbClr val="B20838">
                  <a:lumMod val="50000"/>
                </a:srgbClr>
              </a:solidFill>
              <a:prstDash val="solid"/>
            </a:ln>
            <a:effectLst>
              <a:outerShdw blurRad="40000" dist="23000" dir="5400000" rotWithShape="0">
                <a:srgbClr val="000000">
                  <a:alpha val="35000"/>
                </a:srgbClr>
              </a:outerShdw>
            </a:effectLst>
          </p:spPr>
          <p:txBody>
            <a:bodyPr lIns="0" rIns="0" anchor="ctr"/>
            <a:lstStyle/>
            <a:p>
              <a:pPr algn="ctr" defTabSz="914400" fontAlgn="base">
                <a:spcBef>
                  <a:spcPct val="0"/>
                </a:spcBef>
                <a:spcAft>
                  <a:spcPct val="0"/>
                </a:spcAft>
                <a:defRPr/>
              </a:pPr>
              <a:r>
                <a:rPr lang="en-US" sz="700" b="1" kern="0" dirty="0">
                  <a:solidFill>
                    <a:srgbClr val="FFFFFF"/>
                  </a:solidFill>
                  <a:latin typeface="Arial"/>
                </a:rPr>
                <a:t>…</a:t>
              </a:r>
            </a:p>
          </p:txBody>
        </p:sp>
      </p:gr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Quantization Modes</a:t>
            </a:r>
          </a:p>
        </p:txBody>
      </p:sp>
      <p:sp>
        <p:nvSpPr>
          <p:cNvPr id="3" name="Content Placeholder 2"/>
          <p:cNvSpPr>
            <a:spLocks noGrp="1"/>
          </p:cNvSpPr>
          <p:nvPr>
            <p:ph idx="1"/>
          </p:nvPr>
        </p:nvSpPr>
        <p:spPr/>
        <p:txBody>
          <a:bodyPr>
            <a:normAutofit/>
          </a:bodyPr>
          <a:lstStyle/>
          <a:p>
            <a:r>
              <a:rPr lang="en-US" dirty="0"/>
              <a:t>Quantization mode </a:t>
            </a:r>
          </a:p>
          <a:p>
            <a:pPr lvl="1"/>
            <a:r>
              <a:rPr lang="en-US" dirty="0"/>
              <a:t>Determines the behavior when an operation generates more precision in the LSBs than is available</a:t>
            </a:r>
          </a:p>
          <a:p>
            <a:endParaRPr lang="en-US" dirty="0"/>
          </a:p>
          <a:p>
            <a:r>
              <a:rPr lang="en-US" dirty="0"/>
              <a:t>Quantization Modes (rounding): </a:t>
            </a:r>
          </a:p>
          <a:p>
            <a:pPr lvl="1"/>
            <a:r>
              <a:rPr lang="en-US" dirty="0"/>
              <a:t>AP_RND, AP_RND_MIN_IF, AP_RND_IF</a:t>
            </a:r>
          </a:p>
          <a:p>
            <a:pPr lvl="1"/>
            <a:r>
              <a:rPr lang="en-US" dirty="0"/>
              <a:t>AP_RND_ZERO,  AP_RND_CONV</a:t>
            </a:r>
          </a:p>
          <a:p>
            <a:endParaRPr lang="en-US" dirty="0"/>
          </a:p>
          <a:p>
            <a:r>
              <a:rPr lang="en-US" dirty="0"/>
              <a:t>Quantization Modes (truncation): </a:t>
            </a:r>
          </a:p>
          <a:p>
            <a:pPr lvl="1"/>
            <a:r>
              <a:rPr lang="en-US" dirty="0"/>
              <a:t>AP_TRN, AP_TRN_ZERO</a:t>
            </a:r>
          </a:p>
          <a:p>
            <a:pPr lvl="1"/>
            <a:endParaRPr lang="en-US" dirty="0"/>
          </a:p>
          <a:p>
            <a:endParaRPr lang="en-US" dirty="0"/>
          </a:p>
        </p:txBody>
      </p:sp>
      <p:sp>
        <p:nvSpPr>
          <p:cNvPr id="9" name="Slide Number Placeholder 8"/>
          <p:cNvSpPr>
            <a:spLocks noGrp="1"/>
          </p:cNvSpPr>
          <p:nvPr>
            <p:ph type="sldNum" sz="quarter" idx="4"/>
          </p:nvPr>
        </p:nvSpPr>
        <p:spPr/>
        <p:txBody>
          <a:bodyPr/>
          <a:lstStyle/>
          <a:p>
            <a:pPr>
              <a:defRPr/>
            </a:pPr>
            <a:r>
              <a:rPr lang="en-US" dirty="0"/>
              <a:t>Data Types 14- </a:t>
            </a:r>
            <a:fld id="{060BD193-E118-4B16-863C-C8C12C675E3E}" type="slidenum">
              <a:rPr lang="en-US" smtClean="0"/>
              <a:pPr>
                <a:defRPr/>
              </a:pPr>
              <a:t>27</a:t>
            </a:fld>
            <a:endParaRPr lang="en-US" dirty="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Quantization Modes</a:t>
            </a:r>
          </a:p>
        </p:txBody>
      </p:sp>
      <p:sp>
        <p:nvSpPr>
          <p:cNvPr id="9" name="Slide Number Placeholder 8"/>
          <p:cNvSpPr>
            <a:spLocks noGrp="1"/>
          </p:cNvSpPr>
          <p:nvPr>
            <p:ph type="sldNum" sz="quarter" idx="10"/>
          </p:nvPr>
        </p:nvSpPr>
        <p:spPr/>
        <p:txBody>
          <a:bodyPr/>
          <a:lstStyle/>
          <a:p>
            <a:pPr defTabSz="914400">
              <a:defRPr/>
            </a:pPr>
            <a:r>
              <a:rPr lang="en-US" dirty="0">
                <a:solidFill>
                  <a:srgbClr val="0C0C0C">
                    <a:tint val="75000"/>
                  </a:srgbClr>
                </a:solidFill>
                <a:latin typeface="Arial"/>
              </a:rPr>
              <a:t>Data Types 14- </a:t>
            </a:r>
            <a:fld id="{060BD193-E118-4B16-863C-C8C12C675E3E}" type="slidenum">
              <a:rPr lang="en-US">
                <a:solidFill>
                  <a:srgbClr val="0C0C0C">
                    <a:tint val="75000"/>
                  </a:srgbClr>
                </a:solidFill>
                <a:latin typeface="Arial"/>
              </a:rPr>
              <a:pPr defTabSz="914400">
                <a:defRPr/>
              </a:pPr>
              <a:t>28</a:t>
            </a:fld>
            <a:endParaRPr lang="en-US" dirty="0">
              <a:solidFill>
                <a:srgbClr val="0C0C0C">
                  <a:tint val="75000"/>
                </a:srgbClr>
              </a:solidFill>
              <a:latin typeface="Arial"/>
            </a:endParaRPr>
          </a:p>
        </p:txBody>
      </p:sp>
      <p:sp>
        <p:nvSpPr>
          <p:cNvPr id="3" name="Content Placeholder 2"/>
          <p:cNvSpPr>
            <a:spLocks noGrp="1"/>
          </p:cNvSpPr>
          <p:nvPr>
            <p:ph idx="4294967295"/>
          </p:nvPr>
        </p:nvSpPr>
        <p:spPr>
          <a:xfrm>
            <a:off x="1689101" y="1327150"/>
            <a:ext cx="10501312" cy="4268788"/>
          </a:xfrm>
        </p:spPr>
        <p:txBody>
          <a:bodyPr>
            <a:normAutofit/>
          </a:bodyPr>
          <a:lstStyle/>
          <a:p>
            <a:r>
              <a:rPr lang="en-US" dirty="0"/>
              <a:t>Quantization mode </a:t>
            </a:r>
          </a:p>
          <a:p>
            <a:pPr lvl="1"/>
            <a:r>
              <a:rPr lang="en-US" dirty="0"/>
              <a:t>Determines the behavior when an operation generates more precision in the LSBs than is available</a:t>
            </a:r>
          </a:p>
          <a:p>
            <a:endParaRPr lang="en-US" dirty="0"/>
          </a:p>
          <a:p>
            <a:r>
              <a:rPr lang="en-US" dirty="0"/>
              <a:t>Quantization Modes (rounding): </a:t>
            </a:r>
          </a:p>
          <a:p>
            <a:pPr lvl="1"/>
            <a:r>
              <a:rPr lang="en-US" dirty="0"/>
              <a:t>AP_RND, AP_RND_MIN_IF, AP_RND_IF</a:t>
            </a:r>
          </a:p>
          <a:p>
            <a:pPr lvl="1"/>
            <a:r>
              <a:rPr lang="en-US" dirty="0"/>
              <a:t>AP_RND_ZERO,  AP_RND_CONV</a:t>
            </a:r>
          </a:p>
          <a:p>
            <a:endParaRPr lang="en-US" dirty="0"/>
          </a:p>
          <a:p>
            <a:r>
              <a:rPr lang="en-US" dirty="0"/>
              <a:t>Quantization Modes (truncation): </a:t>
            </a:r>
          </a:p>
          <a:p>
            <a:pPr lvl="1"/>
            <a:r>
              <a:rPr lang="en-US" dirty="0"/>
              <a:t>AP_TRN, AP_TRN_ZERO</a:t>
            </a:r>
          </a:p>
          <a:p>
            <a:pPr lvl="1"/>
            <a:endParaRPr lang="en-US" dirty="0"/>
          </a:p>
          <a:p>
            <a:endParaRPr lang="en-US" dirty="0"/>
          </a:p>
        </p:txBody>
      </p:sp>
      <p:sp>
        <p:nvSpPr>
          <p:cNvPr id="6" name="Slide Number Placeholder 4"/>
          <p:cNvSpPr txBox="1">
            <a:spLocks/>
          </p:cNvSpPr>
          <p:nvPr/>
        </p:nvSpPr>
        <p:spPr>
          <a:xfrm>
            <a:off x="611030" y="6347782"/>
            <a:ext cx="1117309" cy="244475"/>
          </a:xfrm>
          <a:prstGeom prst="rect">
            <a:avLst/>
          </a:prstGeom>
        </p:spPr>
        <p:txBody>
          <a:bodyPr/>
          <a:lstStyle/>
          <a:p>
            <a:pPr defTabSz="457200" fontAlgn="base">
              <a:spcBef>
                <a:spcPct val="0"/>
              </a:spcBef>
              <a:spcAft>
                <a:spcPct val="0"/>
              </a:spcAft>
              <a:defRPr/>
            </a:pPr>
            <a:r>
              <a:rPr lang="en-US" sz="1000">
                <a:solidFill>
                  <a:srgbClr val="FFFFFF"/>
                </a:solidFill>
                <a:latin typeface="Arial" charset="0"/>
                <a:ea typeface="ＭＳ Ｐゴシック" pitchFamily="34" charset="-128"/>
                <a:cs typeface="Arial" charset="0"/>
              </a:rPr>
              <a:t>14- </a:t>
            </a:r>
            <a:fld id="{0E88F696-905B-490D-9D4B-033243675593}" type="slidenum">
              <a:rPr lang="en-US" sz="1000">
                <a:solidFill>
                  <a:srgbClr val="FFFFFF"/>
                </a:solidFill>
                <a:latin typeface="Arial" charset="0"/>
                <a:ea typeface="ＭＳ Ｐゴシック" pitchFamily="34" charset="-128"/>
                <a:cs typeface="Arial" charset="0"/>
              </a:rPr>
              <a:pPr defTabSz="457200" fontAlgn="base">
                <a:spcBef>
                  <a:spcPct val="0"/>
                </a:spcBef>
                <a:spcAft>
                  <a:spcPct val="0"/>
                </a:spcAft>
                <a:defRPr/>
              </a:pPr>
              <a:t>28</a:t>
            </a:fld>
            <a:endParaRPr lang="en-US" sz="1000" dirty="0">
              <a:solidFill>
                <a:srgbClr val="FFFFFF"/>
              </a:solidFill>
              <a:latin typeface="Arial" charset="0"/>
              <a:ea typeface="ＭＳ Ｐゴシック" pitchFamily="34" charset="-128"/>
              <a:cs typeface="Arial" charset="0"/>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Quantization Modes: Rounding </a:t>
            </a:r>
          </a:p>
        </p:txBody>
      </p:sp>
      <p:sp>
        <p:nvSpPr>
          <p:cNvPr id="3" name="Content Placeholder 2"/>
          <p:cNvSpPr>
            <a:spLocks noGrp="1"/>
          </p:cNvSpPr>
          <p:nvPr>
            <p:ph idx="1"/>
          </p:nvPr>
        </p:nvSpPr>
        <p:spPr/>
        <p:txBody>
          <a:bodyPr>
            <a:normAutofit fontScale="92500" lnSpcReduction="10000"/>
          </a:bodyPr>
          <a:lstStyle/>
          <a:p>
            <a:r>
              <a:rPr lang="en-US" dirty="0"/>
              <a:t>AP_RND_ZERO: rounding to zero</a:t>
            </a:r>
          </a:p>
          <a:p>
            <a:pPr lvl="1"/>
            <a:r>
              <a:rPr lang="en-US" dirty="0"/>
              <a:t>For positive numbers, the redundant bits are truncated</a:t>
            </a:r>
          </a:p>
          <a:p>
            <a:pPr lvl="1"/>
            <a:r>
              <a:rPr lang="en-US" dirty="0"/>
              <a:t>For negative numbers, add MSB of removed bits to the remaining bits. </a:t>
            </a:r>
          </a:p>
          <a:p>
            <a:pPr lvl="1"/>
            <a:r>
              <a:rPr lang="en-US" dirty="0"/>
              <a:t>The effect is to round towards zero.</a:t>
            </a:r>
          </a:p>
          <a:p>
            <a:pPr lvl="2"/>
            <a:r>
              <a:rPr lang="en-US" dirty="0"/>
              <a:t>01.01 (1.25 using 4 bits) rounds to 01.0 (1 using 3 bits)</a:t>
            </a:r>
          </a:p>
          <a:p>
            <a:pPr lvl="2"/>
            <a:r>
              <a:rPr lang="en-US" dirty="0"/>
              <a:t>10.11 (-1.25 using 4 bits) rounds to 11.0 (-1 using 3 bits)</a:t>
            </a:r>
          </a:p>
          <a:p>
            <a:pPr>
              <a:buNone/>
            </a:pPr>
            <a:endParaRPr lang="en-US" dirty="0"/>
          </a:p>
          <a:p>
            <a:r>
              <a:rPr lang="en-US" dirty="0"/>
              <a:t>AP_RND_CONV: rounded to the nearest value </a:t>
            </a:r>
          </a:p>
          <a:p>
            <a:pPr lvl="1"/>
            <a:r>
              <a:rPr lang="en-US" dirty="0"/>
              <a:t>The rounding depends on the least significant bit </a:t>
            </a:r>
          </a:p>
          <a:p>
            <a:pPr lvl="1"/>
            <a:r>
              <a:rPr lang="en-US" dirty="0"/>
              <a:t>If the least significant bit is set, rounding towards plus infinity </a:t>
            </a:r>
          </a:p>
          <a:p>
            <a:pPr lvl="1"/>
            <a:r>
              <a:rPr lang="en-US" dirty="0"/>
              <a:t>Otherwise, rounding towards minus infinity</a:t>
            </a:r>
          </a:p>
          <a:p>
            <a:pPr lvl="2"/>
            <a:r>
              <a:rPr lang="en-US" dirty="0"/>
              <a:t>00.11 ( 0.75 using 4-bit) rounds to 01.0 (1.0 using 3-bit)</a:t>
            </a:r>
          </a:p>
          <a:p>
            <a:pPr lvl="2"/>
            <a:r>
              <a:rPr lang="en-US" dirty="0"/>
              <a:t>10.11 (-1.25 using 4-bit) rounds to 11.0 (-1.0 using 3-bit)</a:t>
            </a:r>
          </a:p>
          <a:p>
            <a:endParaRPr lang="en-US" dirty="0"/>
          </a:p>
          <a:p>
            <a:endParaRPr lang="en-US" dirty="0"/>
          </a:p>
        </p:txBody>
      </p:sp>
      <p:sp>
        <p:nvSpPr>
          <p:cNvPr id="9" name="Slide Number Placeholder 8"/>
          <p:cNvSpPr>
            <a:spLocks noGrp="1"/>
          </p:cNvSpPr>
          <p:nvPr>
            <p:ph type="sldNum" sz="quarter" idx="4"/>
          </p:nvPr>
        </p:nvSpPr>
        <p:spPr/>
        <p:txBody>
          <a:bodyPr/>
          <a:lstStyle/>
          <a:p>
            <a:pPr>
              <a:defRPr/>
            </a:pPr>
            <a:r>
              <a:rPr lang="en-US" dirty="0"/>
              <a:t>Data Types 14- </a:t>
            </a:r>
            <a:fld id="{060BD193-E118-4B16-863C-C8C12C675E3E}" type="slidenum">
              <a:rPr lang="en-US" smtClean="0"/>
              <a:pPr>
                <a:defRPr/>
              </a:pPr>
              <a:t>29</a:t>
            </a:fld>
            <a:endParaRPr lang="en-US" dirty="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Quantization Modes: Rounding </a:t>
            </a:r>
          </a:p>
        </p:txBody>
      </p:sp>
      <p:sp>
        <p:nvSpPr>
          <p:cNvPr id="9" name="Slide Number Placeholder 8"/>
          <p:cNvSpPr>
            <a:spLocks noGrp="1"/>
          </p:cNvSpPr>
          <p:nvPr>
            <p:ph type="sldNum" sz="quarter" idx="10"/>
          </p:nvPr>
        </p:nvSpPr>
        <p:spPr/>
        <p:txBody>
          <a:bodyPr/>
          <a:lstStyle/>
          <a:p>
            <a:pPr defTabSz="914400">
              <a:defRPr/>
            </a:pPr>
            <a:r>
              <a:rPr lang="en-US" dirty="0">
                <a:solidFill>
                  <a:srgbClr val="0C0C0C">
                    <a:tint val="75000"/>
                  </a:srgbClr>
                </a:solidFill>
                <a:latin typeface="Arial"/>
              </a:rPr>
              <a:t>Data Types 14- </a:t>
            </a:r>
            <a:fld id="{060BD193-E118-4B16-863C-C8C12C675E3E}" type="slidenum">
              <a:rPr lang="en-US">
                <a:solidFill>
                  <a:srgbClr val="0C0C0C">
                    <a:tint val="75000"/>
                  </a:srgbClr>
                </a:solidFill>
                <a:latin typeface="Arial"/>
              </a:rPr>
              <a:pPr defTabSz="914400">
                <a:defRPr/>
              </a:pPr>
              <a:t>30</a:t>
            </a:fld>
            <a:endParaRPr lang="en-US" dirty="0">
              <a:solidFill>
                <a:srgbClr val="0C0C0C">
                  <a:tint val="75000"/>
                </a:srgbClr>
              </a:solidFill>
              <a:latin typeface="Arial"/>
            </a:endParaRPr>
          </a:p>
        </p:txBody>
      </p:sp>
      <p:sp>
        <p:nvSpPr>
          <p:cNvPr id="3" name="Content Placeholder 2"/>
          <p:cNvSpPr>
            <a:spLocks noGrp="1"/>
          </p:cNvSpPr>
          <p:nvPr>
            <p:ph idx="4294967295"/>
          </p:nvPr>
        </p:nvSpPr>
        <p:spPr>
          <a:xfrm>
            <a:off x="1689101" y="1327150"/>
            <a:ext cx="10501312" cy="4268788"/>
          </a:xfrm>
        </p:spPr>
        <p:txBody>
          <a:bodyPr>
            <a:normAutofit lnSpcReduction="10000"/>
          </a:bodyPr>
          <a:lstStyle/>
          <a:p>
            <a:r>
              <a:rPr lang="en-US" dirty="0"/>
              <a:t>AP_RND_ZERO: rounding to zero</a:t>
            </a:r>
          </a:p>
          <a:p>
            <a:pPr lvl="1"/>
            <a:r>
              <a:rPr lang="en-US" dirty="0"/>
              <a:t>For positive numbers, the redundant bits are truncated</a:t>
            </a:r>
          </a:p>
          <a:p>
            <a:pPr lvl="1"/>
            <a:r>
              <a:rPr lang="en-US" dirty="0"/>
              <a:t>For negative numbers, add MSB of removed bits to the remaining bits. </a:t>
            </a:r>
          </a:p>
          <a:p>
            <a:pPr lvl="1"/>
            <a:r>
              <a:rPr lang="en-US" dirty="0"/>
              <a:t>The effect is to round towards zero.</a:t>
            </a:r>
          </a:p>
          <a:p>
            <a:pPr lvl="2"/>
            <a:r>
              <a:rPr lang="en-US" dirty="0"/>
              <a:t>01.01 (1.25 using 4 bits) rounds to 01.0 (1 using 3 bits)</a:t>
            </a:r>
          </a:p>
          <a:p>
            <a:pPr lvl="2"/>
            <a:r>
              <a:rPr lang="en-US" dirty="0">
                <a:solidFill>
                  <a:srgbClr val="FF0000"/>
                </a:solidFill>
              </a:rPr>
              <a:t>10.11 (-1.25 using 4 bits)</a:t>
            </a:r>
            <a:r>
              <a:rPr lang="en-US" dirty="0"/>
              <a:t> rounds to 11.0 (-1 using 3 bits)</a:t>
            </a:r>
          </a:p>
          <a:p>
            <a:pPr>
              <a:buNone/>
            </a:pPr>
            <a:endParaRPr lang="en-US" dirty="0"/>
          </a:p>
          <a:p>
            <a:r>
              <a:rPr lang="en-US" dirty="0"/>
              <a:t>AP_RND_CONV: rounded to the nearest value </a:t>
            </a:r>
          </a:p>
          <a:p>
            <a:pPr lvl="1"/>
            <a:r>
              <a:rPr lang="en-US" dirty="0"/>
              <a:t>The rounding depends on the least significant bit </a:t>
            </a:r>
          </a:p>
          <a:p>
            <a:pPr lvl="1"/>
            <a:r>
              <a:rPr lang="en-US" dirty="0"/>
              <a:t>If the least significant bit is set, rounding towards plus infinity </a:t>
            </a:r>
          </a:p>
          <a:p>
            <a:pPr lvl="1"/>
            <a:r>
              <a:rPr lang="en-US" dirty="0"/>
              <a:t>Otherwise, rounding towards minus infinity</a:t>
            </a:r>
          </a:p>
          <a:p>
            <a:pPr lvl="2"/>
            <a:r>
              <a:rPr lang="en-US" dirty="0"/>
              <a:t>00.11 ( 0.75 using 4-bit) rounds to 01.0 (1.0 using 3-bit)</a:t>
            </a:r>
          </a:p>
          <a:p>
            <a:pPr lvl="2"/>
            <a:r>
              <a:rPr lang="en-US" dirty="0">
                <a:solidFill>
                  <a:srgbClr val="FF0000"/>
                </a:solidFill>
              </a:rPr>
              <a:t>10.11 (-1.25 using 4-bit)</a:t>
            </a:r>
            <a:r>
              <a:rPr lang="en-US" dirty="0"/>
              <a:t> rounds to 11.0 (-1.0 using 3-bit)</a:t>
            </a:r>
          </a:p>
          <a:p>
            <a:endParaRPr lang="en-US" dirty="0"/>
          </a:p>
          <a:p>
            <a:endParaRPr lang="en-US" dirty="0"/>
          </a:p>
        </p:txBody>
      </p:sp>
      <p:sp>
        <p:nvSpPr>
          <p:cNvPr id="6" name="Slide Number Placeholder 4"/>
          <p:cNvSpPr txBox="1">
            <a:spLocks/>
          </p:cNvSpPr>
          <p:nvPr/>
        </p:nvSpPr>
        <p:spPr>
          <a:xfrm>
            <a:off x="611030" y="6347782"/>
            <a:ext cx="1117309" cy="244475"/>
          </a:xfrm>
          <a:prstGeom prst="rect">
            <a:avLst/>
          </a:prstGeom>
        </p:spPr>
        <p:txBody>
          <a:bodyPr/>
          <a:lstStyle/>
          <a:p>
            <a:pPr defTabSz="457200" fontAlgn="base">
              <a:spcBef>
                <a:spcPct val="0"/>
              </a:spcBef>
              <a:spcAft>
                <a:spcPct val="0"/>
              </a:spcAft>
              <a:defRPr/>
            </a:pPr>
            <a:r>
              <a:rPr lang="en-US" sz="1000">
                <a:solidFill>
                  <a:srgbClr val="FFFFFF"/>
                </a:solidFill>
                <a:latin typeface="Arial" charset="0"/>
                <a:ea typeface="ＭＳ Ｐゴシック" pitchFamily="34" charset="-128"/>
                <a:cs typeface="Arial" charset="0"/>
              </a:rPr>
              <a:t>14- </a:t>
            </a:r>
            <a:fld id="{0E88F696-905B-490D-9D4B-033243675593}" type="slidenum">
              <a:rPr lang="en-US" sz="1000">
                <a:solidFill>
                  <a:srgbClr val="FFFFFF"/>
                </a:solidFill>
                <a:latin typeface="Arial" charset="0"/>
                <a:ea typeface="ＭＳ Ｐゴシック" pitchFamily="34" charset="-128"/>
                <a:cs typeface="Arial" charset="0"/>
              </a:rPr>
              <a:pPr defTabSz="457200" fontAlgn="base">
                <a:spcBef>
                  <a:spcPct val="0"/>
                </a:spcBef>
                <a:spcAft>
                  <a:spcPct val="0"/>
                </a:spcAft>
                <a:defRPr/>
              </a:pPr>
              <a:t>30</a:t>
            </a:fld>
            <a:endParaRPr lang="en-US" sz="1000" dirty="0">
              <a:solidFill>
                <a:srgbClr val="FFFFFF"/>
              </a:solidFill>
              <a:latin typeface="Arial" charset="0"/>
              <a:ea typeface="ＭＳ Ｐゴシック" pitchFamily="34" charset="-128"/>
              <a:cs typeface="Arial" charset="0"/>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Quantization Modes: Truncation</a:t>
            </a:r>
          </a:p>
        </p:txBody>
      </p:sp>
      <p:sp>
        <p:nvSpPr>
          <p:cNvPr id="3" name="Content Placeholder 2"/>
          <p:cNvSpPr>
            <a:spLocks noGrp="1"/>
          </p:cNvSpPr>
          <p:nvPr>
            <p:ph idx="1"/>
          </p:nvPr>
        </p:nvSpPr>
        <p:spPr/>
        <p:txBody>
          <a:bodyPr>
            <a:normAutofit/>
          </a:bodyPr>
          <a:lstStyle/>
          <a:p>
            <a:r>
              <a:rPr lang="en-US" dirty="0"/>
              <a:t>AP_TRN: truncate</a:t>
            </a:r>
          </a:p>
          <a:p>
            <a:pPr lvl="1"/>
            <a:r>
              <a:rPr lang="en-US" dirty="0"/>
              <a:t>Remove redundant bits. Always rounds to minus infinity</a:t>
            </a:r>
          </a:p>
          <a:p>
            <a:pPr lvl="1"/>
            <a:r>
              <a:rPr lang="en-US" dirty="0"/>
              <a:t>This is the default.</a:t>
            </a:r>
          </a:p>
          <a:p>
            <a:pPr lvl="2"/>
            <a:r>
              <a:rPr lang="en-US" dirty="0"/>
              <a:t>01.01(1.25) </a:t>
            </a:r>
            <a:r>
              <a:rPr lang="en-US" dirty="0">
                <a:sym typeface="Wingdings" pitchFamily="2" charset="2"/>
              </a:rPr>
              <a:t></a:t>
            </a:r>
            <a:r>
              <a:rPr lang="en-US" dirty="0"/>
              <a:t> 01.0 (1)</a:t>
            </a:r>
          </a:p>
          <a:p>
            <a:pPr>
              <a:buNone/>
            </a:pPr>
            <a:r>
              <a:rPr lang="en-US" dirty="0"/>
              <a:t> </a:t>
            </a:r>
          </a:p>
          <a:p>
            <a:r>
              <a:rPr lang="en-US" dirty="0"/>
              <a:t>AP_TRN_ZERO: truncate to zero</a:t>
            </a:r>
          </a:p>
          <a:p>
            <a:pPr lvl="1"/>
            <a:r>
              <a:rPr lang="en-US" dirty="0"/>
              <a:t>For positive numbers, the same as AP_TRN</a:t>
            </a:r>
          </a:p>
          <a:p>
            <a:pPr lvl="2"/>
            <a:r>
              <a:rPr lang="en-US" dirty="0"/>
              <a:t>For positive numbers: 01.01(1.25) </a:t>
            </a:r>
            <a:r>
              <a:rPr lang="en-US" dirty="0">
                <a:sym typeface="Wingdings" pitchFamily="2" charset="2"/>
              </a:rPr>
              <a:t></a:t>
            </a:r>
            <a:r>
              <a:rPr lang="en-US" dirty="0"/>
              <a:t> 01.0(1)</a:t>
            </a:r>
          </a:p>
          <a:p>
            <a:pPr lvl="1"/>
            <a:r>
              <a:rPr lang="en-US" dirty="0"/>
              <a:t>For negative numbers, round to zero</a:t>
            </a:r>
          </a:p>
          <a:p>
            <a:pPr lvl="2"/>
            <a:r>
              <a:rPr lang="en-US" dirty="0"/>
              <a:t>For negative numbers: 10.11 (-1.25) </a:t>
            </a:r>
            <a:r>
              <a:rPr lang="en-US" dirty="0">
                <a:sym typeface="Wingdings" pitchFamily="2" charset="2"/>
              </a:rPr>
              <a:t></a:t>
            </a:r>
            <a:r>
              <a:rPr lang="en-US" dirty="0"/>
              <a:t> 11.0(-1)</a:t>
            </a:r>
          </a:p>
        </p:txBody>
      </p:sp>
      <p:sp>
        <p:nvSpPr>
          <p:cNvPr id="9" name="Slide Number Placeholder 8"/>
          <p:cNvSpPr>
            <a:spLocks noGrp="1"/>
          </p:cNvSpPr>
          <p:nvPr>
            <p:ph type="sldNum" sz="quarter" idx="4"/>
          </p:nvPr>
        </p:nvSpPr>
        <p:spPr/>
        <p:txBody>
          <a:bodyPr/>
          <a:lstStyle/>
          <a:p>
            <a:pPr>
              <a:defRPr/>
            </a:pPr>
            <a:r>
              <a:rPr lang="en-US" dirty="0"/>
              <a:t>Data Types 14- </a:t>
            </a:r>
            <a:fld id="{060BD193-E118-4B16-863C-C8C12C675E3E}" type="slidenum">
              <a:rPr lang="en-US" smtClean="0"/>
              <a:pPr>
                <a:defRPr/>
              </a:pPr>
              <a:t>31</a:t>
            </a:fld>
            <a:endParaRPr lang="en-US" dirty="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Quantization Modes: Truncation</a:t>
            </a:r>
          </a:p>
        </p:txBody>
      </p:sp>
      <p:sp>
        <p:nvSpPr>
          <p:cNvPr id="9" name="Slide Number Placeholder 8"/>
          <p:cNvSpPr>
            <a:spLocks noGrp="1"/>
          </p:cNvSpPr>
          <p:nvPr>
            <p:ph type="sldNum" sz="quarter" idx="10"/>
          </p:nvPr>
        </p:nvSpPr>
        <p:spPr/>
        <p:txBody>
          <a:bodyPr/>
          <a:lstStyle/>
          <a:p>
            <a:pPr defTabSz="914400">
              <a:defRPr/>
            </a:pPr>
            <a:r>
              <a:rPr lang="en-US" dirty="0">
                <a:solidFill>
                  <a:srgbClr val="0C0C0C">
                    <a:tint val="75000"/>
                  </a:srgbClr>
                </a:solidFill>
                <a:latin typeface="Arial"/>
              </a:rPr>
              <a:t>Data Types 14- </a:t>
            </a:r>
            <a:fld id="{060BD193-E118-4B16-863C-C8C12C675E3E}" type="slidenum">
              <a:rPr lang="en-US">
                <a:solidFill>
                  <a:srgbClr val="0C0C0C">
                    <a:tint val="75000"/>
                  </a:srgbClr>
                </a:solidFill>
                <a:latin typeface="Arial"/>
              </a:rPr>
              <a:pPr defTabSz="914400">
                <a:defRPr/>
              </a:pPr>
              <a:t>32</a:t>
            </a:fld>
            <a:endParaRPr lang="en-US" dirty="0">
              <a:solidFill>
                <a:srgbClr val="0C0C0C">
                  <a:tint val="75000"/>
                </a:srgbClr>
              </a:solidFill>
              <a:latin typeface="Arial"/>
            </a:endParaRPr>
          </a:p>
        </p:txBody>
      </p:sp>
      <p:sp>
        <p:nvSpPr>
          <p:cNvPr id="3" name="Content Placeholder 2"/>
          <p:cNvSpPr>
            <a:spLocks noGrp="1"/>
          </p:cNvSpPr>
          <p:nvPr>
            <p:ph idx="4294967295"/>
          </p:nvPr>
        </p:nvSpPr>
        <p:spPr>
          <a:xfrm>
            <a:off x="1689101" y="1327150"/>
            <a:ext cx="10501312" cy="4268788"/>
          </a:xfrm>
        </p:spPr>
        <p:txBody>
          <a:bodyPr>
            <a:normAutofit/>
          </a:bodyPr>
          <a:lstStyle/>
          <a:p>
            <a:r>
              <a:rPr lang="en-US" dirty="0"/>
              <a:t>AP_TRN: truncate</a:t>
            </a:r>
          </a:p>
          <a:p>
            <a:pPr lvl="1"/>
            <a:r>
              <a:rPr lang="en-US" dirty="0"/>
              <a:t>Remove redundant bits. Always rounds to minus infinity</a:t>
            </a:r>
          </a:p>
          <a:p>
            <a:pPr lvl="1"/>
            <a:r>
              <a:rPr lang="en-US" dirty="0"/>
              <a:t>This is the default.</a:t>
            </a:r>
          </a:p>
          <a:p>
            <a:pPr lvl="2"/>
            <a:r>
              <a:rPr lang="en-US" dirty="0"/>
              <a:t>01.01(1.25) </a:t>
            </a:r>
            <a:r>
              <a:rPr lang="en-US" dirty="0">
                <a:sym typeface="Wingdings" pitchFamily="2" charset="2"/>
              </a:rPr>
              <a:t></a:t>
            </a:r>
            <a:r>
              <a:rPr lang="en-US" dirty="0"/>
              <a:t> 01.0 (1)</a:t>
            </a:r>
          </a:p>
          <a:p>
            <a:pPr>
              <a:buNone/>
            </a:pPr>
            <a:r>
              <a:rPr lang="en-US" dirty="0"/>
              <a:t> </a:t>
            </a:r>
          </a:p>
          <a:p>
            <a:r>
              <a:rPr lang="en-US" dirty="0"/>
              <a:t>AP_TRN_ZERO: truncate to zero</a:t>
            </a:r>
          </a:p>
          <a:p>
            <a:pPr lvl="1"/>
            <a:r>
              <a:rPr lang="en-US" dirty="0"/>
              <a:t>For positive numbers, the same as AP_TRN</a:t>
            </a:r>
          </a:p>
          <a:p>
            <a:pPr lvl="2"/>
            <a:r>
              <a:rPr lang="en-US" dirty="0"/>
              <a:t>For positive numbers: 01.01(1.25) </a:t>
            </a:r>
            <a:r>
              <a:rPr lang="en-US" dirty="0">
                <a:sym typeface="Wingdings" pitchFamily="2" charset="2"/>
              </a:rPr>
              <a:t></a:t>
            </a:r>
            <a:r>
              <a:rPr lang="en-US" dirty="0"/>
              <a:t> 01.0(1)</a:t>
            </a:r>
          </a:p>
          <a:p>
            <a:pPr lvl="1"/>
            <a:r>
              <a:rPr lang="en-US" dirty="0"/>
              <a:t>For negative numbers, round to zero</a:t>
            </a:r>
          </a:p>
          <a:p>
            <a:pPr lvl="2"/>
            <a:r>
              <a:rPr lang="en-US" dirty="0"/>
              <a:t>For negative numbers: </a:t>
            </a:r>
            <a:r>
              <a:rPr lang="en-US" dirty="0">
                <a:solidFill>
                  <a:srgbClr val="FF0000"/>
                </a:solidFill>
              </a:rPr>
              <a:t>10.11 (-1.25) </a:t>
            </a:r>
            <a:r>
              <a:rPr lang="en-US" dirty="0">
                <a:sym typeface="Wingdings" pitchFamily="2" charset="2"/>
              </a:rPr>
              <a:t></a:t>
            </a:r>
            <a:r>
              <a:rPr lang="en-US" dirty="0"/>
              <a:t> 11.0(-1)</a:t>
            </a:r>
          </a:p>
        </p:txBody>
      </p:sp>
      <p:sp>
        <p:nvSpPr>
          <p:cNvPr id="6" name="Slide Number Placeholder 4"/>
          <p:cNvSpPr txBox="1">
            <a:spLocks/>
          </p:cNvSpPr>
          <p:nvPr/>
        </p:nvSpPr>
        <p:spPr>
          <a:xfrm>
            <a:off x="611030" y="6347782"/>
            <a:ext cx="1117309" cy="244475"/>
          </a:xfrm>
          <a:prstGeom prst="rect">
            <a:avLst/>
          </a:prstGeom>
        </p:spPr>
        <p:txBody>
          <a:bodyPr/>
          <a:lstStyle/>
          <a:p>
            <a:pPr defTabSz="457200" fontAlgn="base">
              <a:spcBef>
                <a:spcPct val="0"/>
              </a:spcBef>
              <a:spcAft>
                <a:spcPct val="0"/>
              </a:spcAft>
              <a:defRPr/>
            </a:pPr>
            <a:r>
              <a:rPr lang="en-US" sz="1000">
                <a:solidFill>
                  <a:srgbClr val="FFFFFF"/>
                </a:solidFill>
                <a:latin typeface="Arial" charset="0"/>
                <a:ea typeface="ＭＳ Ｐゴシック" pitchFamily="34" charset="-128"/>
                <a:cs typeface="Arial" charset="0"/>
              </a:rPr>
              <a:t>14- </a:t>
            </a:r>
            <a:fld id="{0E88F696-905B-490D-9D4B-033243675593}" type="slidenum">
              <a:rPr lang="en-US" sz="1000">
                <a:solidFill>
                  <a:srgbClr val="FFFFFF"/>
                </a:solidFill>
                <a:latin typeface="Arial" charset="0"/>
                <a:ea typeface="ＭＳ Ｐゴシック" pitchFamily="34" charset="-128"/>
                <a:cs typeface="Arial" charset="0"/>
              </a:rPr>
              <a:pPr defTabSz="457200" fontAlgn="base">
                <a:spcBef>
                  <a:spcPct val="0"/>
                </a:spcBef>
                <a:spcAft>
                  <a:spcPct val="0"/>
                </a:spcAft>
                <a:defRPr/>
              </a:pPr>
              <a:t>32</a:t>
            </a:fld>
            <a:endParaRPr lang="en-US" sz="1000" dirty="0">
              <a:solidFill>
                <a:srgbClr val="FFFFFF"/>
              </a:solidFill>
              <a:latin typeface="Arial" charset="0"/>
              <a:ea typeface="ＭＳ Ｐゴシック" pitchFamily="34" charset="-128"/>
              <a:cs typeface="Arial" charset="0"/>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Overflow Modes</a:t>
            </a:r>
          </a:p>
        </p:txBody>
      </p:sp>
      <p:sp>
        <p:nvSpPr>
          <p:cNvPr id="3" name="Content Placeholder 2"/>
          <p:cNvSpPr>
            <a:spLocks noGrp="1"/>
          </p:cNvSpPr>
          <p:nvPr>
            <p:ph idx="1"/>
          </p:nvPr>
        </p:nvSpPr>
        <p:spPr/>
        <p:txBody>
          <a:bodyPr>
            <a:normAutofit/>
          </a:bodyPr>
          <a:lstStyle/>
          <a:p>
            <a:r>
              <a:rPr lang="en-US" dirty="0"/>
              <a:t>Overflow mode</a:t>
            </a:r>
          </a:p>
          <a:p>
            <a:pPr lvl="1"/>
            <a:r>
              <a:rPr lang="en-US" dirty="0"/>
              <a:t>Determines the behavior when an operation generates more bits than can be satisfied by the MSB</a:t>
            </a:r>
          </a:p>
          <a:p>
            <a:endParaRPr lang="en-US" dirty="0"/>
          </a:p>
          <a:p>
            <a:r>
              <a:rPr lang="en-US" dirty="0"/>
              <a:t>Overflow Modes (saturation)</a:t>
            </a:r>
          </a:p>
          <a:p>
            <a:pPr lvl="1"/>
            <a:r>
              <a:rPr lang="en-US" dirty="0"/>
              <a:t>AP_SAT, AP_SAT_ZERO, AP_SAT_SYM</a:t>
            </a:r>
          </a:p>
          <a:p>
            <a:endParaRPr lang="en-US" dirty="0"/>
          </a:p>
          <a:p>
            <a:r>
              <a:rPr lang="en-US" dirty="0"/>
              <a:t>Overflow Modes (wrap)</a:t>
            </a:r>
          </a:p>
          <a:p>
            <a:pPr lvl="1"/>
            <a:r>
              <a:rPr lang="en-US" dirty="0"/>
              <a:t>AP_WRAP, AP_WRAP_SM</a:t>
            </a:r>
          </a:p>
          <a:p>
            <a:pPr lvl="1"/>
            <a:r>
              <a:rPr lang="en-US" dirty="0"/>
              <a:t>The number of saturation bits, N, is considered when wrapping</a:t>
            </a:r>
          </a:p>
          <a:p>
            <a:pPr lvl="1"/>
            <a:endParaRPr lang="en-US" dirty="0"/>
          </a:p>
        </p:txBody>
      </p:sp>
      <p:sp>
        <p:nvSpPr>
          <p:cNvPr id="9" name="Slide Number Placeholder 8"/>
          <p:cNvSpPr>
            <a:spLocks noGrp="1"/>
          </p:cNvSpPr>
          <p:nvPr>
            <p:ph type="sldNum" sz="quarter" idx="4"/>
          </p:nvPr>
        </p:nvSpPr>
        <p:spPr/>
        <p:txBody>
          <a:bodyPr/>
          <a:lstStyle/>
          <a:p>
            <a:pPr>
              <a:defRPr/>
            </a:pPr>
            <a:r>
              <a:rPr lang="en-US" dirty="0"/>
              <a:t>Data Types 14- </a:t>
            </a:r>
            <a:fld id="{060BD193-E118-4B16-863C-C8C12C675E3E}" type="slidenum">
              <a:rPr lang="en-US" smtClean="0"/>
              <a:pPr>
                <a:defRPr/>
              </a:pPr>
              <a:t>33</a:t>
            </a:fld>
            <a:endParaRPr lang="en-US" dirty="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Overflow Modes</a:t>
            </a:r>
          </a:p>
        </p:txBody>
      </p:sp>
      <p:sp>
        <p:nvSpPr>
          <p:cNvPr id="9" name="Slide Number Placeholder 8"/>
          <p:cNvSpPr>
            <a:spLocks noGrp="1"/>
          </p:cNvSpPr>
          <p:nvPr>
            <p:ph type="sldNum" sz="quarter" idx="10"/>
          </p:nvPr>
        </p:nvSpPr>
        <p:spPr/>
        <p:txBody>
          <a:bodyPr/>
          <a:lstStyle/>
          <a:p>
            <a:pPr defTabSz="914400">
              <a:defRPr/>
            </a:pPr>
            <a:r>
              <a:rPr lang="en-US" dirty="0">
                <a:solidFill>
                  <a:srgbClr val="0C0C0C">
                    <a:tint val="75000"/>
                  </a:srgbClr>
                </a:solidFill>
                <a:latin typeface="Arial"/>
              </a:rPr>
              <a:t>Data Types 14- </a:t>
            </a:r>
            <a:fld id="{060BD193-E118-4B16-863C-C8C12C675E3E}" type="slidenum">
              <a:rPr lang="en-US">
                <a:solidFill>
                  <a:srgbClr val="0C0C0C">
                    <a:tint val="75000"/>
                  </a:srgbClr>
                </a:solidFill>
                <a:latin typeface="Arial"/>
              </a:rPr>
              <a:pPr defTabSz="914400">
                <a:defRPr/>
              </a:pPr>
              <a:t>34</a:t>
            </a:fld>
            <a:endParaRPr lang="en-US" dirty="0">
              <a:solidFill>
                <a:srgbClr val="0C0C0C">
                  <a:tint val="75000"/>
                </a:srgbClr>
              </a:solidFill>
              <a:latin typeface="Arial"/>
            </a:endParaRPr>
          </a:p>
        </p:txBody>
      </p:sp>
      <p:sp>
        <p:nvSpPr>
          <p:cNvPr id="3" name="Content Placeholder 2"/>
          <p:cNvSpPr>
            <a:spLocks noGrp="1"/>
          </p:cNvSpPr>
          <p:nvPr>
            <p:ph idx="4294967295"/>
          </p:nvPr>
        </p:nvSpPr>
        <p:spPr>
          <a:xfrm>
            <a:off x="1689101" y="1327150"/>
            <a:ext cx="10501312" cy="4268788"/>
          </a:xfrm>
        </p:spPr>
        <p:txBody>
          <a:bodyPr>
            <a:normAutofit/>
          </a:bodyPr>
          <a:lstStyle/>
          <a:p>
            <a:r>
              <a:rPr lang="en-US" dirty="0"/>
              <a:t>Overflow mode</a:t>
            </a:r>
          </a:p>
          <a:p>
            <a:pPr lvl="1"/>
            <a:r>
              <a:rPr lang="en-US" dirty="0"/>
              <a:t>Determines the behavior when an operation generates more bits than can be satisfied by the MSB</a:t>
            </a:r>
          </a:p>
          <a:p>
            <a:endParaRPr lang="en-US" dirty="0"/>
          </a:p>
          <a:p>
            <a:r>
              <a:rPr lang="en-US" dirty="0"/>
              <a:t>Overflow Modes (saturation)</a:t>
            </a:r>
          </a:p>
          <a:p>
            <a:pPr lvl="1"/>
            <a:r>
              <a:rPr lang="en-US" dirty="0"/>
              <a:t>AP_SAT, AP_SAT_ZERO, AP_SAT_SYM</a:t>
            </a:r>
          </a:p>
          <a:p>
            <a:endParaRPr lang="en-US" dirty="0"/>
          </a:p>
          <a:p>
            <a:r>
              <a:rPr lang="en-US" dirty="0"/>
              <a:t>Overflow Modes (wrap)</a:t>
            </a:r>
          </a:p>
          <a:p>
            <a:pPr lvl="1"/>
            <a:r>
              <a:rPr lang="en-US" dirty="0"/>
              <a:t>AP_WRAP, AP_WRAP_SM</a:t>
            </a:r>
          </a:p>
          <a:p>
            <a:pPr lvl="1"/>
            <a:r>
              <a:rPr lang="en-US" dirty="0"/>
              <a:t>The number of saturation bits, N, is considered when wrapping</a:t>
            </a:r>
          </a:p>
          <a:p>
            <a:pPr lvl="1"/>
            <a:endParaRPr lang="en-US" dirty="0"/>
          </a:p>
        </p:txBody>
      </p:sp>
      <p:sp>
        <p:nvSpPr>
          <p:cNvPr id="6" name="Slide Number Placeholder 4"/>
          <p:cNvSpPr txBox="1">
            <a:spLocks/>
          </p:cNvSpPr>
          <p:nvPr/>
        </p:nvSpPr>
        <p:spPr>
          <a:xfrm>
            <a:off x="611030" y="6347782"/>
            <a:ext cx="1117309" cy="244475"/>
          </a:xfrm>
          <a:prstGeom prst="rect">
            <a:avLst/>
          </a:prstGeom>
        </p:spPr>
        <p:txBody>
          <a:bodyPr/>
          <a:lstStyle/>
          <a:p>
            <a:pPr defTabSz="457200" fontAlgn="base">
              <a:spcBef>
                <a:spcPct val="0"/>
              </a:spcBef>
              <a:spcAft>
                <a:spcPct val="0"/>
              </a:spcAft>
              <a:defRPr/>
            </a:pPr>
            <a:r>
              <a:rPr lang="en-US" sz="1000">
                <a:solidFill>
                  <a:srgbClr val="FFFFFF"/>
                </a:solidFill>
                <a:latin typeface="Arial" charset="0"/>
                <a:ea typeface="ＭＳ Ｐゴシック" pitchFamily="34" charset="-128"/>
                <a:cs typeface="Arial" charset="0"/>
              </a:rPr>
              <a:t>14- </a:t>
            </a:r>
            <a:fld id="{0E88F696-905B-490D-9D4B-033243675593}" type="slidenum">
              <a:rPr lang="en-US" sz="1000">
                <a:solidFill>
                  <a:srgbClr val="FFFFFF"/>
                </a:solidFill>
                <a:latin typeface="Arial" charset="0"/>
                <a:ea typeface="ＭＳ Ｐゴシック" pitchFamily="34" charset="-128"/>
                <a:cs typeface="Arial" charset="0"/>
              </a:rPr>
              <a:pPr defTabSz="457200" fontAlgn="base">
                <a:spcBef>
                  <a:spcPct val="0"/>
                </a:spcBef>
                <a:spcAft>
                  <a:spcPct val="0"/>
                </a:spcAft>
                <a:defRPr/>
              </a:pPr>
              <a:t>34</a:t>
            </a:fld>
            <a:endParaRPr lang="en-US" sz="1000" dirty="0">
              <a:solidFill>
                <a:srgbClr val="FFFFFF"/>
              </a:solidFill>
              <a:latin typeface="Arial" charset="0"/>
              <a:ea typeface="ＭＳ Ｐゴシック" pitchFamily="34" charset="-128"/>
              <a:cs typeface="Arial" charset="0"/>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Overflow Mode: Saturation</a:t>
            </a:r>
          </a:p>
        </p:txBody>
      </p:sp>
      <p:sp>
        <p:nvSpPr>
          <p:cNvPr id="3" name="Content Placeholder 2"/>
          <p:cNvSpPr>
            <a:spLocks noGrp="1"/>
          </p:cNvSpPr>
          <p:nvPr>
            <p:ph idx="1"/>
          </p:nvPr>
        </p:nvSpPr>
        <p:spPr/>
        <p:txBody>
          <a:bodyPr>
            <a:normAutofit fontScale="92500" lnSpcReduction="10000"/>
          </a:bodyPr>
          <a:lstStyle/>
          <a:p>
            <a:r>
              <a:rPr lang="en-US" dirty="0"/>
              <a:t>AP_SAT: saturation</a:t>
            </a:r>
          </a:p>
          <a:p>
            <a:pPr lvl="1"/>
            <a:r>
              <a:rPr lang="en-US" dirty="0"/>
              <a:t>This overflow mode will convert the specified value to MAX for an overflow or MIN for an underflow condition </a:t>
            </a:r>
          </a:p>
          <a:p>
            <a:pPr lvl="1"/>
            <a:r>
              <a:rPr lang="en-US" dirty="0"/>
              <a:t>MAX and MIN are determined from the number of bits available</a:t>
            </a:r>
          </a:p>
          <a:p>
            <a:r>
              <a:rPr lang="en-US" dirty="0"/>
              <a:t>AP_SAT_ZERO: saturates to zero</a:t>
            </a:r>
          </a:p>
          <a:p>
            <a:pPr lvl="1"/>
            <a:r>
              <a:rPr lang="en-US" dirty="0"/>
              <a:t>Will set the result to zero, if the result is out of range</a:t>
            </a:r>
          </a:p>
          <a:p>
            <a:r>
              <a:rPr lang="en-US" dirty="0"/>
              <a:t>AP_SAT_SYM: symmetrical saturation</a:t>
            </a:r>
          </a:p>
          <a:p>
            <a:pPr lvl="1"/>
            <a:r>
              <a:rPr lang="en-US" dirty="0"/>
              <a:t>In 2’s complement notation one more negative value than positive value can be represented</a:t>
            </a:r>
          </a:p>
          <a:p>
            <a:pPr lvl="1"/>
            <a:r>
              <a:rPr lang="en-US" dirty="0"/>
              <a:t>If it is desirable to have the absolute values of MIN and MAX symmetrical around zero, AP_SAT_SYM can be used</a:t>
            </a:r>
          </a:p>
          <a:p>
            <a:pPr lvl="1"/>
            <a:r>
              <a:rPr lang="en-US" dirty="0"/>
              <a:t>Positive overflow will generate MAX and negative overflow will generate -MAX</a:t>
            </a:r>
          </a:p>
          <a:p>
            <a:pPr lvl="2"/>
            <a:r>
              <a:rPr lang="en-US" dirty="0"/>
              <a:t>0110(6) =&gt; 011(3) </a:t>
            </a:r>
          </a:p>
          <a:p>
            <a:pPr lvl="2"/>
            <a:r>
              <a:rPr lang="en-US" dirty="0"/>
              <a:t>1011(-5) =&gt; 101(-3)</a:t>
            </a:r>
          </a:p>
        </p:txBody>
      </p:sp>
      <p:sp>
        <p:nvSpPr>
          <p:cNvPr id="9" name="Slide Number Placeholder 8"/>
          <p:cNvSpPr>
            <a:spLocks noGrp="1"/>
          </p:cNvSpPr>
          <p:nvPr>
            <p:ph type="sldNum" sz="quarter" idx="4"/>
          </p:nvPr>
        </p:nvSpPr>
        <p:spPr/>
        <p:txBody>
          <a:bodyPr/>
          <a:lstStyle/>
          <a:p>
            <a:pPr>
              <a:defRPr/>
            </a:pPr>
            <a:r>
              <a:rPr lang="en-US" dirty="0"/>
              <a:t>Data Types 14- </a:t>
            </a:r>
            <a:fld id="{060BD193-E118-4B16-863C-C8C12C675E3E}" type="slidenum">
              <a:rPr lang="en-US" smtClean="0"/>
              <a:pPr>
                <a:defRPr/>
              </a:pPr>
              <a:t>35</a:t>
            </a:fld>
            <a:endParaRPr lang="en-US" dirty="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Overflow Mode: Saturation</a:t>
            </a:r>
          </a:p>
        </p:txBody>
      </p:sp>
      <p:sp>
        <p:nvSpPr>
          <p:cNvPr id="9" name="Slide Number Placeholder 8"/>
          <p:cNvSpPr>
            <a:spLocks noGrp="1"/>
          </p:cNvSpPr>
          <p:nvPr>
            <p:ph type="sldNum" sz="quarter" idx="10"/>
          </p:nvPr>
        </p:nvSpPr>
        <p:spPr/>
        <p:txBody>
          <a:bodyPr/>
          <a:lstStyle/>
          <a:p>
            <a:pPr defTabSz="914400">
              <a:defRPr/>
            </a:pPr>
            <a:r>
              <a:rPr lang="en-US" dirty="0">
                <a:solidFill>
                  <a:srgbClr val="0C0C0C">
                    <a:tint val="75000"/>
                  </a:srgbClr>
                </a:solidFill>
                <a:latin typeface="Arial"/>
              </a:rPr>
              <a:t>Data Types 14- </a:t>
            </a:r>
            <a:fld id="{060BD193-E118-4B16-863C-C8C12C675E3E}" type="slidenum">
              <a:rPr lang="en-US">
                <a:solidFill>
                  <a:srgbClr val="0C0C0C">
                    <a:tint val="75000"/>
                  </a:srgbClr>
                </a:solidFill>
                <a:latin typeface="Arial"/>
              </a:rPr>
              <a:pPr defTabSz="914400">
                <a:defRPr/>
              </a:pPr>
              <a:t>36</a:t>
            </a:fld>
            <a:endParaRPr lang="en-US" dirty="0">
              <a:solidFill>
                <a:srgbClr val="0C0C0C">
                  <a:tint val="75000"/>
                </a:srgbClr>
              </a:solidFill>
              <a:latin typeface="Arial"/>
            </a:endParaRPr>
          </a:p>
        </p:txBody>
      </p:sp>
      <p:sp>
        <p:nvSpPr>
          <p:cNvPr id="3" name="Content Placeholder 2"/>
          <p:cNvSpPr>
            <a:spLocks noGrp="1"/>
          </p:cNvSpPr>
          <p:nvPr>
            <p:ph idx="4294967295"/>
          </p:nvPr>
        </p:nvSpPr>
        <p:spPr>
          <a:xfrm>
            <a:off x="1689101" y="1327150"/>
            <a:ext cx="10501312" cy="4268788"/>
          </a:xfrm>
        </p:spPr>
        <p:txBody>
          <a:bodyPr>
            <a:normAutofit lnSpcReduction="10000"/>
          </a:bodyPr>
          <a:lstStyle/>
          <a:p>
            <a:r>
              <a:rPr lang="en-US" dirty="0"/>
              <a:t>AP_SAT: saturation</a:t>
            </a:r>
          </a:p>
          <a:p>
            <a:pPr lvl="1"/>
            <a:r>
              <a:rPr lang="en-US" dirty="0"/>
              <a:t>This overflow mode will convert the specified value to MAX for an overflow or MIN for an underflow condition </a:t>
            </a:r>
          </a:p>
          <a:p>
            <a:pPr lvl="1"/>
            <a:r>
              <a:rPr lang="en-US" dirty="0"/>
              <a:t>MAX and MIN are determined from the number of bits available</a:t>
            </a:r>
          </a:p>
          <a:p>
            <a:r>
              <a:rPr lang="en-US" dirty="0"/>
              <a:t>AP_SAT_ZERO: saturates to zero</a:t>
            </a:r>
          </a:p>
          <a:p>
            <a:pPr lvl="1"/>
            <a:r>
              <a:rPr lang="en-US" dirty="0"/>
              <a:t>Will set the result to zero, if the result is out of range</a:t>
            </a:r>
          </a:p>
          <a:p>
            <a:r>
              <a:rPr lang="en-US" dirty="0"/>
              <a:t>AP_SAT_SYM: symmetrical saturation</a:t>
            </a:r>
          </a:p>
          <a:p>
            <a:pPr lvl="1"/>
            <a:r>
              <a:rPr lang="en-US" dirty="0"/>
              <a:t>In 2’s complement notation one more negative value than positive value can be represented</a:t>
            </a:r>
          </a:p>
          <a:p>
            <a:pPr lvl="1"/>
            <a:r>
              <a:rPr lang="en-US" dirty="0"/>
              <a:t>If it is desirable to have the absolute values of MIN and MAX symmetrical around zero, AP_SAT_SYM can be used</a:t>
            </a:r>
          </a:p>
          <a:p>
            <a:pPr lvl="1"/>
            <a:r>
              <a:rPr lang="en-US" dirty="0"/>
              <a:t>Positive overflow will generate MAX and negative overflow will generate -MAX</a:t>
            </a:r>
          </a:p>
          <a:p>
            <a:pPr lvl="2"/>
            <a:r>
              <a:rPr lang="en-US" dirty="0"/>
              <a:t>0110(6) =&gt; 011(3) </a:t>
            </a:r>
          </a:p>
          <a:p>
            <a:pPr lvl="2"/>
            <a:r>
              <a:rPr lang="en-US" dirty="0"/>
              <a:t>1011(-5) =&gt; 101(-3)</a:t>
            </a:r>
          </a:p>
        </p:txBody>
      </p:sp>
      <p:sp>
        <p:nvSpPr>
          <p:cNvPr id="6" name="Slide Number Placeholder 4"/>
          <p:cNvSpPr txBox="1">
            <a:spLocks/>
          </p:cNvSpPr>
          <p:nvPr/>
        </p:nvSpPr>
        <p:spPr>
          <a:xfrm>
            <a:off x="611030" y="6347782"/>
            <a:ext cx="1117309" cy="244475"/>
          </a:xfrm>
          <a:prstGeom prst="rect">
            <a:avLst/>
          </a:prstGeom>
        </p:spPr>
        <p:txBody>
          <a:bodyPr/>
          <a:lstStyle/>
          <a:p>
            <a:pPr defTabSz="457200" fontAlgn="base">
              <a:spcBef>
                <a:spcPct val="0"/>
              </a:spcBef>
              <a:spcAft>
                <a:spcPct val="0"/>
              </a:spcAft>
              <a:defRPr/>
            </a:pPr>
            <a:r>
              <a:rPr lang="en-US" sz="1000">
                <a:solidFill>
                  <a:srgbClr val="FFFFFF"/>
                </a:solidFill>
                <a:latin typeface="Arial" charset="0"/>
                <a:ea typeface="ＭＳ Ｐゴシック" pitchFamily="34" charset="-128"/>
                <a:cs typeface="Arial" charset="0"/>
              </a:rPr>
              <a:t>14- </a:t>
            </a:r>
            <a:fld id="{0E88F696-905B-490D-9D4B-033243675593}" type="slidenum">
              <a:rPr lang="en-US" sz="1000">
                <a:solidFill>
                  <a:srgbClr val="FFFFFF"/>
                </a:solidFill>
                <a:latin typeface="Arial" charset="0"/>
                <a:ea typeface="ＭＳ Ｐゴシック" pitchFamily="34" charset="-128"/>
                <a:cs typeface="Arial" charset="0"/>
              </a:rPr>
              <a:pPr defTabSz="457200" fontAlgn="base">
                <a:spcBef>
                  <a:spcPct val="0"/>
                </a:spcBef>
                <a:spcAft>
                  <a:spcPct val="0"/>
                </a:spcAft>
                <a:defRPr/>
              </a:pPr>
              <a:t>36</a:t>
            </a:fld>
            <a:endParaRPr lang="en-US" sz="1000" dirty="0">
              <a:solidFill>
                <a:srgbClr val="FFFFFF"/>
              </a:solidFill>
              <a:latin typeface="Arial" charset="0"/>
              <a:ea typeface="ＭＳ Ｐゴシック" pitchFamily="34" charset="-128"/>
              <a:cs typeface="Arial" charset="0"/>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Overflow Mode: Wrap Sign Magnitude</a:t>
            </a:r>
          </a:p>
        </p:txBody>
      </p:sp>
      <p:sp>
        <p:nvSpPr>
          <p:cNvPr id="3" name="Content Placeholder 2"/>
          <p:cNvSpPr>
            <a:spLocks noGrp="1"/>
          </p:cNvSpPr>
          <p:nvPr>
            <p:ph idx="1"/>
          </p:nvPr>
        </p:nvSpPr>
        <p:spPr>
          <a:xfrm>
            <a:off x="579121" y="1280160"/>
            <a:ext cx="11033760" cy="4632960"/>
          </a:xfrm>
        </p:spPr>
        <p:txBody>
          <a:bodyPr>
            <a:noAutofit/>
          </a:bodyPr>
          <a:lstStyle/>
          <a:p>
            <a:r>
              <a:rPr lang="en-US" sz="1800" dirty="0"/>
              <a:t>AP_WRAP_SM, N = 0</a:t>
            </a:r>
          </a:p>
          <a:p>
            <a:pPr lvl="1"/>
            <a:r>
              <a:rPr lang="en-US" sz="1600" dirty="0"/>
              <a:t>This mode uses sign magnitude wrapping</a:t>
            </a:r>
          </a:p>
          <a:p>
            <a:pPr lvl="1"/>
            <a:r>
              <a:rPr lang="en-US" sz="1600" dirty="0"/>
              <a:t>Sign bit set to the value of the least significant deleted bit</a:t>
            </a:r>
          </a:p>
          <a:p>
            <a:pPr lvl="1"/>
            <a:r>
              <a:rPr lang="en-US" sz="1600" dirty="0"/>
              <a:t>If the most significant remaining bit is different from the original MSB, all the remaining bits are inverted</a:t>
            </a:r>
          </a:p>
          <a:p>
            <a:pPr lvl="1"/>
            <a:r>
              <a:rPr lang="en-US" sz="1600" dirty="0"/>
              <a:t>IF MSBs are same, the other bits are copied over</a:t>
            </a:r>
          </a:p>
          <a:p>
            <a:pPr lvl="2"/>
            <a:r>
              <a:rPr lang="en-US" sz="1400" dirty="0"/>
              <a:t>Step 1: First delete redundant MSBs. 0100(4) =&gt; 100(-4)</a:t>
            </a:r>
          </a:p>
          <a:p>
            <a:pPr lvl="2"/>
            <a:r>
              <a:rPr lang="en-US" sz="1400" dirty="0"/>
              <a:t>Step 2: The new sign bit is the least significant bit of the deleted bits. 0 in this case</a:t>
            </a:r>
          </a:p>
          <a:p>
            <a:pPr lvl="2"/>
            <a:r>
              <a:rPr lang="en-US" sz="1400" dirty="0"/>
              <a:t>Step 3: Compare the new sign bit with the sign of the new value</a:t>
            </a:r>
          </a:p>
          <a:p>
            <a:pPr lvl="1"/>
            <a:r>
              <a:rPr lang="en-US" sz="1600" dirty="0"/>
              <a:t>If different, invert all the numbers. They are different in this case</a:t>
            </a:r>
          </a:p>
          <a:p>
            <a:pPr lvl="2"/>
            <a:r>
              <a:rPr lang="en-US" sz="1400" dirty="0"/>
              <a:t>011 (3) 11</a:t>
            </a:r>
          </a:p>
          <a:p>
            <a:r>
              <a:rPr lang="en-US" sz="1800" dirty="0"/>
              <a:t> AP_WRAP_SM, N &gt; 0</a:t>
            </a:r>
          </a:p>
          <a:p>
            <a:pPr lvl="1"/>
            <a:r>
              <a:rPr lang="en-US" sz="1600" dirty="0"/>
              <a:t>Uses sign magnitude saturation</a:t>
            </a:r>
          </a:p>
          <a:p>
            <a:pPr lvl="1"/>
            <a:r>
              <a:rPr lang="en-US" sz="1600" dirty="0"/>
              <a:t>Here N MSBs will be saturated to 1</a:t>
            </a:r>
          </a:p>
          <a:p>
            <a:pPr lvl="1"/>
            <a:r>
              <a:rPr lang="en-US" sz="1600" dirty="0"/>
              <a:t>Behaves similar to case where N = 0, except that positive numbers stay positive and negative numbers stay negative</a:t>
            </a:r>
          </a:p>
        </p:txBody>
      </p:sp>
      <p:sp>
        <p:nvSpPr>
          <p:cNvPr id="9" name="Slide Number Placeholder 8"/>
          <p:cNvSpPr>
            <a:spLocks noGrp="1"/>
          </p:cNvSpPr>
          <p:nvPr>
            <p:ph type="sldNum" sz="quarter" idx="4"/>
          </p:nvPr>
        </p:nvSpPr>
        <p:spPr/>
        <p:txBody>
          <a:bodyPr/>
          <a:lstStyle/>
          <a:p>
            <a:pPr>
              <a:defRPr/>
            </a:pPr>
            <a:r>
              <a:rPr lang="en-US" dirty="0"/>
              <a:t>Data Types 14- </a:t>
            </a:r>
            <a:fld id="{060BD193-E118-4B16-863C-C8C12C675E3E}" type="slidenum">
              <a:rPr lang="en-US" smtClean="0"/>
              <a:pPr>
                <a:defRPr/>
              </a:pPr>
              <a:t>37</a:t>
            </a:fld>
            <a:endParaRPr lang="en-US" dirty="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Overflow Mode: Wrap Sign Magnitude</a:t>
            </a:r>
          </a:p>
        </p:txBody>
      </p:sp>
      <p:sp>
        <p:nvSpPr>
          <p:cNvPr id="9" name="Slide Number Placeholder 8"/>
          <p:cNvSpPr>
            <a:spLocks noGrp="1"/>
          </p:cNvSpPr>
          <p:nvPr>
            <p:ph type="sldNum" sz="quarter" idx="10"/>
          </p:nvPr>
        </p:nvSpPr>
        <p:spPr/>
        <p:txBody>
          <a:bodyPr/>
          <a:lstStyle/>
          <a:p>
            <a:pPr defTabSz="914400">
              <a:defRPr/>
            </a:pPr>
            <a:r>
              <a:rPr lang="en-US" dirty="0">
                <a:solidFill>
                  <a:srgbClr val="0C0C0C">
                    <a:tint val="75000"/>
                  </a:srgbClr>
                </a:solidFill>
                <a:latin typeface="Arial"/>
              </a:rPr>
              <a:t>Data Types 14- </a:t>
            </a:r>
            <a:fld id="{060BD193-E118-4B16-863C-C8C12C675E3E}" type="slidenum">
              <a:rPr lang="en-US">
                <a:solidFill>
                  <a:srgbClr val="0C0C0C">
                    <a:tint val="75000"/>
                  </a:srgbClr>
                </a:solidFill>
                <a:latin typeface="Arial"/>
              </a:rPr>
              <a:pPr defTabSz="914400">
                <a:defRPr/>
              </a:pPr>
              <a:t>38</a:t>
            </a:fld>
            <a:endParaRPr lang="en-US" dirty="0">
              <a:solidFill>
                <a:srgbClr val="0C0C0C">
                  <a:tint val="75000"/>
                </a:srgbClr>
              </a:solidFill>
              <a:latin typeface="Arial"/>
            </a:endParaRPr>
          </a:p>
        </p:txBody>
      </p:sp>
      <p:sp>
        <p:nvSpPr>
          <p:cNvPr id="3" name="Content Placeholder 2"/>
          <p:cNvSpPr>
            <a:spLocks noGrp="1"/>
          </p:cNvSpPr>
          <p:nvPr>
            <p:ph idx="4294967295"/>
          </p:nvPr>
        </p:nvSpPr>
        <p:spPr>
          <a:xfrm>
            <a:off x="1689101" y="1327150"/>
            <a:ext cx="10501312" cy="4268788"/>
          </a:xfrm>
        </p:spPr>
        <p:txBody>
          <a:bodyPr>
            <a:noAutofit/>
          </a:bodyPr>
          <a:lstStyle/>
          <a:p>
            <a:r>
              <a:rPr lang="en-US" sz="1800" dirty="0"/>
              <a:t>AP_WRAP_SM, N = 0</a:t>
            </a:r>
          </a:p>
          <a:p>
            <a:pPr lvl="1"/>
            <a:r>
              <a:rPr lang="en-US" sz="1600" dirty="0"/>
              <a:t>This mode uses sign magnitude wrapping</a:t>
            </a:r>
          </a:p>
          <a:p>
            <a:pPr lvl="1"/>
            <a:r>
              <a:rPr lang="en-US" sz="1600" dirty="0"/>
              <a:t>Sign bit set to the value of the least significant deleted bit</a:t>
            </a:r>
          </a:p>
          <a:p>
            <a:pPr lvl="1"/>
            <a:r>
              <a:rPr lang="en-US" sz="1600" dirty="0"/>
              <a:t>If the most significant remaining bit is different from the original MSB, all the remaining bits are inverted</a:t>
            </a:r>
          </a:p>
          <a:p>
            <a:pPr lvl="1"/>
            <a:r>
              <a:rPr lang="en-US" sz="1600" dirty="0"/>
              <a:t>IF MSBs are same, the other bits are copied over</a:t>
            </a:r>
          </a:p>
          <a:p>
            <a:pPr lvl="2"/>
            <a:r>
              <a:rPr lang="en-US" sz="1400" dirty="0"/>
              <a:t>Step 1: First delete redundant MSBs. 0100(4) =&gt; 100(-4)</a:t>
            </a:r>
          </a:p>
          <a:p>
            <a:pPr lvl="2"/>
            <a:r>
              <a:rPr lang="en-US" sz="1400" dirty="0"/>
              <a:t>Step 2: The new sign bit is the least significant bit of the deleted bits. 0 in this case</a:t>
            </a:r>
          </a:p>
          <a:p>
            <a:pPr lvl="2"/>
            <a:r>
              <a:rPr lang="en-US" sz="1400" dirty="0"/>
              <a:t>Step 3: Compare the new sign bit with the sign of the new value</a:t>
            </a:r>
          </a:p>
          <a:p>
            <a:pPr lvl="1"/>
            <a:r>
              <a:rPr lang="en-US" sz="1600" dirty="0"/>
              <a:t>If different, invert all the numbers. They are different in this case</a:t>
            </a:r>
          </a:p>
          <a:p>
            <a:pPr lvl="2"/>
            <a:r>
              <a:rPr lang="en-US" sz="1400" dirty="0"/>
              <a:t>011 (3) 11</a:t>
            </a:r>
          </a:p>
          <a:p>
            <a:r>
              <a:rPr lang="en-US" sz="1800" dirty="0"/>
              <a:t> AP_WRAP_SM, N &gt; 0</a:t>
            </a:r>
          </a:p>
          <a:p>
            <a:pPr lvl="1"/>
            <a:r>
              <a:rPr lang="en-US" sz="1600" dirty="0"/>
              <a:t>Uses sign magnitude saturation</a:t>
            </a:r>
          </a:p>
          <a:p>
            <a:pPr lvl="1"/>
            <a:r>
              <a:rPr lang="en-US" sz="1600" dirty="0"/>
              <a:t>Here N MSBs will be saturated to 1</a:t>
            </a:r>
          </a:p>
          <a:p>
            <a:pPr lvl="1"/>
            <a:r>
              <a:rPr lang="en-US" sz="1600" dirty="0"/>
              <a:t>Behaves similar to case where N = 0, except that positive numbers stay positive and negative numbers stay negative</a:t>
            </a:r>
          </a:p>
        </p:txBody>
      </p:sp>
      <p:sp>
        <p:nvSpPr>
          <p:cNvPr id="6" name="Slide Number Placeholder 4"/>
          <p:cNvSpPr txBox="1">
            <a:spLocks/>
          </p:cNvSpPr>
          <p:nvPr/>
        </p:nvSpPr>
        <p:spPr>
          <a:xfrm>
            <a:off x="611030" y="6347782"/>
            <a:ext cx="1117309" cy="244475"/>
          </a:xfrm>
          <a:prstGeom prst="rect">
            <a:avLst/>
          </a:prstGeom>
        </p:spPr>
        <p:txBody>
          <a:bodyPr/>
          <a:lstStyle/>
          <a:p>
            <a:pPr defTabSz="457200" fontAlgn="base">
              <a:spcBef>
                <a:spcPct val="0"/>
              </a:spcBef>
              <a:spcAft>
                <a:spcPct val="0"/>
              </a:spcAft>
              <a:defRPr/>
            </a:pPr>
            <a:r>
              <a:rPr lang="en-US" sz="1000" dirty="0">
                <a:solidFill>
                  <a:srgbClr val="FFFFFF"/>
                </a:solidFill>
                <a:latin typeface="Arial" charset="0"/>
                <a:ea typeface="ＭＳ Ｐゴシック" pitchFamily="34" charset="-128"/>
                <a:cs typeface="Arial" charset="0"/>
              </a:rPr>
              <a:t>14- </a:t>
            </a:r>
            <a:fld id="{0E88F696-905B-490D-9D4B-033243675593}" type="slidenum">
              <a:rPr lang="en-US" sz="1000">
                <a:solidFill>
                  <a:srgbClr val="FFFFFF"/>
                </a:solidFill>
                <a:latin typeface="Arial" charset="0"/>
                <a:ea typeface="ＭＳ Ｐゴシック" pitchFamily="34" charset="-128"/>
                <a:cs typeface="Arial" charset="0"/>
              </a:rPr>
              <a:pPr defTabSz="457200" fontAlgn="base">
                <a:spcBef>
                  <a:spcPct val="0"/>
                </a:spcBef>
                <a:spcAft>
                  <a:spcPct val="0"/>
                </a:spcAft>
                <a:defRPr/>
              </a:pPr>
              <a:t>38</a:t>
            </a:fld>
            <a:endParaRPr lang="en-US" sz="1000" dirty="0">
              <a:solidFill>
                <a:srgbClr val="FFFFFF"/>
              </a:solidFill>
              <a:latin typeface="Arial" charset="0"/>
              <a:ea typeface="ＭＳ Ｐゴシック" pitchFamily="34" charset="-128"/>
              <a:cs typeface="Arial" charset="0"/>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AP_FIXED operators &amp; conversions</a:t>
            </a:r>
          </a:p>
        </p:txBody>
      </p:sp>
      <p:sp>
        <p:nvSpPr>
          <p:cNvPr id="3" name="Content Placeholder 2"/>
          <p:cNvSpPr>
            <a:spLocks noGrp="1"/>
          </p:cNvSpPr>
          <p:nvPr>
            <p:ph idx="1"/>
          </p:nvPr>
        </p:nvSpPr>
        <p:spPr>
          <a:xfrm>
            <a:off x="579121" y="1359218"/>
            <a:ext cx="11033760" cy="4632960"/>
          </a:xfrm>
        </p:spPr>
        <p:txBody>
          <a:bodyPr/>
          <a:lstStyle/>
          <a:p>
            <a:r>
              <a:rPr lang="en-US" dirty="0"/>
              <a:t>Fully Supported for all Arithmetic operator</a:t>
            </a:r>
          </a:p>
          <a:p>
            <a:endParaRPr lang="en-US" dirty="0"/>
          </a:p>
          <a:p>
            <a:endParaRPr lang="en-US" dirty="0"/>
          </a:p>
          <a:p>
            <a:pPr marL="0" indent="0">
              <a:buNone/>
            </a:pPr>
            <a:endParaRPr lang="en-US" dirty="0"/>
          </a:p>
          <a:p>
            <a:r>
              <a:rPr lang="en-US" dirty="0"/>
              <a:t>Methods for type conversion</a:t>
            </a:r>
          </a:p>
        </p:txBody>
      </p:sp>
      <p:sp>
        <p:nvSpPr>
          <p:cNvPr id="12" name="Slide Number Placeholder 11"/>
          <p:cNvSpPr>
            <a:spLocks noGrp="1"/>
          </p:cNvSpPr>
          <p:nvPr>
            <p:ph type="sldNum" sz="quarter" idx="4"/>
          </p:nvPr>
        </p:nvSpPr>
        <p:spPr/>
        <p:txBody>
          <a:bodyPr/>
          <a:lstStyle/>
          <a:p>
            <a:pPr>
              <a:defRPr/>
            </a:pPr>
            <a:r>
              <a:rPr lang="en-US" dirty="0"/>
              <a:t>Data Types 14- </a:t>
            </a:r>
            <a:fld id="{060BD193-E118-4B16-863C-C8C12C675E3E}" type="slidenum">
              <a:rPr lang="en-US" smtClean="0"/>
              <a:pPr>
                <a:defRPr/>
              </a:pPr>
              <a:t>39</a:t>
            </a:fld>
            <a:endParaRPr lang="en-US" dirty="0"/>
          </a:p>
        </p:txBody>
      </p:sp>
      <p:graphicFrame>
        <p:nvGraphicFramePr>
          <p:cNvPr id="8" name="Content Placeholder 14">
            <a:extLst>
              <a:ext uri="{FF2B5EF4-FFF2-40B4-BE49-F238E27FC236}">
                <a16:creationId xmlns:a16="http://schemas.microsoft.com/office/drawing/2014/main" id="{643D16FE-3586-4781-ACF5-277F8AEDC74E}"/>
              </a:ext>
            </a:extLst>
          </p:cNvPr>
          <p:cNvGraphicFramePr>
            <a:graphicFrameLocks/>
          </p:cNvGraphicFramePr>
          <p:nvPr/>
        </p:nvGraphicFramePr>
        <p:xfrm>
          <a:off x="874281" y="1846898"/>
          <a:ext cx="7269453" cy="1828800"/>
        </p:xfrm>
        <a:graphic>
          <a:graphicData uri="http://schemas.openxmlformats.org/drawingml/2006/table">
            <a:tbl>
              <a:tblPr firstCol="1" bandRow="1"/>
              <a:tblGrid>
                <a:gridCol w="2464221">
                  <a:extLst>
                    <a:ext uri="{9D8B030D-6E8A-4147-A177-3AD203B41FA5}">
                      <a16:colId xmlns:a16="http://schemas.microsoft.com/office/drawing/2014/main" val="20000"/>
                    </a:ext>
                  </a:extLst>
                </a:gridCol>
                <a:gridCol w="4805232">
                  <a:extLst>
                    <a:ext uri="{9D8B030D-6E8A-4147-A177-3AD203B41FA5}">
                      <a16:colId xmlns:a16="http://schemas.microsoft.com/office/drawing/2014/main" val="20001"/>
                    </a:ext>
                  </a:extLst>
                </a:gridCol>
              </a:tblGrid>
              <a:tr h="0">
                <a:tc gridSpan="2">
                  <a:txBody>
                    <a:bodyPr/>
                    <a:lstStyle>
                      <a:lvl1pPr marL="0" algn="l" defTabSz="914126" rtl="0" eaLnBrk="1" latinLnBrk="0" hangingPunct="1">
                        <a:defRPr sz="1799" b="1" kern="1200">
                          <a:solidFill>
                            <a:schemeClr val="lt1"/>
                          </a:solidFill>
                          <a:latin typeface="Arial"/>
                        </a:defRPr>
                      </a:lvl1pPr>
                      <a:lvl2pPr marL="457063" algn="l" defTabSz="914126" rtl="0" eaLnBrk="1" latinLnBrk="0" hangingPunct="1">
                        <a:defRPr sz="1799" b="1" kern="1200">
                          <a:solidFill>
                            <a:schemeClr val="lt1"/>
                          </a:solidFill>
                          <a:latin typeface="Arial"/>
                        </a:defRPr>
                      </a:lvl2pPr>
                      <a:lvl3pPr marL="914126" algn="l" defTabSz="914126" rtl="0" eaLnBrk="1" latinLnBrk="0" hangingPunct="1">
                        <a:defRPr sz="1799" b="1" kern="1200">
                          <a:solidFill>
                            <a:schemeClr val="lt1"/>
                          </a:solidFill>
                          <a:latin typeface="Arial"/>
                        </a:defRPr>
                      </a:lvl3pPr>
                      <a:lvl4pPr marL="1371189" algn="l" defTabSz="914126" rtl="0" eaLnBrk="1" latinLnBrk="0" hangingPunct="1">
                        <a:defRPr sz="1799" b="1" kern="1200">
                          <a:solidFill>
                            <a:schemeClr val="lt1"/>
                          </a:solidFill>
                          <a:latin typeface="Arial"/>
                        </a:defRPr>
                      </a:lvl4pPr>
                      <a:lvl5pPr marL="1828251" algn="l" defTabSz="914126" rtl="0" eaLnBrk="1" latinLnBrk="0" hangingPunct="1">
                        <a:defRPr sz="1799" b="1" kern="1200">
                          <a:solidFill>
                            <a:schemeClr val="lt1"/>
                          </a:solidFill>
                          <a:latin typeface="Arial"/>
                        </a:defRPr>
                      </a:lvl5pPr>
                      <a:lvl6pPr marL="2285314" algn="l" defTabSz="914126" rtl="0" eaLnBrk="1" latinLnBrk="0" hangingPunct="1">
                        <a:defRPr sz="1799" b="1" kern="1200">
                          <a:solidFill>
                            <a:schemeClr val="lt1"/>
                          </a:solidFill>
                          <a:latin typeface="Arial"/>
                        </a:defRPr>
                      </a:lvl6pPr>
                      <a:lvl7pPr marL="2742377" algn="l" defTabSz="914126" rtl="0" eaLnBrk="1" latinLnBrk="0" hangingPunct="1">
                        <a:defRPr sz="1799" b="1" kern="1200">
                          <a:solidFill>
                            <a:schemeClr val="lt1"/>
                          </a:solidFill>
                          <a:latin typeface="Arial"/>
                        </a:defRPr>
                      </a:lvl7pPr>
                      <a:lvl8pPr marL="3199440" algn="l" defTabSz="914126" rtl="0" eaLnBrk="1" latinLnBrk="0" hangingPunct="1">
                        <a:defRPr sz="1799" b="1" kern="1200">
                          <a:solidFill>
                            <a:schemeClr val="lt1"/>
                          </a:solidFill>
                          <a:latin typeface="Arial"/>
                        </a:defRPr>
                      </a:lvl8pPr>
                      <a:lvl9pPr marL="3656503" algn="l" defTabSz="914126" rtl="0" eaLnBrk="1" latinLnBrk="0" hangingPunct="1">
                        <a:defRPr sz="1799" b="1" kern="1200">
                          <a:solidFill>
                            <a:schemeClr val="lt1"/>
                          </a:solidFill>
                          <a:latin typeface="Arial"/>
                        </a:defRPr>
                      </a:lvl9pPr>
                    </a:lstStyle>
                    <a:p>
                      <a:r>
                        <a:rPr lang="en-US" sz="1200" b="1" dirty="0">
                          <a:solidFill>
                            <a:schemeClr val="tx1"/>
                          </a:solidFill>
                        </a:rPr>
                        <a:t>Operations</a:t>
                      </a:r>
                    </a:p>
                  </a:txBody>
                  <a:tcPr marL="121888" marR="121888">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008CA8">
                        <a:lumMod val="40000"/>
                        <a:lumOff val="60000"/>
                      </a:srgbClr>
                    </a:solidFill>
                  </a:tcPr>
                </a:tc>
                <a:tc hMerge="1">
                  <a:txBody>
                    <a:bodyPr/>
                    <a:lstStyle/>
                    <a:p>
                      <a:pPr marL="0" marR="0" indent="0" algn="l" defTabSz="457200" rtl="0" eaLnBrk="1" fontAlgn="auto" latinLnBrk="0" hangingPunct="1">
                        <a:lnSpc>
                          <a:spcPct val="100000"/>
                        </a:lnSpc>
                        <a:spcBef>
                          <a:spcPts val="0"/>
                        </a:spcBef>
                        <a:spcAft>
                          <a:spcPts val="0"/>
                        </a:spcAft>
                        <a:buClrTx/>
                        <a:buSzTx/>
                        <a:buFontTx/>
                        <a:buNone/>
                        <a:tabLst/>
                        <a:defRPr/>
                      </a:pPr>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0">
                <a:tc>
                  <a:txBody>
                    <a:bodyPr/>
                    <a:lstStyle>
                      <a:lvl1pPr marL="0" algn="l" defTabSz="914126" rtl="0" eaLnBrk="1" latinLnBrk="0" hangingPunct="1">
                        <a:defRPr sz="1799" b="1" kern="1200">
                          <a:solidFill>
                            <a:schemeClr val="lt1"/>
                          </a:solidFill>
                          <a:latin typeface="Arial"/>
                        </a:defRPr>
                      </a:lvl1pPr>
                      <a:lvl2pPr marL="457063" algn="l" defTabSz="914126" rtl="0" eaLnBrk="1" latinLnBrk="0" hangingPunct="1">
                        <a:defRPr sz="1799" b="1" kern="1200">
                          <a:solidFill>
                            <a:schemeClr val="lt1"/>
                          </a:solidFill>
                          <a:latin typeface="Arial"/>
                        </a:defRPr>
                      </a:lvl2pPr>
                      <a:lvl3pPr marL="914126" algn="l" defTabSz="914126" rtl="0" eaLnBrk="1" latinLnBrk="0" hangingPunct="1">
                        <a:defRPr sz="1799" b="1" kern="1200">
                          <a:solidFill>
                            <a:schemeClr val="lt1"/>
                          </a:solidFill>
                          <a:latin typeface="Arial"/>
                        </a:defRPr>
                      </a:lvl3pPr>
                      <a:lvl4pPr marL="1371189" algn="l" defTabSz="914126" rtl="0" eaLnBrk="1" latinLnBrk="0" hangingPunct="1">
                        <a:defRPr sz="1799" b="1" kern="1200">
                          <a:solidFill>
                            <a:schemeClr val="lt1"/>
                          </a:solidFill>
                          <a:latin typeface="Arial"/>
                        </a:defRPr>
                      </a:lvl4pPr>
                      <a:lvl5pPr marL="1828251" algn="l" defTabSz="914126" rtl="0" eaLnBrk="1" latinLnBrk="0" hangingPunct="1">
                        <a:defRPr sz="1799" b="1" kern="1200">
                          <a:solidFill>
                            <a:schemeClr val="lt1"/>
                          </a:solidFill>
                          <a:latin typeface="Arial"/>
                        </a:defRPr>
                      </a:lvl5pPr>
                      <a:lvl6pPr marL="2285314" algn="l" defTabSz="914126" rtl="0" eaLnBrk="1" latinLnBrk="0" hangingPunct="1">
                        <a:defRPr sz="1799" b="1" kern="1200">
                          <a:solidFill>
                            <a:schemeClr val="lt1"/>
                          </a:solidFill>
                          <a:latin typeface="Arial"/>
                        </a:defRPr>
                      </a:lvl6pPr>
                      <a:lvl7pPr marL="2742377" algn="l" defTabSz="914126" rtl="0" eaLnBrk="1" latinLnBrk="0" hangingPunct="1">
                        <a:defRPr sz="1799" b="1" kern="1200">
                          <a:solidFill>
                            <a:schemeClr val="lt1"/>
                          </a:solidFill>
                          <a:latin typeface="Arial"/>
                        </a:defRPr>
                      </a:lvl7pPr>
                      <a:lvl8pPr marL="3199440" algn="l" defTabSz="914126" rtl="0" eaLnBrk="1" latinLnBrk="0" hangingPunct="1">
                        <a:defRPr sz="1799" b="1" kern="1200">
                          <a:solidFill>
                            <a:schemeClr val="lt1"/>
                          </a:solidFill>
                          <a:latin typeface="Arial"/>
                        </a:defRPr>
                      </a:lvl8pPr>
                      <a:lvl9pPr marL="3656503" algn="l" defTabSz="914126" rtl="0" eaLnBrk="1" latinLnBrk="0" hangingPunct="1">
                        <a:defRPr sz="1799" b="1" kern="1200">
                          <a:solidFill>
                            <a:schemeClr val="lt1"/>
                          </a:solidFill>
                          <a:latin typeface="Arial"/>
                        </a:defRPr>
                      </a:lvl9pPr>
                    </a:lstStyle>
                    <a:p>
                      <a:r>
                        <a:rPr lang="en-US" sz="1200" dirty="0"/>
                        <a:t>Arithmetic	</a:t>
                      </a:r>
                    </a:p>
                  </a:txBody>
                  <a:tcPr marL="121888" marR="121888">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008CA8"/>
                    </a:solidFill>
                  </a:tcPr>
                </a:tc>
                <a:tc>
                  <a:txBody>
                    <a:bodyPr/>
                    <a:lstStyle>
                      <a:lvl1pPr marL="0" algn="l" defTabSz="914126" rtl="0" eaLnBrk="1" latinLnBrk="0" hangingPunct="1">
                        <a:defRPr sz="1799" kern="1200">
                          <a:solidFill>
                            <a:schemeClr val="dk1"/>
                          </a:solidFill>
                          <a:latin typeface="Arial"/>
                        </a:defRPr>
                      </a:lvl1pPr>
                      <a:lvl2pPr marL="457063" algn="l" defTabSz="914126" rtl="0" eaLnBrk="1" latinLnBrk="0" hangingPunct="1">
                        <a:defRPr sz="1799" kern="1200">
                          <a:solidFill>
                            <a:schemeClr val="dk1"/>
                          </a:solidFill>
                          <a:latin typeface="Arial"/>
                        </a:defRPr>
                      </a:lvl2pPr>
                      <a:lvl3pPr marL="914126" algn="l" defTabSz="914126" rtl="0" eaLnBrk="1" latinLnBrk="0" hangingPunct="1">
                        <a:defRPr sz="1799" kern="1200">
                          <a:solidFill>
                            <a:schemeClr val="dk1"/>
                          </a:solidFill>
                          <a:latin typeface="Arial"/>
                        </a:defRPr>
                      </a:lvl3pPr>
                      <a:lvl4pPr marL="1371189" algn="l" defTabSz="914126" rtl="0" eaLnBrk="1" latinLnBrk="0" hangingPunct="1">
                        <a:defRPr sz="1799" kern="1200">
                          <a:solidFill>
                            <a:schemeClr val="dk1"/>
                          </a:solidFill>
                          <a:latin typeface="Arial"/>
                        </a:defRPr>
                      </a:lvl4pPr>
                      <a:lvl5pPr marL="1828251" algn="l" defTabSz="914126" rtl="0" eaLnBrk="1" latinLnBrk="0" hangingPunct="1">
                        <a:defRPr sz="1799" kern="1200">
                          <a:solidFill>
                            <a:schemeClr val="dk1"/>
                          </a:solidFill>
                          <a:latin typeface="Arial"/>
                        </a:defRPr>
                      </a:lvl5pPr>
                      <a:lvl6pPr marL="2285314" algn="l" defTabSz="914126" rtl="0" eaLnBrk="1" latinLnBrk="0" hangingPunct="1">
                        <a:defRPr sz="1799" kern="1200">
                          <a:solidFill>
                            <a:schemeClr val="dk1"/>
                          </a:solidFill>
                          <a:latin typeface="Arial"/>
                        </a:defRPr>
                      </a:lvl6pPr>
                      <a:lvl7pPr marL="2742377" algn="l" defTabSz="914126" rtl="0" eaLnBrk="1" latinLnBrk="0" hangingPunct="1">
                        <a:defRPr sz="1799" kern="1200">
                          <a:solidFill>
                            <a:schemeClr val="dk1"/>
                          </a:solidFill>
                          <a:latin typeface="Arial"/>
                        </a:defRPr>
                      </a:lvl7pPr>
                      <a:lvl8pPr marL="3199440" algn="l" defTabSz="914126" rtl="0" eaLnBrk="1" latinLnBrk="0" hangingPunct="1">
                        <a:defRPr sz="1799" kern="1200">
                          <a:solidFill>
                            <a:schemeClr val="dk1"/>
                          </a:solidFill>
                          <a:latin typeface="Arial"/>
                        </a:defRPr>
                      </a:lvl8pPr>
                      <a:lvl9pPr marL="3656503" algn="l" defTabSz="914126" rtl="0" eaLnBrk="1" latinLnBrk="0" hangingPunct="1">
                        <a:defRPr sz="1799" kern="1200">
                          <a:solidFill>
                            <a:schemeClr val="dk1"/>
                          </a:solidFill>
                          <a:latin typeface="Arial"/>
                        </a:defRPr>
                      </a:lvl9p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200" dirty="0"/>
                        <a:t>+ - * / % ++ -- </a:t>
                      </a:r>
                    </a:p>
                  </a:txBody>
                  <a:tcPr marL="121888" marR="121888">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008CA8">
                        <a:tint val="20000"/>
                      </a:srgbClr>
                    </a:solidFill>
                  </a:tcPr>
                </a:tc>
                <a:extLst>
                  <a:ext uri="{0D108BD9-81ED-4DB2-BD59-A6C34878D82A}">
                    <a16:rowId xmlns:a16="http://schemas.microsoft.com/office/drawing/2014/main" val="10001"/>
                  </a:ext>
                </a:extLst>
              </a:tr>
              <a:tr h="117711">
                <a:tc>
                  <a:txBody>
                    <a:bodyPr/>
                    <a:lstStyle>
                      <a:lvl1pPr marL="0" algn="l" defTabSz="914126" rtl="0" eaLnBrk="1" latinLnBrk="0" hangingPunct="1">
                        <a:defRPr sz="1799" b="1" kern="1200">
                          <a:solidFill>
                            <a:schemeClr val="lt1"/>
                          </a:solidFill>
                          <a:latin typeface="Arial"/>
                        </a:defRPr>
                      </a:lvl1pPr>
                      <a:lvl2pPr marL="457063" algn="l" defTabSz="914126" rtl="0" eaLnBrk="1" latinLnBrk="0" hangingPunct="1">
                        <a:defRPr sz="1799" b="1" kern="1200">
                          <a:solidFill>
                            <a:schemeClr val="lt1"/>
                          </a:solidFill>
                          <a:latin typeface="Arial"/>
                        </a:defRPr>
                      </a:lvl2pPr>
                      <a:lvl3pPr marL="914126" algn="l" defTabSz="914126" rtl="0" eaLnBrk="1" latinLnBrk="0" hangingPunct="1">
                        <a:defRPr sz="1799" b="1" kern="1200">
                          <a:solidFill>
                            <a:schemeClr val="lt1"/>
                          </a:solidFill>
                          <a:latin typeface="Arial"/>
                        </a:defRPr>
                      </a:lvl3pPr>
                      <a:lvl4pPr marL="1371189" algn="l" defTabSz="914126" rtl="0" eaLnBrk="1" latinLnBrk="0" hangingPunct="1">
                        <a:defRPr sz="1799" b="1" kern="1200">
                          <a:solidFill>
                            <a:schemeClr val="lt1"/>
                          </a:solidFill>
                          <a:latin typeface="Arial"/>
                        </a:defRPr>
                      </a:lvl4pPr>
                      <a:lvl5pPr marL="1828251" algn="l" defTabSz="914126" rtl="0" eaLnBrk="1" latinLnBrk="0" hangingPunct="1">
                        <a:defRPr sz="1799" b="1" kern="1200">
                          <a:solidFill>
                            <a:schemeClr val="lt1"/>
                          </a:solidFill>
                          <a:latin typeface="Arial"/>
                        </a:defRPr>
                      </a:lvl5pPr>
                      <a:lvl6pPr marL="2285314" algn="l" defTabSz="914126" rtl="0" eaLnBrk="1" latinLnBrk="0" hangingPunct="1">
                        <a:defRPr sz="1799" b="1" kern="1200">
                          <a:solidFill>
                            <a:schemeClr val="lt1"/>
                          </a:solidFill>
                          <a:latin typeface="Arial"/>
                        </a:defRPr>
                      </a:lvl6pPr>
                      <a:lvl7pPr marL="2742377" algn="l" defTabSz="914126" rtl="0" eaLnBrk="1" latinLnBrk="0" hangingPunct="1">
                        <a:defRPr sz="1799" b="1" kern="1200">
                          <a:solidFill>
                            <a:schemeClr val="lt1"/>
                          </a:solidFill>
                          <a:latin typeface="Arial"/>
                        </a:defRPr>
                      </a:lvl7pPr>
                      <a:lvl8pPr marL="3199440" algn="l" defTabSz="914126" rtl="0" eaLnBrk="1" latinLnBrk="0" hangingPunct="1">
                        <a:defRPr sz="1799" b="1" kern="1200">
                          <a:solidFill>
                            <a:schemeClr val="lt1"/>
                          </a:solidFill>
                          <a:latin typeface="Arial"/>
                        </a:defRPr>
                      </a:lvl8pPr>
                      <a:lvl9pPr marL="3656503" algn="l" defTabSz="914126" rtl="0" eaLnBrk="1" latinLnBrk="0" hangingPunct="1">
                        <a:defRPr sz="1799" b="1" kern="1200">
                          <a:solidFill>
                            <a:schemeClr val="lt1"/>
                          </a:solidFill>
                          <a:latin typeface="Arial"/>
                        </a:defRPr>
                      </a:lvl9pPr>
                    </a:lstStyle>
                    <a:p>
                      <a:r>
                        <a:rPr lang="en-US" sz="1200" dirty="0"/>
                        <a:t>Logical</a:t>
                      </a:r>
                    </a:p>
                  </a:txBody>
                  <a:tcPr marL="121888" marR="121888">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008CA8"/>
                    </a:solidFill>
                  </a:tcPr>
                </a:tc>
                <a:tc>
                  <a:txBody>
                    <a:bodyPr/>
                    <a:lstStyle>
                      <a:lvl1pPr marL="0" algn="l" defTabSz="914126" rtl="0" eaLnBrk="1" latinLnBrk="0" hangingPunct="1">
                        <a:defRPr sz="1799" kern="1200">
                          <a:solidFill>
                            <a:schemeClr val="dk1"/>
                          </a:solidFill>
                          <a:latin typeface="Arial"/>
                        </a:defRPr>
                      </a:lvl1pPr>
                      <a:lvl2pPr marL="457063" algn="l" defTabSz="914126" rtl="0" eaLnBrk="1" latinLnBrk="0" hangingPunct="1">
                        <a:defRPr sz="1799" kern="1200">
                          <a:solidFill>
                            <a:schemeClr val="dk1"/>
                          </a:solidFill>
                          <a:latin typeface="Arial"/>
                        </a:defRPr>
                      </a:lvl2pPr>
                      <a:lvl3pPr marL="914126" algn="l" defTabSz="914126" rtl="0" eaLnBrk="1" latinLnBrk="0" hangingPunct="1">
                        <a:defRPr sz="1799" kern="1200">
                          <a:solidFill>
                            <a:schemeClr val="dk1"/>
                          </a:solidFill>
                          <a:latin typeface="Arial"/>
                        </a:defRPr>
                      </a:lvl3pPr>
                      <a:lvl4pPr marL="1371189" algn="l" defTabSz="914126" rtl="0" eaLnBrk="1" latinLnBrk="0" hangingPunct="1">
                        <a:defRPr sz="1799" kern="1200">
                          <a:solidFill>
                            <a:schemeClr val="dk1"/>
                          </a:solidFill>
                          <a:latin typeface="Arial"/>
                        </a:defRPr>
                      </a:lvl4pPr>
                      <a:lvl5pPr marL="1828251" algn="l" defTabSz="914126" rtl="0" eaLnBrk="1" latinLnBrk="0" hangingPunct="1">
                        <a:defRPr sz="1799" kern="1200">
                          <a:solidFill>
                            <a:schemeClr val="dk1"/>
                          </a:solidFill>
                          <a:latin typeface="Arial"/>
                        </a:defRPr>
                      </a:lvl5pPr>
                      <a:lvl6pPr marL="2285314" algn="l" defTabSz="914126" rtl="0" eaLnBrk="1" latinLnBrk="0" hangingPunct="1">
                        <a:defRPr sz="1799" kern="1200">
                          <a:solidFill>
                            <a:schemeClr val="dk1"/>
                          </a:solidFill>
                          <a:latin typeface="Arial"/>
                        </a:defRPr>
                      </a:lvl6pPr>
                      <a:lvl7pPr marL="2742377" algn="l" defTabSz="914126" rtl="0" eaLnBrk="1" latinLnBrk="0" hangingPunct="1">
                        <a:defRPr sz="1799" kern="1200">
                          <a:solidFill>
                            <a:schemeClr val="dk1"/>
                          </a:solidFill>
                          <a:latin typeface="Arial"/>
                        </a:defRPr>
                      </a:lvl7pPr>
                      <a:lvl8pPr marL="3199440" algn="l" defTabSz="914126" rtl="0" eaLnBrk="1" latinLnBrk="0" hangingPunct="1">
                        <a:defRPr sz="1799" kern="1200">
                          <a:solidFill>
                            <a:schemeClr val="dk1"/>
                          </a:solidFill>
                          <a:latin typeface="Arial"/>
                        </a:defRPr>
                      </a:lvl8pPr>
                      <a:lvl9pPr marL="3656503" algn="l" defTabSz="914126" rtl="0" eaLnBrk="1" latinLnBrk="0" hangingPunct="1">
                        <a:defRPr sz="1799" kern="1200">
                          <a:solidFill>
                            <a:schemeClr val="dk1"/>
                          </a:solidFill>
                          <a:latin typeface="Arial"/>
                        </a:defRPr>
                      </a:lvl9pPr>
                    </a:lstStyle>
                    <a:p>
                      <a:r>
                        <a:rPr lang="en-US" sz="1200" dirty="0"/>
                        <a:t>~ !</a:t>
                      </a:r>
                    </a:p>
                  </a:txBody>
                  <a:tcPr marL="121888" marR="121888">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008CA8">
                        <a:tint val="40000"/>
                      </a:srgbClr>
                    </a:solidFill>
                  </a:tcPr>
                </a:tc>
                <a:extLst>
                  <a:ext uri="{0D108BD9-81ED-4DB2-BD59-A6C34878D82A}">
                    <a16:rowId xmlns:a16="http://schemas.microsoft.com/office/drawing/2014/main" val="10002"/>
                  </a:ext>
                </a:extLst>
              </a:tr>
              <a:tr h="117711">
                <a:tc>
                  <a:txBody>
                    <a:bodyPr/>
                    <a:lstStyle>
                      <a:lvl1pPr marL="0" algn="l" defTabSz="914126" rtl="0" eaLnBrk="1" latinLnBrk="0" hangingPunct="1">
                        <a:defRPr sz="1799" b="1" kern="1200">
                          <a:solidFill>
                            <a:schemeClr val="lt1"/>
                          </a:solidFill>
                          <a:latin typeface="Arial"/>
                        </a:defRPr>
                      </a:lvl1pPr>
                      <a:lvl2pPr marL="457063" algn="l" defTabSz="914126" rtl="0" eaLnBrk="1" latinLnBrk="0" hangingPunct="1">
                        <a:defRPr sz="1799" b="1" kern="1200">
                          <a:solidFill>
                            <a:schemeClr val="lt1"/>
                          </a:solidFill>
                          <a:latin typeface="Arial"/>
                        </a:defRPr>
                      </a:lvl2pPr>
                      <a:lvl3pPr marL="914126" algn="l" defTabSz="914126" rtl="0" eaLnBrk="1" latinLnBrk="0" hangingPunct="1">
                        <a:defRPr sz="1799" b="1" kern="1200">
                          <a:solidFill>
                            <a:schemeClr val="lt1"/>
                          </a:solidFill>
                          <a:latin typeface="Arial"/>
                        </a:defRPr>
                      </a:lvl3pPr>
                      <a:lvl4pPr marL="1371189" algn="l" defTabSz="914126" rtl="0" eaLnBrk="1" latinLnBrk="0" hangingPunct="1">
                        <a:defRPr sz="1799" b="1" kern="1200">
                          <a:solidFill>
                            <a:schemeClr val="lt1"/>
                          </a:solidFill>
                          <a:latin typeface="Arial"/>
                        </a:defRPr>
                      </a:lvl4pPr>
                      <a:lvl5pPr marL="1828251" algn="l" defTabSz="914126" rtl="0" eaLnBrk="1" latinLnBrk="0" hangingPunct="1">
                        <a:defRPr sz="1799" b="1" kern="1200">
                          <a:solidFill>
                            <a:schemeClr val="lt1"/>
                          </a:solidFill>
                          <a:latin typeface="Arial"/>
                        </a:defRPr>
                      </a:lvl5pPr>
                      <a:lvl6pPr marL="2285314" algn="l" defTabSz="914126" rtl="0" eaLnBrk="1" latinLnBrk="0" hangingPunct="1">
                        <a:defRPr sz="1799" b="1" kern="1200">
                          <a:solidFill>
                            <a:schemeClr val="lt1"/>
                          </a:solidFill>
                          <a:latin typeface="Arial"/>
                        </a:defRPr>
                      </a:lvl6pPr>
                      <a:lvl7pPr marL="2742377" algn="l" defTabSz="914126" rtl="0" eaLnBrk="1" latinLnBrk="0" hangingPunct="1">
                        <a:defRPr sz="1799" b="1" kern="1200">
                          <a:solidFill>
                            <a:schemeClr val="lt1"/>
                          </a:solidFill>
                          <a:latin typeface="Arial"/>
                        </a:defRPr>
                      </a:lvl7pPr>
                      <a:lvl8pPr marL="3199440" algn="l" defTabSz="914126" rtl="0" eaLnBrk="1" latinLnBrk="0" hangingPunct="1">
                        <a:defRPr sz="1799" b="1" kern="1200">
                          <a:solidFill>
                            <a:schemeClr val="lt1"/>
                          </a:solidFill>
                          <a:latin typeface="Arial"/>
                        </a:defRPr>
                      </a:lvl8pPr>
                      <a:lvl9pPr marL="3656503" algn="l" defTabSz="914126" rtl="0" eaLnBrk="1" latinLnBrk="0" hangingPunct="1">
                        <a:defRPr sz="1799" b="1" kern="1200">
                          <a:solidFill>
                            <a:schemeClr val="lt1"/>
                          </a:solidFill>
                          <a:latin typeface="Arial"/>
                        </a:defRPr>
                      </a:lvl9pPr>
                    </a:lstStyle>
                    <a:p>
                      <a:r>
                        <a:rPr lang="en-US" sz="1200" dirty="0"/>
                        <a:t>Bitwise</a:t>
                      </a:r>
                    </a:p>
                  </a:txBody>
                  <a:tcPr marL="121888" marR="121888">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008CA8"/>
                    </a:solidFill>
                  </a:tcPr>
                </a:tc>
                <a:tc>
                  <a:txBody>
                    <a:bodyPr/>
                    <a:lstStyle>
                      <a:lvl1pPr marL="0" algn="l" defTabSz="914126" rtl="0" eaLnBrk="1" latinLnBrk="0" hangingPunct="1">
                        <a:defRPr sz="1799" kern="1200">
                          <a:solidFill>
                            <a:schemeClr val="dk1"/>
                          </a:solidFill>
                          <a:latin typeface="Arial"/>
                        </a:defRPr>
                      </a:lvl1pPr>
                      <a:lvl2pPr marL="457063" algn="l" defTabSz="914126" rtl="0" eaLnBrk="1" latinLnBrk="0" hangingPunct="1">
                        <a:defRPr sz="1799" kern="1200">
                          <a:solidFill>
                            <a:schemeClr val="dk1"/>
                          </a:solidFill>
                          <a:latin typeface="Arial"/>
                        </a:defRPr>
                      </a:lvl2pPr>
                      <a:lvl3pPr marL="914126" algn="l" defTabSz="914126" rtl="0" eaLnBrk="1" latinLnBrk="0" hangingPunct="1">
                        <a:defRPr sz="1799" kern="1200">
                          <a:solidFill>
                            <a:schemeClr val="dk1"/>
                          </a:solidFill>
                          <a:latin typeface="Arial"/>
                        </a:defRPr>
                      </a:lvl3pPr>
                      <a:lvl4pPr marL="1371189" algn="l" defTabSz="914126" rtl="0" eaLnBrk="1" latinLnBrk="0" hangingPunct="1">
                        <a:defRPr sz="1799" kern="1200">
                          <a:solidFill>
                            <a:schemeClr val="dk1"/>
                          </a:solidFill>
                          <a:latin typeface="Arial"/>
                        </a:defRPr>
                      </a:lvl4pPr>
                      <a:lvl5pPr marL="1828251" algn="l" defTabSz="914126" rtl="0" eaLnBrk="1" latinLnBrk="0" hangingPunct="1">
                        <a:defRPr sz="1799" kern="1200">
                          <a:solidFill>
                            <a:schemeClr val="dk1"/>
                          </a:solidFill>
                          <a:latin typeface="Arial"/>
                        </a:defRPr>
                      </a:lvl5pPr>
                      <a:lvl6pPr marL="2285314" algn="l" defTabSz="914126" rtl="0" eaLnBrk="1" latinLnBrk="0" hangingPunct="1">
                        <a:defRPr sz="1799" kern="1200">
                          <a:solidFill>
                            <a:schemeClr val="dk1"/>
                          </a:solidFill>
                          <a:latin typeface="Arial"/>
                        </a:defRPr>
                      </a:lvl6pPr>
                      <a:lvl7pPr marL="2742377" algn="l" defTabSz="914126" rtl="0" eaLnBrk="1" latinLnBrk="0" hangingPunct="1">
                        <a:defRPr sz="1799" kern="1200">
                          <a:solidFill>
                            <a:schemeClr val="dk1"/>
                          </a:solidFill>
                          <a:latin typeface="Arial"/>
                        </a:defRPr>
                      </a:lvl7pPr>
                      <a:lvl8pPr marL="3199440" algn="l" defTabSz="914126" rtl="0" eaLnBrk="1" latinLnBrk="0" hangingPunct="1">
                        <a:defRPr sz="1799" kern="1200">
                          <a:solidFill>
                            <a:schemeClr val="dk1"/>
                          </a:solidFill>
                          <a:latin typeface="Arial"/>
                        </a:defRPr>
                      </a:lvl8pPr>
                      <a:lvl9pPr marL="3656503" algn="l" defTabSz="914126" rtl="0" eaLnBrk="1" latinLnBrk="0" hangingPunct="1">
                        <a:defRPr sz="1799" kern="1200">
                          <a:solidFill>
                            <a:schemeClr val="dk1"/>
                          </a:solidFill>
                          <a:latin typeface="Arial"/>
                        </a:defRPr>
                      </a:lvl9p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200" dirty="0"/>
                        <a:t>&amp; | ^ </a:t>
                      </a:r>
                    </a:p>
                  </a:txBody>
                  <a:tcPr marL="121888" marR="121888">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008CA8">
                        <a:tint val="20000"/>
                      </a:srgbClr>
                    </a:solidFill>
                  </a:tcPr>
                </a:tc>
                <a:extLst>
                  <a:ext uri="{0D108BD9-81ED-4DB2-BD59-A6C34878D82A}">
                    <a16:rowId xmlns:a16="http://schemas.microsoft.com/office/drawing/2014/main" val="10003"/>
                  </a:ext>
                </a:extLst>
              </a:tr>
              <a:tr h="117711">
                <a:tc>
                  <a:txBody>
                    <a:bodyPr/>
                    <a:lstStyle>
                      <a:lvl1pPr marL="0" algn="l" defTabSz="914126" rtl="0" eaLnBrk="1" latinLnBrk="0" hangingPunct="1">
                        <a:defRPr sz="1799" b="1" kern="1200">
                          <a:solidFill>
                            <a:schemeClr val="lt1"/>
                          </a:solidFill>
                          <a:latin typeface="Arial"/>
                        </a:defRPr>
                      </a:lvl1pPr>
                      <a:lvl2pPr marL="457063" algn="l" defTabSz="914126" rtl="0" eaLnBrk="1" latinLnBrk="0" hangingPunct="1">
                        <a:defRPr sz="1799" b="1" kern="1200">
                          <a:solidFill>
                            <a:schemeClr val="lt1"/>
                          </a:solidFill>
                          <a:latin typeface="Arial"/>
                        </a:defRPr>
                      </a:lvl2pPr>
                      <a:lvl3pPr marL="914126" algn="l" defTabSz="914126" rtl="0" eaLnBrk="1" latinLnBrk="0" hangingPunct="1">
                        <a:defRPr sz="1799" b="1" kern="1200">
                          <a:solidFill>
                            <a:schemeClr val="lt1"/>
                          </a:solidFill>
                          <a:latin typeface="Arial"/>
                        </a:defRPr>
                      </a:lvl3pPr>
                      <a:lvl4pPr marL="1371189" algn="l" defTabSz="914126" rtl="0" eaLnBrk="1" latinLnBrk="0" hangingPunct="1">
                        <a:defRPr sz="1799" b="1" kern="1200">
                          <a:solidFill>
                            <a:schemeClr val="lt1"/>
                          </a:solidFill>
                          <a:latin typeface="Arial"/>
                        </a:defRPr>
                      </a:lvl4pPr>
                      <a:lvl5pPr marL="1828251" algn="l" defTabSz="914126" rtl="0" eaLnBrk="1" latinLnBrk="0" hangingPunct="1">
                        <a:defRPr sz="1799" b="1" kern="1200">
                          <a:solidFill>
                            <a:schemeClr val="lt1"/>
                          </a:solidFill>
                          <a:latin typeface="Arial"/>
                        </a:defRPr>
                      </a:lvl5pPr>
                      <a:lvl6pPr marL="2285314" algn="l" defTabSz="914126" rtl="0" eaLnBrk="1" latinLnBrk="0" hangingPunct="1">
                        <a:defRPr sz="1799" b="1" kern="1200">
                          <a:solidFill>
                            <a:schemeClr val="lt1"/>
                          </a:solidFill>
                          <a:latin typeface="Arial"/>
                        </a:defRPr>
                      </a:lvl6pPr>
                      <a:lvl7pPr marL="2742377" algn="l" defTabSz="914126" rtl="0" eaLnBrk="1" latinLnBrk="0" hangingPunct="1">
                        <a:defRPr sz="1799" b="1" kern="1200">
                          <a:solidFill>
                            <a:schemeClr val="lt1"/>
                          </a:solidFill>
                          <a:latin typeface="Arial"/>
                        </a:defRPr>
                      </a:lvl7pPr>
                      <a:lvl8pPr marL="3199440" algn="l" defTabSz="914126" rtl="0" eaLnBrk="1" latinLnBrk="0" hangingPunct="1">
                        <a:defRPr sz="1799" b="1" kern="1200">
                          <a:solidFill>
                            <a:schemeClr val="lt1"/>
                          </a:solidFill>
                          <a:latin typeface="Arial"/>
                        </a:defRPr>
                      </a:lvl8pPr>
                      <a:lvl9pPr marL="3656503" algn="l" defTabSz="914126" rtl="0" eaLnBrk="1" latinLnBrk="0" hangingPunct="1">
                        <a:defRPr sz="1799" b="1" kern="1200">
                          <a:solidFill>
                            <a:schemeClr val="lt1"/>
                          </a:solidFill>
                          <a:latin typeface="Arial"/>
                        </a:defRPr>
                      </a:lvl9pPr>
                    </a:lstStyle>
                    <a:p>
                      <a:r>
                        <a:rPr lang="en-US" sz="1200" dirty="0"/>
                        <a:t>Relational</a:t>
                      </a:r>
                    </a:p>
                  </a:txBody>
                  <a:tcPr marL="121888" marR="121888">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008CA8"/>
                    </a:solidFill>
                  </a:tcPr>
                </a:tc>
                <a:tc>
                  <a:txBody>
                    <a:bodyPr/>
                    <a:lstStyle>
                      <a:lvl1pPr marL="0" algn="l" defTabSz="914126" rtl="0" eaLnBrk="1" latinLnBrk="0" hangingPunct="1">
                        <a:defRPr sz="1799" kern="1200">
                          <a:solidFill>
                            <a:schemeClr val="dk1"/>
                          </a:solidFill>
                          <a:latin typeface="Arial"/>
                        </a:defRPr>
                      </a:lvl1pPr>
                      <a:lvl2pPr marL="457063" algn="l" defTabSz="914126" rtl="0" eaLnBrk="1" latinLnBrk="0" hangingPunct="1">
                        <a:defRPr sz="1799" kern="1200">
                          <a:solidFill>
                            <a:schemeClr val="dk1"/>
                          </a:solidFill>
                          <a:latin typeface="Arial"/>
                        </a:defRPr>
                      </a:lvl2pPr>
                      <a:lvl3pPr marL="914126" algn="l" defTabSz="914126" rtl="0" eaLnBrk="1" latinLnBrk="0" hangingPunct="1">
                        <a:defRPr sz="1799" kern="1200">
                          <a:solidFill>
                            <a:schemeClr val="dk1"/>
                          </a:solidFill>
                          <a:latin typeface="Arial"/>
                        </a:defRPr>
                      </a:lvl3pPr>
                      <a:lvl4pPr marL="1371189" algn="l" defTabSz="914126" rtl="0" eaLnBrk="1" latinLnBrk="0" hangingPunct="1">
                        <a:defRPr sz="1799" kern="1200">
                          <a:solidFill>
                            <a:schemeClr val="dk1"/>
                          </a:solidFill>
                          <a:latin typeface="Arial"/>
                        </a:defRPr>
                      </a:lvl4pPr>
                      <a:lvl5pPr marL="1828251" algn="l" defTabSz="914126" rtl="0" eaLnBrk="1" latinLnBrk="0" hangingPunct="1">
                        <a:defRPr sz="1799" kern="1200">
                          <a:solidFill>
                            <a:schemeClr val="dk1"/>
                          </a:solidFill>
                          <a:latin typeface="Arial"/>
                        </a:defRPr>
                      </a:lvl5pPr>
                      <a:lvl6pPr marL="2285314" algn="l" defTabSz="914126" rtl="0" eaLnBrk="1" latinLnBrk="0" hangingPunct="1">
                        <a:defRPr sz="1799" kern="1200">
                          <a:solidFill>
                            <a:schemeClr val="dk1"/>
                          </a:solidFill>
                          <a:latin typeface="Arial"/>
                        </a:defRPr>
                      </a:lvl6pPr>
                      <a:lvl7pPr marL="2742377" algn="l" defTabSz="914126" rtl="0" eaLnBrk="1" latinLnBrk="0" hangingPunct="1">
                        <a:defRPr sz="1799" kern="1200">
                          <a:solidFill>
                            <a:schemeClr val="dk1"/>
                          </a:solidFill>
                          <a:latin typeface="Arial"/>
                        </a:defRPr>
                      </a:lvl7pPr>
                      <a:lvl8pPr marL="3199440" algn="l" defTabSz="914126" rtl="0" eaLnBrk="1" latinLnBrk="0" hangingPunct="1">
                        <a:defRPr sz="1799" kern="1200">
                          <a:solidFill>
                            <a:schemeClr val="dk1"/>
                          </a:solidFill>
                          <a:latin typeface="Arial"/>
                        </a:defRPr>
                      </a:lvl8pPr>
                      <a:lvl9pPr marL="3656503" algn="l" defTabSz="914126" rtl="0" eaLnBrk="1" latinLnBrk="0" hangingPunct="1">
                        <a:defRPr sz="1799" kern="1200">
                          <a:solidFill>
                            <a:schemeClr val="dk1"/>
                          </a:solidFill>
                          <a:latin typeface="Arial"/>
                        </a:defRPr>
                      </a:lvl9pPr>
                    </a:lstStyle>
                    <a:p>
                      <a:r>
                        <a:rPr lang="en-US" sz="1200" baseline="0" dirty="0"/>
                        <a:t>&gt;  &lt; &lt;= &gt;= == != </a:t>
                      </a:r>
                      <a:endParaRPr lang="en-US" sz="1200" dirty="0"/>
                    </a:p>
                  </a:txBody>
                  <a:tcPr marL="121888" marR="121888">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008CA8">
                        <a:tint val="40000"/>
                      </a:srgbClr>
                    </a:solidFill>
                  </a:tcPr>
                </a:tc>
                <a:extLst>
                  <a:ext uri="{0D108BD9-81ED-4DB2-BD59-A6C34878D82A}">
                    <a16:rowId xmlns:a16="http://schemas.microsoft.com/office/drawing/2014/main" val="10004"/>
                  </a:ext>
                </a:extLst>
              </a:tr>
              <a:tr h="0">
                <a:tc>
                  <a:txBody>
                    <a:bodyPr/>
                    <a:lstStyle>
                      <a:lvl1pPr marL="0" algn="l" defTabSz="914126" rtl="0" eaLnBrk="1" latinLnBrk="0" hangingPunct="1">
                        <a:defRPr sz="1799" b="1" kern="1200">
                          <a:solidFill>
                            <a:schemeClr val="lt1"/>
                          </a:solidFill>
                          <a:latin typeface="Arial"/>
                        </a:defRPr>
                      </a:lvl1pPr>
                      <a:lvl2pPr marL="457063" algn="l" defTabSz="914126" rtl="0" eaLnBrk="1" latinLnBrk="0" hangingPunct="1">
                        <a:defRPr sz="1799" b="1" kern="1200">
                          <a:solidFill>
                            <a:schemeClr val="lt1"/>
                          </a:solidFill>
                          <a:latin typeface="Arial"/>
                        </a:defRPr>
                      </a:lvl2pPr>
                      <a:lvl3pPr marL="914126" algn="l" defTabSz="914126" rtl="0" eaLnBrk="1" latinLnBrk="0" hangingPunct="1">
                        <a:defRPr sz="1799" b="1" kern="1200">
                          <a:solidFill>
                            <a:schemeClr val="lt1"/>
                          </a:solidFill>
                          <a:latin typeface="Arial"/>
                        </a:defRPr>
                      </a:lvl3pPr>
                      <a:lvl4pPr marL="1371189" algn="l" defTabSz="914126" rtl="0" eaLnBrk="1" latinLnBrk="0" hangingPunct="1">
                        <a:defRPr sz="1799" b="1" kern="1200">
                          <a:solidFill>
                            <a:schemeClr val="lt1"/>
                          </a:solidFill>
                          <a:latin typeface="Arial"/>
                        </a:defRPr>
                      </a:lvl4pPr>
                      <a:lvl5pPr marL="1828251" algn="l" defTabSz="914126" rtl="0" eaLnBrk="1" latinLnBrk="0" hangingPunct="1">
                        <a:defRPr sz="1799" b="1" kern="1200">
                          <a:solidFill>
                            <a:schemeClr val="lt1"/>
                          </a:solidFill>
                          <a:latin typeface="Arial"/>
                        </a:defRPr>
                      </a:lvl5pPr>
                      <a:lvl6pPr marL="2285314" algn="l" defTabSz="914126" rtl="0" eaLnBrk="1" latinLnBrk="0" hangingPunct="1">
                        <a:defRPr sz="1799" b="1" kern="1200">
                          <a:solidFill>
                            <a:schemeClr val="lt1"/>
                          </a:solidFill>
                          <a:latin typeface="Arial"/>
                        </a:defRPr>
                      </a:lvl6pPr>
                      <a:lvl7pPr marL="2742377" algn="l" defTabSz="914126" rtl="0" eaLnBrk="1" latinLnBrk="0" hangingPunct="1">
                        <a:defRPr sz="1799" b="1" kern="1200">
                          <a:solidFill>
                            <a:schemeClr val="lt1"/>
                          </a:solidFill>
                          <a:latin typeface="Arial"/>
                        </a:defRPr>
                      </a:lvl7pPr>
                      <a:lvl8pPr marL="3199440" algn="l" defTabSz="914126" rtl="0" eaLnBrk="1" latinLnBrk="0" hangingPunct="1">
                        <a:defRPr sz="1799" b="1" kern="1200">
                          <a:solidFill>
                            <a:schemeClr val="lt1"/>
                          </a:solidFill>
                          <a:latin typeface="Arial"/>
                        </a:defRPr>
                      </a:lvl8pPr>
                      <a:lvl9pPr marL="3656503" algn="l" defTabSz="914126" rtl="0" eaLnBrk="1" latinLnBrk="0" hangingPunct="1">
                        <a:defRPr sz="1799" b="1" kern="1200">
                          <a:solidFill>
                            <a:schemeClr val="lt1"/>
                          </a:solidFill>
                          <a:latin typeface="Arial"/>
                        </a:defRPr>
                      </a:lvl9pPr>
                    </a:lstStyle>
                    <a:p>
                      <a:r>
                        <a:rPr lang="en-US" sz="1200" dirty="0"/>
                        <a:t>Assignment</a:t>
                      </a:r>
                    </a:p>
                  </a:txBody>
                  <a:tcPr marL="121888" marR="121888">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008CA8"/>
                    </a:solidFill>
                  </a:tcPr>
                </a:tc>
                <a:tc>
                  <a:txBody>
                    <a:bodyPr/>
                    <a:lstStyle>
                      <a:lvl1pPr marL="0" algn="l" defTabSz="914126" rtl="0" eaLnBrk="1" latinLnBrk="0" hangingPunct="1">
                        <a:defRPr sz="1799" kern="1200">
                          <a:solidFill>
                            <a:schemeClr val="dk1"/>
                          </a:solidFill>
                          <a:latin typeface="Arial"/>
                        </a:defRPr>
                      </a:lvl1pPr>
                      <a:lvl2pPr marL="457063" algn="l" defTabSz="914126" rtl="0" eaLnBrk="1" latinLnBrk="0" hangingPunct="1">
                        <a:defRPr sz="1799" kern="1200">
                          <a:solidFill>
                            <a:schemeClr val="dk1"/>
                          </a:solidFill>
                          <a:latin typeface="Arial"/>
                        </a:defRPr>
                      </a:lvl2pPr>
                      <a:lvl3pPr marL="914126" algn="l" defTabSz="914126" rtl="0" eaLnBrk="1" latinLnBrk="0" hangingPunct="1">
                        <a:defRPr sz="1799" kern="1200">
                          <a:solidFill>
                            <a:schemeClr val="dk1"/>
                          </a:solidFill>
                          <a:latin typeface="Arial"/>
                        </a:defRPr>
                      </a:lvl3pPr>
                      <a:lvl4pPr marL="1371189" algn="l" defTabSz="914126" rtl="0" eaLnBrk="1" latinLnBrk="0" hangingPunct="1">
                        <a:defRPr sz="1799" kern="1200">
                          <a:solidFill>
                            <a:schemeClr val="dk1"/>
                          </a:solidFill>
                          <a:latin typeface="Arial"/>
                        </a:defRPr>
                      </a:lvl4pPr>
                      <a:lvl5pPr marL="1828251" algn="l" defTabSz="914126" rtl="0" eaLnBrk="1" latinLnBrk="0" hangingPunct="1">
                        <a:defRPr sz="1799" kern="1200">
                          <a:solidFill>
                            <a:schemeClr val="dk1"/>
                          </a:solidFill>
                          <a:latin typeface="Arial"/>
                        </a:defRPr>
                      </a:lvl5pPr>
                      <a:lvl6pPr marL="2285314" algn="l" defTabSz="914126" rtl="0" eaLnBrk="1" latinLnBrk="0" hangingPunct="1">
                        <a:defRPr sz="1799" kern="1200">
                          <a:solidFill>
                            <a:schemeClr val="dk1"/>
                          </a:solidFill>
                          <a:latin typeface="Arial"/>
                        </a:defRPr>
                      </a:lvl6pPr>
                      <a:lvl7pPr marL="2742377" algn="l" defTabSz="914126" rtl="0" eaLnBrk="1" latinLnBrk="0" hangingPunct="1">
                        <a:defRPr sz="1799" kern="1200">
                          <a:solidFill>
                            <a:schemeClr val="dk1"/>
                          </a:solidFill>
                          <a:latin typeface="Arial"/>
                        </a:defRPr>
                      </a:lvl7pPr>
                      <a:lvl8pPr marL="3199440" algn="l" defTabSz="914126" rtl="0" eaLnBrk="1" latinLnBrk="0" hangingPunct="1">
                        <a:defRPr sz="1799" kern="1200">
                          <a:solidFill>
                            <a:schemeClr val="dk1"/>
                          </a:solidFill>
                          <a:latin typeface="Arial"/>
                        </a:defRPr>
                      </a:lvl8pPr>
                      <a:lvl9pPr marL="3656503" algn="l" defTabSz="914126" rtl="0" eaLnBrk="1" latinLnBrk="0" hangingPunct="1">
                        <a:defRPr sz="1799" kern="1200">
                          <a:solidFill>
                            <a:schemeClr val="dk1"/>
                          </a:solidFill>
                          <a:latin typeface="Arial"/>
                        </a:defRPr>
                      </a:lvl9p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200" b="1" kern="1200" dirty="0">
                          <a:solidFill>
                            <a:schemeClr val="dk1"/>
                          </a:solidFill>
                          <a:latin typeface="+mn-lt"/>
                          <a:ea typeface="+mn-ea"/>
                          <a:cs typeface="+mn-cs"/>
                        </a:rPr>
                        <a:t>*=	/=	%=	+=	-=	</a:t>
                      </a:r>
                    </a:p>
                    <a:p>
                      <a:pPr marL="0" marR="0" indent="0" algn="l" defTabSz="457200" rtl="0" eaLnBrk="1" fontAlgn="auto" latinLnBrk="0" hangingPunct="1">
                        <a:lnSpc>
                          <a:spcPct val="100000"/>
                        </a:lnSpc>
                        <a:spcBef>
                          <a:spcPts val="0"/>
                        </a:spcBef>
                        <a:spcAft>
                          <a:spcPts val="0"/>
                        </a:spcAft>
                        <a:buClrTx/>
                        <a:buSzTx/>
                        <a:buFontTx/>
                        <a:buNone/>
                        <a:tabLst/>
                        <a:defRPr/>
                      </a:pPr>
                      <a:r>
                        <a:rPr lang="en-US" sz="1200" b="1" kern="1200" dirty="0">
                          <a:solidFill>
                            <a:schemeClr val="dk1"/>
                          </a:solidFill>
                          <a:latin typeface="+mn-lt"/>
                          <a:ea typeface="+mn-ea"/>
                          <a:cs typeface="+mn-cs"/>
                        </a:rPr>
                        <a:t>&lt;&lt;=</a:t>
                      </a:r>
                      <a:r>
                        <a:rPr lang="en-US" sz="1200" b="1" kern="1200" baseline="0" dirty="0">
                          <a:solidFill>
                            <a:schemeClr val="dk1"/>
                          </a:solidFill>
                          <a:latin typeface="+mn-lt"/>
                          <a:ea typeface="+mn-ea"/>
                          <a:cs typeface="+mn-cs"/>
                        </a:rPr>
                        <a:t> </a:t>
                      </a:r>
                      <a:r>
                        <a:rPr lang="en-US" sz="1200" b="1" kern="1200" dirty="0">
                          <a:solidFill>
                            <a:schemeClr val="dk1"/>
                          </a:solidFill>
                          <a:latin typeface="+mn-lt"/>
                          <a:ea typeface="+mn-ea"/>
                          <a:cs typeface="+mn-cs"/>
                        </a:rPr>
                        <a:t>&gt;&gt;=	&amp;=	^=	|=</a:t>
                      </a:r>
                      <a:endParaRPr lang="en-US" sz="1200" kern="1200" dirty="0">
                        <a:solidFill>
                          <a:schemeClr val="dk1"/>
                        </a:solidFill>
                        <a:latin typeface="+mn-lt"/>
                        <a:ea typeface="+mn-ea"/>
                        <a:cs typeface="+mn-cs"/>
                      </a:endParaRPr>
                    </a:p>
                  </a:txBody>
                  <a:tcPr marL="121888" marR="121888">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008CA8">
                        <a:tint val="20000"/>
                      </a:srgbClr>
                    </a:solidFill>
                  </a:tcPr>
                </a:tc>
                <a:extLst>
                  <a:ext uri="{0D108BD9-81ED-4DB2-BD59-A6C34878D82A}">
                    <a16:rowId xmlns:a16="http://schemas.microsoft.com/office/drawing/2014/main" val="10005"/>
                  </a:ext>
                </a:extLst>
              </a:tr>
            </a:tbl>
          </a:graphicData>
        </a:graphic>
      </p:graphicFrame>
      <p:graphicFrame>
        <p:nvGraphicFramePr>
          <p:cNvPr id="10" name="Content Placeholder 14">
            <a:extLst>
              <a:ext uri="{FF2B5EF4-FFF2-40B4-BE49-F238E27FC236}">
                <a16:creationId xmlns:a16="http://schemas.microsoft.com/office/drawing/2014/main" id="{B58205A9-F63E-4A1A-BB38-7D56B8E5E313}"/>
              </a:ext>
            </a:extLst>
          </p:cNvPr>
          <p:cNvGraphicFramePr>
            <a:graphicFrameLocks/>
          </p:cNvGraphicFramePr>
          <p:nvPr>
            <p:extLst>
              <p:ext uri="{D42A27DB-BD31-4B8C-83A1-F6EECF244321}">
                <p14:modId xmlns:p14="http://schemas.microsoft.com/office/powerpoint/2010/main" val="472939338"/>
              </p:ext>
            </p:extLst>
          </p:nvPr>
        </p:nvGraphicFramePr>
        <p:xfrm>
          <a:off x="874281" y="4157213"/>
          <a:ext cx="10597020" cy="1920240"/>
        </p:xfrm>
        <a:graphic>
          <a:graphicData uri="http://schemas.openxmlformats.org/drawingml/2006/table">
            <a:tbl>
              <a:tblPr firstCol="1" bandRow="1"/>
              <a:tblGrid>
                <a:gridCol w="3225181">
                  <a:extLst>
                    <a:ext uri="{9D8B030D-6E8A-4147-A177-3AD203B41FA5}">
                      <a16:colId xmlns:a16="http://schemas.microsoft.com/office/drawing/2014/main" val="20000"/>
                    </a:ext>
                  </a:extLst>
                </a:gridCol>
                <a:gridCol w="4146660">
                  <a:extLst>
                    <a:ext uri="{9D8B030D-6E8A-4147-A177-3AD203B41FA5}">
                      <a16:colId xmlns:a16="http://schemas.microsoft.com/office/drawing/2014/main" val="20001"/>
                    </a:ext>
                  </a:extLst>
                </a:gridCol>
                <a:gridCol w="3225179">
                  <a:extLst>
                    <a:ext uri="{9D8B030D-6E8A-4147-A177-3AD203B41FA5}">
                      <a16:colId xmlns:a16="http://schemas.microsoft.com/office/drawing/2014/main" val="20002"/>
                    </a:ext>
                  </a:extLst>
                </a:gridCol>
              </a:tblGrid>
              <a:tr h="0">
                <a:tc gridSpan="2">
                  <a:txBody>
                    <a:bodyPr/>
                    <a:lstStyle>
                      <a:lvl1pPr marL="0" algn="l" defTabSz="914126" rtl="0" eaLnBrk="1" latinLnBrk="0" hangingPunct="1">
                        <a:defRPr sz="1799" b="1" kern="1200">
                          <a:solidFill>
                            <a:schemeClr val="lt1"/>
                          </a:solidFill>
                          <a:latin typeface="Arial"/>
                        </a:defRPr>
                      </a:lvl1pPr>
                      <a:lvl2pPr marL="457063" algn="l" defTabSz="914126" rtl="0" eaLnBrk="1" latinLnBrk="0" hangingPunct="1">
                        <a:defRPr sz="1799" b="1" kern="1200">
                          <a:solidFill>
                            <a:schemeClr val="lt1"/>
                          </a:solidFill>
                          <a:latin typeface="Arial"/>
                        </a:defRPr>
                      </a:lvl2pPr>
                      <a:lvl3pPr marL="914126" algn="l" defTabSz="914126" rtl="0" eaLnBrk="1" latinLnBrk="0" hangingPunct="1">
                        <a:defRPr sz="1799" b="1" kern="1200">
                          <a:solidFill>
                            <a:schemeClr val="lt1"/>
                          </a:solidFill>
                          <a:latin typeface="Arial"/>
                        </a:defRPr>
                      </a:lvl3pPr>
                      <a:lvl4pPr marL="1371189" algn="l" defTabSz="914126" rtl="0" eaLnBrk="1" latinLnBrk="0" hangingPunct="1">
                        <a:defRPr sz="1799" b="1" kern="1200">
                          <a:solidFill>
                            <a:schemeClr val="lt1"/>
                          </a:solidFill>
                          <a:latin typeface="Arial"/>
                        </a:defRPr>
                      </a:lvl4pPr>
                      <a:lvl5pPr marL="1828251" algn="l" defTabSz="914126" rtl="0" eaLnBrk="1" latinLnBrk="0" hangingPunct="1">
                        <a:defRPr sz="1799" b="1" kern="1200">
                          <a:solidFill>
                            <a:schemeClr val="lt1"/>
                          </a:solidFill>
                          <a:latin typeface="Arial"/>
                        </a:defRPr>
                      </a:lvl5pPr>
                      <a:lvl6pPr marL="2285314" algn="l" defTabSz="914126" rtl="0" eaLnBrk="1" latinLnBrk="0" hangingPunct="1">
                        <a:defRPr sz="1799" b="1" kern="1200">
                          <a:solidFill>
                            <a:schemeClr val="lt1"/>
                          </a:solidFill>
                          <a:latin typeface="Arial"/>
                        </a:defRPr>
                      </a:lvl6pPr>
                      <a:lvl7pPr marL="2742377" algn="l" defTabSz="914126" rtl="0" eaLnBrk="1" latinLnBrk="0" hangingPunct="1">
                        <a:defRPr sz="1799" b="1" kern="1200">
                          <a:solidFill>
                            <a:schemeClr val="lt1"/>
                          </a:solidFill>
                          <a:latin typeface="Arial"/>
                        </a:defRPr>
                      </a:lvl7pPr>
                      <a:lvl8pPr marL="3199440" algn="l" defTabSz="914126" rtl="0" eaLnBrk="1" latinLnBrk="0" hangingPunct="1">
                        <a:defRPr sz="1799" b="1" kern="1200">
                          <a:solidFill>
                            <a:schemeClr val="lt1"/>
                          </a:solidFill>
                          <a:latin typeface="Arial"/>
                        </a:defRPr>
                      </a:lvl8pPr>
                      <a:lvl9pPr marL="3656503" algn="l" defTabSz="914126" rtl="0" eaLnBrk="1" latinLnBrk="0" hangingPunct="1">
                        <a:defRPr sz="1799" b="1" kern="1200">
                          <a:solidFill>
                            <a:schemeClr val="lt1"/>
                          </a:solidFill>
                          <a:latin typeface="Arial"/>
                        </a:defRPr>
                      </a:lvl9pPr>
                    </a:lstStyle>
                    <a:p>
                      <a:r>
                        <a:rPr lang="en-US" sz="1200" b="1" dirty="0">
                          <a:solidFill>
                            <a:schemeClr val="tx1"/>
                          </a:solidFill>
                        </a:rPr>
                        <a:t>Methods</a:t>
                      </a:r>
                    </a:p>
                  </a:txBody>
                  <a:tcPr marL="121888" marR="121888">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008CA8">
                        <a:lumMod val="40000"/>
                        <a:lumOff val="60000"/>
                      </a:srgbClr>
                    </a:solidFill>
                  </a:tcPr>
                </a:tc>
                <a:tc hMerge="1">
                  <a:txBody>
                    <a:bodyPr/>
                    <a:lstStyle/>
                    <a:p>
                      <a:pPr marL="0" marR="0" indent="0" algn="l" defTabSz="457200" rtl="0" eaLnBrk="1" fontAlgn="auto" latinLnBrk="0" hangingPunct="1">
                        <a:lnSpc>
                          <a:spcPct val="100000"/>
                        </a:lnSpc>
                        <a:spcBef>
                          <a:spcPts val="0"/>
                        </a:spcBef>
                        <a:spcAft>
                          <a:spcPts val="0"/>
                        </a:spcAft>
                        <a:buClrTx/>
                        <a:buSzTx/>
                        <a:buFontTx/>
                        <a:buNone/>
                        <a:tabLst/>
                        <a:defRPr/>
                      </a:pPr>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lvl1pPr marL="0" algn="l" defTabSz="914126" rtl="0" eaLnBrk="1" latinLnBrk="0" hangingPunct="1">
                        <a:defRPr sz="1799" kern="1200">
                          <a:solidFill>
                            <a:schemeClr val="dk1"/>
                          </a:solidFill>
                          <a:latin typeface="Arial"/>
                        </a:defRPr>
                      </a:lvl1pPr>
                      <a:lvl2pPr marL="457063" algn="l" defTabSz="914126" rtl="0" eaLnBrk="1" latinLnBrk="0" hangingPunct="1">
                        <a:defRPr sz="1799" kern="1200">
                          <a:solidFill>
                            <a:schemeClr val="dk1"/>
                          </a:solidFill>
                          <a:latin typeface="Arial"/>
                        </a:defRPr>
                      </a:lvl2pPr>
                      <a:lvl3pPr marL="914126" algn="l" defTabSz="914126" rtl="0" eaLnBrk="1" latinLnBrk="0" hangingPunct="1">
                        <a:defRPr sz="1799" kern="1200">
                          <a:solidFill>
                            <a:schemeClr val="dk1"/>
                          </a:solidFill>
                          <a:latin typeface="Arial"/>
                        </a:defRPr>
                      </a:lvl3pPr>
                      <a:lvl4pPr marL="1371189" algn="l" defTabSz="914126" rtl="0" eaLnBrk="1" latinLnBrk="0" hangingPunct="1">
                        <a:defRPr sz="1799" kern="1200">
                          <a:solidFill>
                            <a:schemeClr val="dk1"/>
                          </a:solidFill>
                          <a:latin typeface="Arial"/>
                        </a:defRPr>
                      </a:lvl4pPr>
                      <a:lvl5pPr marL="1828251" algn="l" defTabSz="914126" rtl="0" eaLnBrk="1" latinLnBrk="0" hangingPunct="1">
                        <a:defRPr sz="1799" kern="1200">
                          <a:solidFill>
                            <a:schemeClr val="dk1"/>
                          </a:solidFill>
                          <a:latin typeface="Arial"/>
                        </a:defRPr>
                      </a:lvl5pPr>
                      <a:lvl6pPr marL="2285314" algn="l" defTabSz="914126" rtl="0" eaLnBrk="1" latinLnBrk="0" hangingPunct="1">
                        <a:defRPr sz="1799" kern="1200">
                          <a:solidFill>
                            <a:schemeClr val="dk1"/>
                          </a:solidFill>
                          <a:latin typeface="Arial"/>
                        </a:defRPr>
                      </a:lvl6pPr>
                      <a:lvl7pPr marL="2742377" algn="l" defTabSz="914126" rtl="0" eaLnBrk="1" latinLnBrk="0" hangingPunct="1">
                        <a:defRPr sz="1799" kern="1200">
                          <a:solidFill>
                            <a:schemeClr val="dk1"/>
                          </a:solidFill>
                          <a:latin typeface="Arial"/>
                        </a:defRPr>
                      </a:lvl7pPr>
                      <a:lvl8pPr marL="3199440" algn="l" defTabSz="914126" rtl="0" eaLnBrk="1" latinLnBrk="0" hangingPunct="1">
                        <a:defRPr sz="1799" kern="1200">
                          <a:solidFill>
                            <a:schemeClr val="dk1"/>
                          </a:solidFill>
                          <a:latin typeface="Arial"/>
                        </a:defRPr>
                      </a:lvl8pPr>
                      <a:lvl9pPr marL="3656503" algn="l" defTabSz="914126" rtl="0" eaLnBrk="1" latinLnBrk="0" hangingPunct="1">
                        <a:defRPr sz="1799" kern="1200">
                          <a:solidFill>
                            <a:schemeClr val="dk1"/>
                          </a:solidFill>
                          <a:latin typeface="Arial"/>
                        </a:defRPr>
                      </a:lvl9pPr>
                    </a:lstStyle>
                    <a:p>
                      <a:r>
                        <a:rPr lang="en-US" sz="1200" b="1" dirty="0">
                          <a:solidFill>
                            <a:schemeClr val="tx1"/>
                          </a:solidFill>
                        </a:rPr>
                        <a:t>Example</a:t>
                      </a:r>
                    </a:p>
                  </a:txBody>
                  <a:tcPr marL="121888" marR="121888">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008CA8">
                        <a:lumMod val="40000"/>
                        <a:lumOff val="60000"/>
                      </a:srgbClr>
                    </a:solidFill>
                  </a:tcPr>
                </a:tc>
                <a:extLst>
                  <a:ext uri="{0D108BD9-81ED-4DB2-BD59-A6C34878D82A}">
                    <a16:rowId xmlns:a16="http://schemas.microsoft.com/office/drawing/2014/main" val="10000"/>
                  </a:ext>
                </a:extLst>
              </a:tr>
              <a:tr h="0">
                <a:tc>
                  <a:txBody>
                    <a:bodyPr/>
                    <a:lstStyle>
                      <a:lvl1pPr marL="0" algn="l" defTabSz="914126" rtl="0" eaLnBrk="1" latinLnBrk="0" hangingPunct="1">
                        <a:defRPr sz="1799" b="1" kern="1200">
                          <a:solidFill>
                            <a:schemeClr val="lt1"/>
                          </a:solidFill>
                          <a:latin typeface="Arial"/>
                        </a:defRPr>
                      </a:lvl1pPr>
                      <a:lvl2pPr marL="457063" algn="l" defTabSz="914126" rtl="0" eaLnBrk="1" latinLnBrk="0" hangingPunct="1">
                        <a:defRPr sz="1799" b="1" kern="1200">
                          <a:solidFill>
                            <a:schemeClr val="lt1"/>
                          </a:solidFill>
                          <a:latin typeface="Arial"/>
                        </a:defRPr>
                      </a:lvl2pPr>
                      <a:lvl3pPr marL="914126" algn="l" defTabSz="914126" rtl="0" eaLnBrk="1" latinLnBrk="0" hangingPunct="1">
                        <a:defRPr sz="1799" b="1" kern="1200">
                          <a:solidFill>
                            <a:schemeClr val="lt1"/>
                          </a:solidFill>
                          <a:latin typeface="Arial"/>
                        </a:defRPr>
                      </a:lvl3pPr>
                      <a:lvl4pPr marL="1371189" algn="l" defTabSz="914126" rtl="0" eaLnBrk="1" latinLnBrk="0" hangingPunct="1">
                        <a:defRPr sz="1799" b="1" kern="1200">
                          <a:solidFill>
                            <a:schemeClr val="lt1"/>
                          </a:solidFill>
                          <a:latin typeface="Arial"/>
                        </a:defRPr>
                      </a:lvl4pPr>
                      <a:lvl5pPr marL="1828251" algn="l" defTabSz="914126" rtl="0" eaLnBrk="1" latinLnBrk="0" hangingPunct="1">
                        <a:defRPr sz="1799" b="1" kern="1200">
                          <a:solidFill>
                            <a:schemeClr val="lt1"/>
                          </a:solidFill>
                          <a:latin typeface="Arial"/>
                        </a:defRPr>
                      </a:lvl5pPr>
                      <a:lvl6pPr marL="2285314" algn="l" defTabSz="914126" rtl="0" eaLnBrk="1" latinLnBrk="0" hangingPunct="1">
                        <a:defRPr sz="1799" b="1" kern="1200">
                          <a:solidFill>
                            <a:schemeClr val="lt1"/>
                          </a:solidFill>
                          <a:latin typeface="Arial"/>
                        </a:defRPr>
                      </a:lvl6pPr>
                      <a:lvl7pPr marL="2742377" algn="l" defTabSz="914126" rtl="0" eaLnBrk="1" latinLnBrk="0" hangingPunct="1">
                        <a:defRPr sz="1799" b="1" kern="1200">
                          <a:solidFill>
                            <a:schemeClr val="lt1"/>
                          </a:solidFill>
                          <a:latin typeface="Arial"/>
                        </a:defRPr>
                      </a:lvl7pPr>
                      <a:lvl8pPr marL="3199440" algn="l" defTabSz="914126" rtl="0" eaLnBrk="1" latinLnBrk="0" hangingPunct="1">
                        <a:defRPr sz="1799" b="1" kern="1200">
                          <a:solidFill>
                            <a:schemeClr val="lt1"/>
                          </a:solidFill>
                          <a:latin typeface="Arial"/>
                        </a:defRPr>
                      </a:lvl8pPr>
                      <a:lvl9pPr marL="3656503" algn="l" defTabSz="914126" rtl="0" eaLnBrk="1" latinLnBrk="0" hangingPunct="1">
                        <a:defRPr sz="1799" b="1" kern="1200">
                          <a:solidFill>
                            <a:schemeClr val="lt1"/>
                          </a:solidFill>
                          <a:latin typeface="Arial"/>
                        </a:defRPr>
                      </a:lvl9pPr>
                    </a:lstStyle>
                    <a:p>
                      <a:r>
                        <a:rPr lang="en-US" sz="1200" b="1" kern="1200" dirty="0">
                          <a:solidFill>
                            <a:schemeClr val="lt1"/>
                          </a:solidFill>
                          <a:latin typeface="+mn-lt"/>
                          <a:ea typeface="+mn-ea"/>
                          <a:cs typeface="+mn-cs"/>
                        </a:rPr>
                        <a:t>To integer </a:t>
                      </a:r>
                      <a:r>
                        <a:rPr lang="en-US" sz="1200" dirty="0"/>
                        <a:t>	</a:t>
                      </a:r>
                    </a:p>
                  </a:txBody>
                  <a:tcPr marL="121888" marR="121888">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008CA8"/>
                    </a:solidFill>
                  </a:tcPr>
                </a:tc>
                <a:tc>
                  <a:txBody>
                    <a:bodyPr/>
                    <a:lstStyle>
                      <a:lvl1pPr marL="0" algn="l" defTabSz="914126" rtl="0" eaLnBrk="1" latinLnBrk="0" hangingPunct="1">
                        <a:defRPr sz="1799" kern="1200">
                          <a:solidFill>
                            <a:schemeClr val="dk1"/>
                          </a:solidFill>
                          <a:latin typeface="Arial"/>
                        </a:defRPr>
                      </a:lvl1pPr>
                      <a:lvl2pPr marL="457063" algn="l" defTabSz="914126" rtl="0" eaLnBrk="1" latinLnBrk="0" hangingPunct="1">
                        <a:defRPr sz="1799" kern="1200">
                          <a:solidFill>
                            <a:schemeClr val="dk1"/>
                          </a:solidFill>
                          <a:latin typeface="Arial"/>
                        </a:defRPr>
                      </a:lvl2pPr>
                      <a:lvl3pPr marL="914126" algn="l" defTabSz="914126" rtl="0" eaLnBrk="1" latinLnBrk="0" hangingPunct="1">
                        <a:defRPr sz="1799" kern="1200">
                          <a:solidFill>
                            <a:schemeClr val="dk1"/>
                          </a:solidFill>
                          <a:latin typeface="Arial"/>
                        </a:defRPr>
                      </a:lvl3pPr>
                      <a:lvl4pPr marL="1371189" algn="l" defTabSz="914126" rtl="0" eaLnBrk="1" latinLnBrk="0" hangingPunct="1">
                        <a:defRPr sz="1799" kern="1200">
                          <a:solidFill>
                            <a:schemeClr val="dk1"/>
                          </a:solidFill>
                          <a:latin typeface="Arial"/>
                        </a:defRPr>
                      </a:lvl4pPr>
                      <a:lvl5pPr marL="1828251" algn="l" defTabSz="914126" rtl="0" eaLnBrk="1" latinLnBrk="0" hangingPunct="1">
                        <a:defRPr sz="1799" kern="1200">
                          <a:solidFill>
                            <a:schemeClr val="dk1"/>
                          </a:solidFill>
                          <a:latin typeface="Arial"/>
                        </a:defRPr>
                      </a:lvl5pPr>
                      <a:lvl6pPr marL="2285314" algn="l" defTabSz="914126" rtl="0" eaLnBrk="1" latinLnBrk="0" hangingPunct="1">
                        <a:defRPr sz="1799" kern="1200">
                          <a:solidFill>
                            <a:schemeClr val="dk1"/>
                          </a:solidFill>
                          <a:latin typeface="Arial"/>
                        </a:defRPr>
                      </a:lvl6pPr>
                      <a:lvl7pPr marL="2742377" algn="l" defTabSz="914126" rtl="0" eaLnBrk="1" latinLnBrk="0" hangingPunct="1">
                        <a:defRPr sz="1799" kern="1200">
                          <a:solidFill>
                            <a:schemeClr val="dk1"/>
                          </a:solidFill>
                          <a:latin typeface="Arial"/>
                        </a:defRPr>
                      </a:lvl7pPr>
                      <a:lvl8pPr marL="3199440" algn="l" defTabSz="914126" rtl="0" eaLnBrk="1" latinLnBrk="0" hangingPunct="1">
                        <a:defRPr sz="1799" kern="1200">
                          <a:solidFill>
                            <a:schemeClr val="dk1"/>
                          </a:solidFill>
                          <a:latin typeface="Arial"/>
                        </a:defRPr>
                      </a:lvl8pPr>
                      <a:lvl9pPr marL="3656503" algn="l" defTabSz="914126" rtl="0" eaLnBrk="1" latinLnBrk="0" hangingPunct="1">
                        <a:defRPr sz="1799" kern="1200">
                          <a:solidFill>
                            <a:schemeClr val="dk1"/>
                          </a:solidFill>
                          <a:latin typeface="Arial"/>
                        </a:defRPr>
                      </a:lvl9p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200" dirty="0"/>
                        <a:t>Convert to an</a:t>
                      </a:r>
                      <a:r>
                        <a:rPr lang="en-US" sz="1200" baseline="0" dirty="0"/>
                        <a:t> integer type</a:t>
                      </a:r>
                      <a:endParaRPr lang="en-US" sz="1200" dirty="0"/>
                    </a:p>
                  </a:txBody>
                  <a:tcPr marL="121888" marR="121888">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008CA8">
                        <a:tint val="20000"/>
                      </a:srgbClr>
                    </a:solidFill>
                  </a:tcPr>
                </a:tc>
                <a:tc>
                  <a:txBody>
                    <a:bodyPr/>
                    <a:lstStyle>
                      <a:lvl1pPr marL="0" algn="l" defTabSz="914126" rtl="0" eaLnBrk="1" latinLnBrk="0" hangingPunct="1">
                        <a:defRPr sz="1799" kern="1200">
                          <a:solidFill>
                            <a:schemeClr val="dk1"/>
                          </a:solidFill>
                          <a:latin typeface="Arial"/>
                        </a:defRPr>
                      </a:lvl1pPr>
                      <a:lvl2pPr marL="457063" algn="l" defTabSz="914126" rtl="0" eaLnBrk="1" latinLnBrk="0" hangingPunct="1">
                        <a:defRPr sz="1799" kern="1200">
                          <a:solidFill>
                            <a:schemeClr val="dk1"/>
                          </a:solidFill>
                          <a:latin typeface="Arial"/>
                        </a:defRPr>
                      </a:lvl2pPr>
                      <a:lvl3pPr marL="914126" algn="l" defTabSz="914126" rtl="0" eaLnBrk="1" latinLnBrk="0" hangingPunct="1">
                        <a:defRPr sz="1799" kern="1200">
                          <a:solidFill>
                            <a:schemeClr val="dk1"/>
                          </a:solidFill>
                          <a:latin typeface="Arial"/>
                        </a:defRPr>
                      </a:lvl3pPr>
                      <a:lvl4pPr marL="1371189" algn="l" defTabSz="914126" rtl="0" eaLnBrk="1" latinLnBrk="0" hangingPunct="1">
                        <a:defRPr sz="1799" kern="1200">
                          <a:solidFill>
                            <a:schemeClr val="dk1"/>
                          </a:solidFill>
                          <a:latin typeface="Arial"/>
                        </a:defRPr>
                      </a:lvl4pPr>
                      <a:lvl5pPr marL="1828251" algn="l" defTabSz="914126" rtl="0" eaLnBrk="1" latinLnBrk="0" hangingPunct="1">
                        <a:defRPr sz="1799" kern="1200">
                          <a:solidFill>
                            <a:schemeClr val="dk1"/>
                          </a:solidFill>
                          <a:latin typeface="Arial"/>
                        </a:defRPr>
                      </a:lvl5pPr>
                      <a:lvl6pPr marL="2285314" algn="l" defTabSz="914126" rtl="0" eaLnBrk="1" latinLnBrk="0" hangingPunct="1">
                        <a:defRPr sz="1799" kern="1200">
                          <a:solidFill>
                            <a:schemeClr val="dk1"/>
                          </a:solidFill>
                          <a:latin typeface="Arial"/>
                        </a:defRPr>
                      </a:lvl6pPr>
                      <a:lvl7pPr marL="2742377" algn="l" defTabSz="914126" rtl="0" eaLnBrk="1" latinLnBrk="0" hangingPunct="1">
                        <a:defRPr sz="1799" kern="1200">
                          <a:solidFill>
                            <a:schemeClr val="dk1"/>
                          </a:solidFill>
                          <a:latin typeface="Arial"/>
                        </a:defRPr>
                      </a:lvl7pPr>
                      <a:lvl8pPr marL="3199440" algn="l" defTabSz="914126" rtl="0" eaLnBrk="1" latinLnBrk="0" hangingPunct="1">
                        <a:defRPr sz="1799" kern="1200">
                          <a:solidFill>
                            <a:schemeClr val="dk1"/>
                          </a:solidFill>
                          <a:latin typeface="Arial"/>
                        </a:defRPr>
                      </a:lvl8pPr>
                      <a:lvl9pPr marL="3656503" algn="l" defTabSz="914126" rtl="0" eaLnBrk="1" latinLnBrk="0" hangingPunct="1">
                        <a:defRPr sz="1799" kern="1200">
                          <a:solidFill>
                            <a:schemeClr val="dk1"/>
                          </a:solidFill>
                          <a:latin typeface="Arial"/>
                        </a:defRPr>
                      </a:lvl9p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200" dirty="0"/>
                        <a:t>res = </a:t>
                      </a:r>
                      <a:r>
                        <a:rPr lang="en-US" sz="1200" dirty="0" err="1"/>
                        <a:t>var.to_int</a:t>
                      </a:r>
                      <a:r>
                        <a:rPr lang="en-US" sz="1200" dirty="0"/>
                        <a:t>();</a:t>
                      </a:r>
                    </a:p>
                  </a:txBody>
                  <a:tcPr marL="121888" marR="121888">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008CA8">
                        <a:tint val="20000"/>
                      </a:srgbClr>
                    </a:solidFill>
                  </a:tcPr>
                </a:tc>
                <a:extLst>
                  <a:ext uri="{0D108BD9-81ED-4DB2-BD59-A6C34878D82A}">
                    <a16:rowId xmlns:a16="http://schemas.microsoft.com/office/drawing/2014/main" val="10001"/>
                  </a:ext>
                </a:extLst>
              </a:tr>
              <a:tr h="117711">
                <a:tc>
                  <a:txBody>
                    <a:bodyPr/>
                    <a:lstStyle>
                      <a:lvl1pPr marL="0" algn="l" defTabSz="914126" rtl="0" eaLnBrk="1" latinLnBrk="0" hangingPunct="1">
                        <a:defRPr sz="1799" b="1" kern="1200">
                          <a:solidFill>
                            <a:schemeClr val="lt1"/>
                          </a:solidFill>
                          <a:latin typeface="Arial"/>
                        </a:defRPr>
                      </a:lvl1pPr>
                      <a:lvl2pPr marL="457063" algn="l" defTabSz="914126" rtl="0" eaLnBrk="1" latinLnBrk="0" hangingPunct="1">
                        <a:defRPr sz="1799" b="1" kern="1200">
                          <a:solidFill>
                            <a:schemeClr val="lt1"/>
                          </a:solidFill>
                          <a:latin typeface="Arial"/>
                        </a:defRPr>
                      </a:lvl2pPr>
                      <a:lvl3pPr marL="914126" algn="l" defTabSz="914126" rtl="0" eaLnBrk="1" latinLnBrk="0" hangingPunct="1">
                        <a:defRPr sz="1799" b="1" kern="1200">
                          <a:solidFill>
                            <a:schemeClr val="lt1"/>
                          </a:solidFill>
                          <a:latin typeface="Arial"/>
                        </a:defRPr>
                      </a:lvl3pPr>
                      <a:lvl4pPr marL="1371189" algn="l" defTabSz="914126" rtl="0" eaLnBrk="1" latinLnBrk="0" hangingPunct="1">
                        <a:defRPr sz="1799" b="1" kern="1200">
                          <a:solidFill>
                            <a:schemeClr val="lt1"/>
                          </a:solidFill>
                          <a:latin typeface="Arial"/>
                        </a:defRPr>
                      </a:lvl4pPr>
                      <a:lvl5pPr marL="1828251" algn="l" defTabSz="914126" rtl="0" eaLnBrk="1" latinLnBrk="0" hangingPunct="1">
                        <a:defRPr sz="1799" b="1" kern="1200">
                          <a:solidFill>
                            <a:schemeClr val="lt1"/>
                          </a:solidFill>
                          <a:latin typeface="Arial"/>
                        </a:defRPr>
                      </a:lvl5pPr>
                      <a:lvl6pPr marL="2285314" algn="l" defTabSz="914126" rtl="0" eaLnBrk="1" latinLnBrk="0" hangingPunct="1">
                        <a:defRPr sz="1799" b="1" kern="1200">
                          <a:solidFill>
                            <a:schemeClr val="lt1"/>
                          </a:solidFill>
                          <a:latin typeface="Arial"/>
                        </a:defRPr>
                      </a:lvl6pPr>
                      <a:lvl7pPr marL="2742377" algn="l" defTabSz="914126" rtl="0" eaLnBrk="1" latinLnBrk="0" hangingPunct="1">
                        <a:defRPr sz="1799" b="1" kern="1200">
                          <a:solidFill>
                            <a:schemeClr val="lt1"/>
                          </a:solidFill>
                          <a:latin typeface="Arial"/>
                        </a:defRPr>
                      </a:lvl7pPr>
                      <a:lvl8pPr marL="3199440" algn="l" defTabSz="914126" rtl="0" eaLnBrk="1" latinLnBrk="0" hangingPunct="1">
                        <a:defRPr sz="1799" b="1" kern="1200">
                          <a:solidFill>
                            <a:schemeClr val="lt1"/>
                          </a:solidFill>
                          <a:latin typeface="Arial"/>
                        </a:defRPr>
                      </a:lvl8pPr>
                      <a:lvl9pPr marL="3656503" algn="l" defTabSz="914126" rtl="0" eaLnBrk="1" latinLnBrk="0" hangingPunct="1">
                        <a:defRPr sz="1799" b="1" kern="1200">
                          <a:solidFill>
                            <a:schemeClr val="lt1"/>
                          </a:solidFill>
                          <a:latin typeface="Arial"/>
                        </a:defRPr>
                      </a:lvl9pPr>
                    </a:lstStyle>
                    <a:p>
                      <a:r>
                        <a:rPr lang="en-US" sz="1200" b="1" kern="1200" dirty="0">
                          <a:solidFill>
                            <a:schemeClr val="lt1"/>
                          </a:solidFill>
                          <a:latin typeface="+mn-lt"/>
                          <a:ea typeface="+mn-ea"/>
                          <a:cs typeface="+mn-cs"/>
                        </a:rPr>
                        <a:t>To unsigned integer </a:t>
                      </a:r>
                      <a:r>
                        <a:rPr lang="en-US" sz="1200" dirty="0"/>
                        <a:t>	</a:t>
                      </a:r>
                    </a:p>
                  </a:txBody>
                  <a:tcPr marL="121888" marR="121888">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008CA8"/>
                    </a:solidFill>
                  </a:tcPr>
                </a:tc>
                <a:tc>
                  <a:txBody>
                    <a:bodyPr/>
                    <a:lstStyle>
                      <a:lvl1pPr marL="0" algn="l" defTabSz="914126" rtl="0" eaLnBrk="1" latinLnBrk="0" hangingPunct="1">
                        <a:defRPr sz="1799" kern="1200">
                          <a:solidFill>
                            <a:schemeClr val="dk1"/>
                          </a:solidFill>
                          <a:latin typeface="Arial"/>
                        </a:defRPr>
                      </a:lvl1pPr>
                      <a:lvl2pPr marL="457063" algn="l" defTabSz="914126" rtl="0" eaLnBrk="1" latinLnBrk="0" hangingPunct="1">
                        <a:defRPr sz="1799" kern="1200">
                          <a:solidFill>
                            <a:schemeClr val="dk1"/>
                          </a:solidFill>
                          <a:latin typeface="Arial"/>
                        </a:defRPr>
                      </a:lvl2pPr>
                      <a:lvl3pPr marL="914126" algn="l" defTabSz="914126" rtl="0" eaLnBrk="1" latinLnBrk="0" hangingPunct="1">
                        <a:defRPr sz="1799" kern="1200">
                          <a:solidFill>
                            <a:schemeClr val="dk1"/>
                          </a:solidFill>
                          <a:latin typeface="Arial"/>
                        </a:defRPr>
                      </a:lvl3pPr>
                      <a:lvl4pPr marL="1371189" algn="l" defTabSz="914126" rtl="0" eaLnBrk="1" latinLnBrk="0" hangingPunct="1">
                        <a:defRPr sz="1799" kern="1200">
                          <a:solidFill>
                            <a:schemeClr val="dk1"/>
                          </a:solidFill>
                          <a:latin typeface="Arial"/>
                        </a:defRPr>
                      </a:lvl4pPr>
                      <a:lvl5pPr marL="1828251" algn="l" defTabSz="914126" rtl="0" eaLnBrk="1" latinLnBrk="0" hangingPunct="1">
                        <a:defRPr sz="1799" kern="1200">
                          <a:solidFill>
                            <a:schemeClr val="dk1"/>
                          </a:solidFill>
                          <a:latin typeface="Arial"/>
                        </a:defRPr>
                      </a:lvl5pPr>
                      <a:lvl6pPr marL="2285314" algn="l" defTabSz="914126" rtl="0" eaLnBrk="1" latinLnBrk="0" hangingPunct="1">
                        <a:defRPr sz="1799" kern="1200">
                          <a:solidFill>
                            <a:schemeClr val="dk1"/>
                          </a:solidFill>
                          <a:latin typeface="Arial"/>
                        </a:defRPr>
                      </a:lvl6pPr>
                      <a:lvl7pPr marL="2742377" algn="l" defTabSz="914126" rtl="0" eaLnBrk="1" latinLnBrk="0" hangingPunct="1">
                        <a:defRPr sz="1799" kern="1200">
                          <a:solidFill>
                            <a:schemeClr val="dk1"/>
                          </a:solidFill>
                          <a:latin typeface="Arial"/>
                        </a:defRPr>
                      </a:lvl7pPr>
                      <a:lvl8pPr marL="3199440" algn="l" defTabSz="914126" rtl="0" eaLnBrk="1" latinLnBrk="0" hangingPunct="1">
                        <a:defRPr sz="1799" kern="1200">
                          <a:solidFill>
                            <a:schemeClr val="dk1"/>
                          </a:solidFill>
                          <a:latin typeface="Arial"/>
                        </a:defRPr>
                      </a:lvl8pPr>
                      <a:lvl9pPr marL="3656503" algn="l" defTabSz="914126" rtl="0" eaLnBrk="1" latinLnBrk="0" hangingPunct="1">
                        <a:defRPr sz="1799" kern="1200">
                          <a:solidFill>
                            <a:schemeClr val="dk1"/>
                          </a:solidFill>
                          <a:latin typeface="Arial"/>
                        </a:defRPr>
                      </a:lvl9p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200" dirty="0"/>
                        <a:t>Convert to an</a:t>
                      </a:r>
                      <a:r>
                        <a:rPr lang="en-US" sz="1200" baseline="0" dirty="0"/>
                        <a:t> unsigned integer type</a:t>
                      </a:r>
                      <a:endParaRPr lang="en-US" sz="1200" dirty="0"/>
                    </a:p>
                  </a:txBody>
                  <a:tcPr marL="121888" marR="121888">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008CA8">
                        <a:tint val="40000"/>
                      </a:srgbClr>
                    </a:solidFill>
                  </a:tcPr>
                </a:tc>
                <a:tc>
                  <a:txBody>
                    <a:bodyPr/>
                    <a:lstStyle>
                      <a:lvl1pPr marL="0" algn="l" defTabSz="914126" rtl="0" eaLnBrk="1" latinLnBrk="0" hangingPunct="1">
                        <a:defRPr sz="1799" kern="1200">
                          <a:solidFill>
                            <a:schemeClr val="dk1"/>
                          </a:solidFill>
                          <a:latin typeface="Arial"/>
                        </a:defRPr>
                      </a:lvl1pPr>
                      <a:lvl2pPr marL="457063" algn="l" defTabSz="914126" rtl="0" eaLnBrk="1" latinLnBrk="0" hangingPunct="1">
                        <a:defRPr sz="1799" kern="1200">
                          <a:solidFill>
                            <a:schemeClr val="dk1"/>
                          </a:solidFill>
                          <a:latin typeface="Arial"/>
                        </a:defRPr>
                      </a:lvl2pPr>
                      <a:lvl3pPr marL="914126" algn="l" defTabSz="914126" rtl="0" eaLnBrk="1" latinLnBrk="0" hangingPunct="1">
                        <a:defRPr sz="1799" kern="1200">
                          <a:solidFill>
                            <a:schemeClr val="dk1"/>
                          </a:solidFill>
                          <a:latin typeface="Arial"/>
                        </a:defRPr>
                      </a:lvl3pPr>
                      <a:lvl4pPr marL="1371189" algn="l" defTabSz="914126" rtl="0" eaLnBrk="1" latinLnBrk="0" hangingPunct="1">
                        <a:defRPr sz="1799" kern="1200">
                          <a:solidFill>
                            <a:schemeClr val="dk1"/>
                          </a:solidFill>
                          <a:latin typeface="Arial"/>
                        </a:defRPr>
                      </a:lvl4pPr>
                      <a:lvl5pPr marL="1828251" algn="l" defTabSz="914126" rtl="0" eaLnBrk="1" latinLnBrk="0" hangingPunct="1">
                        <a:defRPr sz="1799" kern="1200">
                          <a:solidFill>
                            <a:schemeClr val="dk1"/>
                          </a:solidFill>
                          <a:latin typeface="Arial"/>
                        </a:defRPr>
                      </a:lvl5pPr>
                      <a:lvl6pPr marL="2285314" algn="l" defTabSz="914126" rtl="0" eaLnBrk="1" latinLnBrk="0" hangingPunct="1">
                        <a:defRPr sz="1799" kern="1200">
                          <a:solidFill>
                            <a:schemeClr val="dk1"/>
                          </a:solidFill>
                          <a:latin typeface="Arial"/>
                        </a:defRPr>
                      </a:lvl6pPr>
                      <a:lvl7pPr marL="2742377" algn="l" defTabSz="914126" rtl="0" eaLnBrk="1" latinLnBrk="0" hangingPunct="1">
                        <a:defRPr sz="1799" kern="1200">
                          <a:solidFill>
                            <a:schemeClr val="dk1"/>
                          </a:solidFill>
                          <a:latin typeface="Arial"/>
                        </a:defRPr>
                      </a:lvl7pPr>
                      <a:lvl8pPr marL="3199440" algn="l" defTabSz="914126" rtl="0" eaLnBrk="1" latinLnBrk="0" hangingPunct="1">
                        <a:defRPr sz="1799" kern="1200">
                          <a:solidFill>
                            <a:schemeClr val="dk1"/>
                          </a:solidFill>
                          <a:latin typeface="Arial"/>
                        </a:defRPr>
                      </a:lvl8pPr>
                      <a:lvl9pPr marL="3656503" algn="l" defTabSz="914126" rtl="0" eaLnBrk="1" latinLnBrk="0" hangingPunct="1">
                        <a:defRPr sz="1799" kern="1200">
                          <a:solidFill>
                            <a:schemeClr val="dk1"/>
                          </a:solidFill>
                          <a:latin typeface="Arial"/>
                        </a:defRPr>
                      </a:lvl9p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200" dirty="0"/>
                        <a:t>res = </a:t>
                      </a:r>
                      <a:r>
                        <a:rPr lang="en-US" sz="1200" dirty="0" err="1"/>
                        <a:t>var.to_uint</a:t>
                      </a:r>
                      <a:r>
                        <a:rPr lang="en-US" sz="1200" dirty="0"/>
                        <a:t>();</a:t>
                      </a:r>
                    </a:p>
                  </a:txBody>
                  <a:tcPr marL="121888" marR="121888">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008CA8">
                        <a:tint val="40000"/>
                      </a:srgbClr>
                    </a:solidFill>
                  </a:tcPr>
                </a:tc>
                <a:extLst>
                  <a:ext uri="{0D108BD9-81ED-4DB2-BD59-A6C34878D82A}">
                    <a16:rowId xmlns:a16="http://schemas.microsoft.com/office/drawing/2014/main" val="10002"/>
                  </a:ext>
                </a:extLst>
              </a:tr>
              <a:tr h="117711">
                <a:tc>
                  <a:txBody>
                    <a:bodyPr/>
                    <a:lstStyle>
                      <a:lvl1pPr marL="0" algn="l" defTabSz="914126" rtl="0" eaLnBrk="1" latinLnBrk="0" hangingPunct="1">
                        <a:defRPr sz="1799" b="1" kern="1200">
                          <a:solidFill>
                            <a:schemeClr val="lt1"/>
                          </a:solidFill>
                          <a:latin typeface="Arial"/>
                        </a:defRPr>
                      </a:lvl1pPr>
                      <a:lvl2pPr marL="457063" algn="l" defTabSz="914126" rtl="0" eaLnBrk="1" latinLnBrk="0" hangingPunct="1">
                        <a:defRPr sz="1799" b="1" kern="1200">
                          <a:solidFill>
                            <a:schemeClr val="lt1"/>
                          </a:solidFill>
                          <a:latin typeface="Arial"/>
                        </a:defRPr>
                      </a:lvl2pPr>
                      <a:lvl3pPr marL="914126" algn="l" defTabSz="914126" rtl="0" eaLnBrk="1" latinLnBrk="0" hangingPunct="1">
                        <a:defRPr sz="1799" b="1" kern="1200">
                          <a:solidFill>
                            <a:schemeClr val="lt1"/>
                          </a:solidFill>
                          <a:latin typeface="Arial"/>
                        </a:defRPr>
                      </a:lvl3pPr>
                      <a:lvl4pPr marL="1371189" algn="l" defTabSz="914126" rtl="0" eaLnBrk="1" latinLnBrk="0" hangingPunct="1">
                        <a:defRPr sz="1799" b="1" kern="1200">
                          <a:solidFill>
                            <a:schemeClr val="lt1"/>
                          </a:solidFill>
                          <a:latin typeface="Arial"/>
                        </a:defRPr>
                      </a:lvl4pPr>
                      <a:lvl5pPr marL="1828251" algn="l" defTabSz="914126" rtl="0" eaLnBrk="1" latinLnBrk="0" hangingPunct="1">
                        <a:defRPr sz="1799" b="1" kern="1200">
                          <a:solidFill>
                            <a:schemeClr val="lt1"/>
                          </a:solidFill>
                          <a:latin typeface="Arial"/>
                        </a:defRPr>
                      </a:lvl5pPr>
                      <a:lvl6pPr marL="2285314" algn="l" defTabSz="914126" rtl="0" eaLnBrk="1" latinLnBrk="0" hangingPunct="1">
                        <a:defRPr sz="1799" b="1" kern="1200">
                          <a:solidFill>
                            <a:schemeClr val="lt1"/>
                          </a:solidFill>
                          <a:latin typeface="Arial"/>
                        </a:defRPr>
                      </a:lvl6pPr>
                      <a:lvl7pPr marL="2742377" algn="l" defTabSz="914126" rtl="0" eaLnBrk="1" latinLnBrk="0" hangingPunct="1">
                        <a:defRPr sz="1799" b="1" kern="1200">
                          <a:solidFill>
                            <a:schemeClr val="lt1"/>
                          </a:solidFill>
                          <a:latin typeface="Arial"/>
                        </a:defRPr>
                      </a:lvl7pPr>
                      <a:lvl8pPr marL="3199440" algn="l" defTabSz="914126" rtl="0" eaLnBrk="1" latinLnBrk="0" hangingPunct="1">
                        <a:defRPr sz="1799" b="1" kern="1200">
                          <a:solidFill>
                            <a:schemeClr val="lt1"/>
                          </a:solidFill>
                          <a:latin typeface="Arial"/>
                        </a:defRPr>
                      </a:lvl8pPr>
                      <a:lvl9pPr marL="3656503" algn="l" defTabSz="914126" rtl="0" eaLnBrk="1" latinLnBrk="0" hangingPunct="1">
                        <a:defRPr sz="1799" b="1" kern="1200">
                          <a:solidFill>
                            <a:schemeClr val="lt1"/>
                          </a:solidFill>
                          <a:latin typeface="Arial"/>
                        </a:defRPr>
                      </a:lvl9pPr>
                    </a:lstStyle>
                    <a:p>
                      <a:r>
                        <a:rPr lang="en-US" sz="1200" b="1" kern="1200" dirty="0">
                          <a:solidFill>
                            <a:schemeClr val="lt1"/>
                          </a:solidFill>
                          <a:latin typeface="+mn-lt"/>
                          <a:ea typeface="+mn-ea"/>
                          <a:cs typeface="+mn-cs"/>
                        </a:rPr>
                        <a:t>To 64-bit integer </a:t>
                      </a:r>
                      <a:r>
                        <a:rPr lang="en-US" sz="1200" dirty="0"/>
                        <a:t>	</a:t>
                      </a:r>
                    </a:p>
                  </a:txBody>
                  <a:tcPr marL="121888" marR="121888">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008CA8"/>
                    </a:solidFill>
                  </a:tcPr>
                </a:tc>
                <a:tc>
                  <a:txBody>
                    <a:bodyPr/>
                    <a:lstStyle>
                      <a:lvl1pPr marL="0" algn="l" defTabSz="914126" rtl="0" eaLnBrk="1" latinLnBrk="0" hangingPunct="1">
                        <a:defRPr sz="1799" kern="1200">
                          <a:solidFill>
                            <a:schemeClr val="dk1"/>
                          </a:solidFill>
                          <a:latin typeface="Arial"/>
                        </a:defRPr>
                      </a:lvl1pPr>
                      <a:lvl2pPr marL="457063" algn="l" defTabSz="914126" rtl="0" eaLnBrk="1" latinLnBrk="0" hangingPunct="1">
                        <a:defRPr sz="1799" kern="1200">
                          <a:solidFill>
                            <a:schemeClr val="dk1"/>
                          </a:solidFill>
                          <a:latin typeface="Arial"/>
                        </a:defRPr>
                      </a:lvl2pPr>
                      <a:lvl3pPr marL="914126" algn="l" defTabSz="914126" rtl="0" eaLnBrk="1" latinLnBrk="0" hangingPunct="1">
                        <a:defRPr sz="1799" kern="1200">
                          <a:solidFill>
                            <a:schemeClr val="dk1"/>
                          </a:solidFill>
                          <a:latin typeface="Arial"/>
                        </a:defRPr>
                      </a:lvl3pPr>
                      <a:lvl4pPr marL="1371189" algn="l" defTabSz="914126" rtl="0" eaLnBrk="1" latinLnBrk="0" hangingPunct="1">
                        <a:defRPr sz="1799" kern="1200">
                          <a:solidFill>
                            <a:schemeClr val="dk1"/>
                          </a:solidFill>
                          <a:latin typeface="Arial"/>
                        </a:defRPr>
                      </a:lvl4pPr>
                      <a:lvl5pPr marL="1828251" algn="l" defTabSz="914126" rtl="0" eaLnBrk="1" latinLnBrk="0" hangingPunct="1">
                        <a:defRPr sz="1799" kern="1200">
                          <a:solidFill>
                            <a:schemeClr val="dk1"/>
                          </a:solidFill>
                          <a:latin typeface="Arial"/>
                        </a:defRPr>
                      </a:lvl5pPr>
                      <a:lvl6pPr marL="2285314" algn="l" defTabSz="914126" rtl="0" eaLnBrk="1" latinLnBrk="0" hangingPunct="1">
                        <a:defRPr sz="1799" kern="1200">
                          <a:solidFill>
                            <a:schemeClr val="dk1"/>
                          </a:solidFill>
                          <a:latin typeface="Arial"/>
                        </a:defRPr>
                      </a:lvl6pPr>
                      <a:lvl7pPr marL="2742377" algn="l" defTabSz="914126" rtl="0" eaLnBrk="1" latinLnBrk="0" hangingPunct="1">
                        <a:defRPr sz="1799" kern="1200">
                          <a:solidFill>
                            <a:schemeClr val="dk1"/>
                          </a:solidFill>
                          <a:latin typeface="Arial"/>
                        </a:defRPr>
                      </a:lvl7pPr>
                      <a:lvl8pPr marL="3199440" algn="l" defTabSz="914126" rtl="0" eaLnBrk="1" latinLnBrk="0" hangingPunct="1">
                        <a:defRPr sz="1799" kern="1200">
                          <a:solidFill>
                            <a:schemeClr val="dk1"/>
                          </a:solidFill>
                          <a:latin typeface="Arial"/>
                        </a:defRPr>
                      </a:lvl8pPr>
                      <a:lvl9pPr marL="3656503" algn="l" defTabSz="914126" rtl="0" eaLnBrk="1" latinLnBrk="0" hangingPunct="1">
                        <a:defRPr sz="1799" kern="1200">
                          <a:solidFill>
                            <a:schemeClr val="dk1"/>
                          </a:solidFill>
                          <a:latin typeface="Arial"/>
                        </a:defRPr>
                      </a:lvl9p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200" dirty="0"/>
                        <a:t>Convert to a</a:t>
                      </a:r>
                      <a:r>
                        <a:rPr lang="en-US" sz="1200" baseline="0" dirty="0"/>
                        <a:t> 64-bit long </a:t>
                      </a:r>
                      <a:r>
                        <a:rPr lang="en-US" sz="1200" baseline="0" dirty="0" err="1"/>
                        <a:t>long</a:t>
                      </a:r>
                      <a:r>
                        <a:rPr lang="en-US" sz="1200" baseline="0" dirty="0"/>
                        <a:t> type</a:t>
                      </a:r>
                      <a:endParaRPr lang="en-US" sz="1200" dirty="0"/>
                    </a:p>
                  </a:txBody>
                  <a:tcPr marL="121888" marR="121888">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008CA8">
                        <a:tint val="20000"/>
                      </a:srgbClr>
                    </a:solidFill>
                  </a:tcPr>
                </a:tc>
                <a:tc>
                  <a:txBody>
                    <a:bodyPr/>
                    <a:lstStyle>
                      <a:lvl1pPr marL="0" algn="l" defTabSz="914126" rtl="0" eaLnBrk="1" latinLnBrk="0" hangingPunct="1">
                        <a:defRPr sz="1799" kern="1200">
                          <a:solidFill>
                            <a:schemeClr val="dk1"/>
                          </a:solidFill>
                          <a:latin typeface="Arial"/>
                        </a:defRPr>
                      </a:lvl1pPr>
                      <a:lvl2pPr marL="457063" algn="l" defTabSz="914126" rtl="0" eaLnBrk="1" latinLnBrk="0" hangingPunct="1">
                        <a:defRPr sz="1799" kern="1200">
                          <a:solidFill>
                            <a:schemeClr val="dk1"/>
                          </a:solidFill>
                          <a:latin typeface="Arial"/>
                        </a:defRPr>
                      </a:lvl2pPr>
                      <a:lvl3pPr marL="914126" algn="l" defTabSz="914126" rtl="0" eaLnBrk="1" latinLnBrk="0" hangingPunct="1">
                        <a:defRPr sz="1799" kern="1200">
                          <a:solidFill>
                            <a:schemeClr val="dk1"/>
                          </a:solidFill>
                          <a:latin typeface="Arial"/>
                        </a:defRPr>
                      </a:lvl3pPr>
                      <a:lvl4pPr marL="1371189" algn="l" defTabSz="914126" rtl="0" eaLnBrk="1" latinLnBrk="0" hangingPunct="1">
                        <a:defRPr sz="1799" kern="1200">
                          <a:solidFill>
                            <a:schemeClr val="dk1"/>
                          </a:solidFill>
                          <a:latin typeface="Arial"/>
                        </a:defRPr>
                      </a:lvl4pPr>
                      <a:lvl5pPr marL="1828251" algn="l" defTabSz="914126" rtl="0" eaLnBrk="1" latinLnBrk="0" hangingPunct="1">
                        <a:defRPr sz="1799" kern="1200">
                          <a:solidFill>
                            <a:schemeClr val="dk1"/>
                          </a:solidFill>
                          <a:latin typeface="Arial"/>
                        </a:defRPr>
                      </a:lvl5pPr>
                      <a:lvl6pPr marL="2285314" algn="l" defTabSz="914126" rtl="0" eaLnBrk="1" latinLnBrk="0" hangingPunct="1">
                        <a:defRPr sz="1799" kern="1200">
                          <a:solidFill>
                            <a:schemeClr val="dk1"/>
                          </a:solidFill>
                          <a:latin typeface="Arial"/>
                        </a:defRPr>
                      </a:lvl6pPr>
                      <a:lvl7pPr marL="2742377" algn="l" defTabSz="914126" rtl="0" eaLnBrk="1" latinLnBrk="0" hangingPunct="1">
                        <a:defRPr sz="1799" kern="1200">
                          <a:solidFill>
                            <a:schemeClr val="dk1"/>
                          </a:solidFill>
                          <a:latin typeface="Arial"/>
                        </a:defRPr>
                      </a:lvl7pPr>
                      <a:lvl8pPr marL="3199440" algn="l" defTabSz="914126" rtl="0" eaLnBrk="1" latinLnBrk="0" hangingPunct="1">
                        <a:defRPr sz="1799" kern="1200">
                          <a:solidFill>
                            <a:schemeClr val="dk1"/>
                          </a:solidFill>
                          <a:latin typeface="Arial"/>
                        </a:defRPr>
                      </a:lvl8pPr>
                      <a:lvl9pPr marL="3656503" algn="l" defTabSz="914126" rtl="0" eaLnBrk="1" latinLnBrk="0" hangingPunct="1">
                        <a:defRPr sz="1799" kern="1200">
                          <a:solidFill>
                            <a:schemeClr val="dk1"/>
                          </a:solidFill>
                          <a:latin typeface="Arial"/>
                        </a:defRPr>
                      </a:lvl9p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200" dirty="0"/>
                        <a:t>res = var.to_int64();</a:t>
                      </a:r>
                    </a:p>
                  </a:txBody>
                  <a:tcPr marL="121888" marR="121888">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008CA8">
                        <a:tint val="20000"/>
                      </a:srgbClr>
                    </a:solidFill>
                  </a:tcPr>
                </a:tc>
                <a:extLst>
                  <a:ext uri="{0D108BD9-81ED-4DB2-BD59-A6C34878D82A}">
                    <a16:rowId xmlns:a16="http://schemas.microsoft.com/office/drawing/2014/main" val="10003"/>
                  </a:ext>
                </a:extLst>
              </a:tr>
              <a:tr h="117711">
                <a:tc>
                  <a:txBody>
                    <a:bodyPr/>
                    <a:lstStyle>
                      <a:lvl1pPr marL="0" algn="l" defTabSz="914126" rtl="0" eaLnBrk="1" latinLnBrk="0" hangingPunct="1">
                        <a:defRPr sz="1799" b="1" kern="1200">
                          <a:solidFill>
                            <a:schemeClr val="lt1"/>
                          </a:solidFill>
                          <a:latin typeface="Arial"/>
                        </a:defRPr>
                      </a:lvl1pPr>
                      <a:lvl2pPr marL="457063" algn="l" defTabSz="914126" rtl="0" eaLnBrk="1" latinLnBrk="0" hangingPunct="1">
                        <a:defRPr sz="1799" b="1" kern="1200">
                          <a:solidFill>
                            <a:schemeClr val="lt1"/>
                          </a:solidFill>
                          <a:latin typeface="Arial"/>
                        </a:defRPr>
                      </a:lvl2pPr>
                      <a:lvl3pPr marL="914126" algn="l" defTabSz="914126" rtl="0" eaLnBrk="1" latinLnBrk="0" hangingPunct="1">
                        <a:defRPr sz="1799" b="1" kern="1200">
                          <a:solidFill>
                            <a:schemeClr val="lt1"/>
                          </a:solidFill>
                          <a:latin typeface="Arial"/>
                        </a:defRPr>
                      </a:lvl3pPr>
                      <a:lvl4pPr marL="1371189" algn="l" defTabSz="914126" rtl="0" eaLnBrk="1" latinLnBrk="0" hangingPunct="1">
                        <a:defRPr sz="1799" b="1" kern="1200">
                          <a:solidFill>
                            <a:schemeClr val="lt1"/>
                          </a:solidFill>
                          <a:latin typeface="Arial"/>
                        </a:defRPr>
                      </a:lvl4pPr>
                      <a:lvl5pPr marL="1828251" algn="l" defTabSz="914126" rtl="0" eaLnBrk="1" latinLnBrk="0" hangingPunct="1">
                        <a:defRPr sz="1799" b="1" kern="1200">
                          <a:solidFill>
                            <a:schemeClr val="lt1"/>
                          </a:solidFill>
                          <a:latin typeface="Arial"/>
                        </a:defRPr>
                      </a:lvl5pPr>
                      <a:lvl6pPr marL="2285314" algn="l" defTabSz="914126" rtl="0" eaLnBrk="1" latinLnBrk="0" hangingPunct="1">
                        <a:defRPr sz="1799" b="1" kern="1200">
                          <a:solidFill>
                            <a:schemeClr val="lt1"/>
                          </a:solidFill>
                          <a:latin typeface="Arial"/>
                        </a:defRPr>
                      </a:lvl6pPr>
                      <a:lvl7pPr marL="2742377" algn="l" defTabSz="914126" rtl="0" eaLnBrk="1" latinLnBrk="0" hangingPunct="1">
                        <a:defRPr sz="1799" b="1" kern="1200">
                          <a:solidFill>
                            <a:schemeClr val="lt1"/>
                          </a:solidFill>
                          <a:latin typeface="Arial"/>
                        </a:defRPr>
                      </a:lvl7pPr>
                      <a:lvl8pPr marL="3199440" algn="l" defTabSz="914126" rtl="0" eaLnBrk="1" latinLnBrk="0" hangingPunct="1">
                        <a:defRPr sz="1799" b="1" kern="1200">
                          <a:solidFill>
                            <a:schemeClr val="lt1"/>
                          </a:solidFill>
                          <a:latin typeface="Arial"/>
                        </a:defRPr>
                      </a:lvl8pPr>
                      <a:lvl9pPr marL="3656503" algn="l" defTabSz="914126" rtl="0" eaLnBrk="1" latinLnBrk="0" hangingPunct="1">
                        <a:defRPr sz="1799" b="1" kern="1200">
                          <a:solidFill>
                            <a:schemeClr val="lt1"/>
                          </a:solidFill>
                          <a:latin typeface="Arial"/>
                        </a:defRPr>
                      </a:lvl9pPr>
                    </a:lstStyle>
                    <a:p>
                      <a:r>
                        <a:rPr lang="en-US" sz="1200" b="1" kern="1200" dirty="0">
                          <a:solidFill>
                            <a:schemeClr val="lt1"/>
                          </a:solidFill>
                          <a:latin typeface="+mn-lt"/>
                          <a:ea typeface="+mn-ea"/>
                          <a:cs typeface="+mn-cs"/>
                        </a:rPr>
                        <a:t>To 64-bit unsigned integer </a:t>
                      </a:r>
                      <a:r>
                        <a:rPr lang="en-US" sz="1200" dirty="0"/>
                        <a:t>	</a:t>
                      </a:r>
                    </a:p>
                  </a:txBody>
                  <a:tcPr marL="121888" marR="121888">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008CA8"/>
                    </a:solidFill>
                  </a:tcPr>
                </a:tc>
                <a:tc>
                  <a:txBody>
                    <a:bodyPr/>
                    <a:lstStyle>
                      <a:lvl1pPr marL="0" algn="l" defTabSz="914126" rtl="0" eaLnBrk="1" latinLnBrk="0" hangingPunct="1">
                        <a:defRPr sz="1799" kern="1200">
                          <a:solidFill>
                            <a:schemeClr val="dk1"/>
                          </a:solidFill>
                          <a:latin typeface="Arial"/>
                        </a:defRPr>
                      </a:lvl1pPr>
                      <a:lvl2pPr marL="457063" algn="l" defTabSz="914126" rtl="0" eaLnBrk="1" latinLnBrk="0" hangingPunct="1">
                        <a:defRPr sz="1799" kern="1200">
                          <a:solidFill>
                            <a:schemeClr val="dk1"/>
                          </a:solidFill>
                          <a:latin typeface="Arial"/>
                        </a:defRPr>
                      </a:lvl2pPr>
                      <a:lvl3pPr marL="914126" algn="l" defTabSz="914126" rtl="0" eaLnBrk="1" latinLnBrk="0" hangingPunct="1">
                        <a:defRPr sz="1799" kern="1200">
                          <a:solidFill>
                            <a:schemeClr val="dk1"/>
                          </a:solidFill>
                          <a:latin typeface="Arial"/>
                        </a:defRPr>
                      </a:lvl3pPr>
                      <a:lvl4pPr marL="1371189" algn="l" defTabSz="914126" rtl="0" eaLnBrk="1" latinLnBrk="0" hangingPunct="1">
                        <a:defRPr sz="1799" kern="1200">
                          <a:solidFill>
                            <a:schemeClr val="dk1"/>
                          </a:solidFill>
                          <a:latin typeface="Arial"/>
                        </a:defRPr>
                      </a:lvl4pPr>
                      <a:lvl5pPr marL="1828251" algn="l" defTabSz="914126" rtl="0" eaLnBrk="1" latinLnBrk="0" hangingPunct="1">
                        <a:defRPr sz="1799" kern="1200">
                          <a:solidFill>
                            <a:schemeClr val="dk1"/>
                          </a:solidFill>
                          <a:latin typeface="Arial"/>
                        </a:defRPr>
                      </a:lvl5pPr>
                      <a:lvl6pPr marL="2285314" algn="l" defTabSz="914126" rtl="0" eaLnBrk="1" latinLnBrk="0" hangingPunct="1">
                        <a:defRPr sz="1799" kern="1200">
                          <a:solidFill>
                            <a:schemeClr val="dk1"/>
                          </a:solidFill>
                          <a:latin typeface="Arial"/>
                        </a:defRPr>
                      </a:lvl6pPr>
                      <a:lvl7pPr marL="2742377" algn="l" defTabSz="914126" rtl="0" eaLnBrk="1" latinLnBrk="0" hangingPunct="1">
                        <a:defRPr sz="1799" kern="1200">
                          <a:solidFill>
                            <a:schemeClr val="dk1"/>
                          </a:solidFill>
                          <a:latin typeface="Arial"/>
                        </a:defRPr>
                      </a:lvl7pPr>
                      <a:lvl8pPr marL="3199440" algn="l" defTabSz="914126" rtl="0" eaLnBrk="1" latinLnBrk="0" hangingPunct="1">
                        <a:defRPr sz="1799" kern="1200">
                          <a:solidFill>
                            <a:schemeClr val="dk1"/>
                          </a:solidFill>
                          <a:latin typeface="Arial"/>
                        </a:defRPr>
                      </a:lvl8pPr>
                      <a:lvl9pPr marL="3656503" algn="l" defTabSz="914126" rtl="0" eaLnBrk="1" latinLnBrk="0" hangingPunct="1">
                        <a:defRPr sz="1799" kern="1200">
                          <a:solidFill>
                            <a:schemeClr val="dk1"/>
                          </a:solidFill>
                          <a:latin typeface="Arial"/>
                        </a:defRPr>
                      </a:lvl9p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200" dirty="0"/>
                        <a:t>Convert to an</a:t>
                      </a:r>
                      <a:r>
                        <a:rPr lang="en-US" sz="1200" baseline="0" dirty="0"/>
                        <a:t> unsigned long </a:t>
                      </a:r>
                      <a:r>
                        <a:rPr lang="en-US" sz="1200" baseline="0" dirty="0" err="1"/>
                        <a:t>long</a:t>
                      </a:r>
                      <a:r>
                        <a:rPr lang="en-US" sz="1200" baseline="0" dirty="0"/>
                        <a:t> type</a:t>
                      </a:r>
                      <a:endParaRPr lang="en-US" sz="1200" dirty="0"/>
                    </a:p>
                  </a:txBody>
                  <a:tcPr marL="121888" marR="121888">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008CA8">
                        <a:tint val="40000"/>
                      </a:srgbClr>
                    </a:solidFill>
                  </a:tcPr>
                </a:tc>
                <a:tc>
                  <a:txBody>
                    <a:bodyPr/>
                    <a:lstStyle>
                      <a:lvl1pPr marL="0" algn="l" defTabSz="914126" rtl="0" eaLnBrk="1" latinLnBrk="0" hangingPunct="1">
                        <a:defRPr sz="1799" kern="1200">
                          <a:solidFill>
                            <a:schemeClr val="dk1"/>
                          </a:solidFill>
                          <a:latin typeface="Arial"/>
                        </a:defRPr>
                      </a:lvl1pPr>
                      <a:lvl2pPr marL="457063" algn="l" defTabSz="914126" rtl="0" eaLnBrk="1" latinLnBrk="0" hangingPunct="1">
                        <a:defRPr sz="1799" kern="1200">
                          <a:solidFill>
                            <a:schemeClr val="dk1"/>
                          </a:solidFill>
                          <a:latin typeface="Arial"/>
                        </a:defRPr>
                      </a:lvl2pPr>
                      <a:lvl3pPr marL="914126" algn="l" defTabSz="914126" rtl="0" eaLnBrk="1" latinLnBrk="0" hangingPunct="1">
                        <a:defRPr sz="1799" kern="1200">
                          <a:solidFill>
                            <a:schemeClr val="dk1"/>
                          </a:solidFill>
                          <a:latin typeface="Arial"/>
                        </a:defRPr>
                      </a:lvl3pPr>
                      <a:lvl4pPr marL="1371189" algn="l" defTabSz="914126" rtl="0" eaLnBrk="1" latinLnBrk="0" hangingPunct="1">
                        <a:defRPr sz="1799" kern="1200">
                          <a:solidFill>
                            <a:schemeClr val="dk1"/>
                          </a:solidFill>
                          <a:latin typeface="Arial"/>
                        </a:defRPr>
                      </a:lvl4pPr>
                      <a:lvl5pPr marL="1828251" algn="l" defTabSz="914126" rtl="0" eaLnBrk="1" latinLnBrk="0" hangingPunct="1">
                        <a:defRPr sz="1799" kern="1200">
                          <a:solidFill>
                            <a:schemeClr val="dk1"/>
                          </a:solidFill>
                          <a:latin typeface="Arial"/>
                        </a:defRPr>
                      </a:lvl5pPr>
                      <a:lvl6pPr marL="2285314" algn="l" defTabSz="914126" rtl="0" eaLnBrk="1" latinLnBrk="0" hangingPunct="1">
                        <a:defRPr sz="1799" kern="1200">
                          <a:solidFill>
                            <a:schemeClr val="dk1"/>
                          </a:solidFill>
                          <a:latin typeface="Arial"/>
                        </a:defRPr>
                      </a:lvl6pPr>
                      <a:lvl7pPr marL="2742377" algn="l" defTabSz="914126" rtl="0" eaLnBrk="1" latinLnBrk="0" hangingPunct="1">
                        <a:defRPr sz="1799" kern="1200">
                          <a:solidFill>
                            <a:schemeClr val="dk1"/>
                          </a:solidFill>
                          <a:latin typeface="Arial"/>
                        </a:defRPr>
                      </a:lvl7pPr>
                      <a:lvl8pPr marL="3199440" algn="l" defTabSz="914126" rtl="0" eaLnBrk="1" latinLnBrk="0" hangingPunct="1">
                        <a:defRPr sz="1799" kern="1200">
                          <a:solidFill>
                            <a:schemeClr val="dk1"/>
                          </a:solidFill>
                          <a:latin typeface="Arial"/>
                        </a:defRPr>
                      </a:lvl8pPr>
                      <a:lvl9pPr marL="3656503" algn="l" defTabSz="914126" rtl="0" eaLnBrk="1" latinLnBrk="0" hangingPunct="1">
                        <a:defRPr sz="1799" kern="1200">
                          <a:solidFill>
                            <a:schemeClr val="dk1"/>
                          </a:solidFill>
                          <a:latin typeface="Arial"/>
                        </a:defRPr>
                      </a:lvl9p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200" dirty="0"/>
                        <a:t>res = var.to_uint64();</a:t>
                      </a:r>
                    </a:p>
                  </a:txBody>
                  <a:tcPr marL="121888" marR="121888">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008CA8">
                        <a:tint val="40000"/>
                      </a:srgbClr>
                    </a:solidFill>
                  </a:tcPr>
                </a:tc>
                <a:extLst>
                  <a:ext uri="{0D108BD9-81ED-4DB2-BD59-A6C34878D82A}">
                    <a16:rowId xmlns:a16="http://schemas.microsoft.com/office/drawing/2014/main" val="10004"/>
                  </a:ext>
                </a:extLst>
              </a:tr>
              <a:tr h="0">
                <a:tc>
                  <a:txBody>
                    <a:bodyPr/>
                    <a:lstStyle>
                      <a:lvl1pPr marL="0" algn="l" defTabSz="914126" rtl="0" eaLnBrk="1" latinLnBrk="0" hangingPunct="1">
                        <a:defRPr sz="1799" b="1" kern="1200">
                          <a:solidFill>
                            <a:schemeClr val="lt1"/>
                          </a:solidFill>
                          <a:latin typeface="Arial"/>
                        </a:defRPr>
                      </a:lvl1pPr>
                      <a:lvl2pPr marL="457063" algn="l" defTabSz="914126" rtl="0" eaLnBrk="1" latinLnBrk="0" hangingPunct="1">
                        <a:defRPr sz="1799" b="1" kern="1200">
                          <a:solidFill>
                            <a:schemeClr val="lt1"/>
                          </a:solidFill>
                          <a:latin typeface="Arial"/>
                        </a:defRPr>
                      </a:lvl2pPr>
                      <a:lvl3pPr marL="914126" algn="l" defTabSz="914126" rtl="0" eaLnBrk="1" latinLnBrk="0" hangingPunct="1">
                        <a:defRPr sz="1799" b="1" kern="1200">
                          <a:solidFill>
                            <a:schemeClr val="lt1"/>
                          </a:solidFill>
                          <a:latin typeface="Arial"/>
                        </a:defRPr>
                      </a:lvl3pPr>
                      <a:lvl4pPr marL="1371189" algn="l" defTabSz="914126" rtl="0" eaLnBrk="1" latinLnBrk="0" hangingPunct="1">
                        <a:defRPr sz="1799" b="1" kern="1200">
                          <a:solidFill>
                            <a:schemeClr val="lt1"/>
                          </a:solidFill>
                          <a:latin typeface="Arial"/>
                        </a:defRPr>
                      </a:lvl4pPr>
                      <a:lvl5pPr marL="1828251" algn="l" defTabSz="914126" rtl="0" eaLnBrk="1" latinLnBrk="0" hangingPunct="1">
                        <a:defRPr sz="1799" b="1" kern="1200">
                          <a:solidFill>
                            <a:schemeClr val="lt1"/>
                          </a:solidFill>
                          <a:latin typeface="Arial"/>
                        </a:defRPr>
                      </a:lvl5pPr>
                      <a:lvl6pPr marL="2285314" algn="l" defTabSz="914126" rtl="0" eaLnBrk="1" latinLnBrk="0" hangingPunct="1">
                        <a:defRPr sz="1799" b="1" kern="1200">
                          <a:solidFill>
                            <a:schemeClr val="lt1"/>
                          </a:solidFill>
                          <a:latin typeface="Arial"/>
                        </a:defRPr>
                      </a:lvl6pPr>
                      <a:lvl7pPr marL="2742377" algn="l" defTabSz="914126" rtl="0" eaLnBrk="1" latinLnBrk="0" hangingPunct="1">
                        <a:defRPr sz="1799" b="1" kern="1200">
                          <a:solidFill>
                            <a:schemeClr val="lt1"/>
                          </a:solidFill>
                          <a:latin typeface="Arial"/>
                        </a:defRPr>
                      </a:lvl7pPr>
                      <a:lvl8pPr marL="3199440" algn="l" defTabSz="914126" rtl="0" eaLnBrk="1" latinLnBrk="0" hangingPunct="1">
                        <a:defRPr sz="1799" b="1" kern="1200">
                          <a:solidFill>
                            <a:schemeClr val="lt1"/>
                          </a:solidFill>
                          <a:latin typeface="Arial"/>
                        </a:defRPr>
                      </a:lvl8pPr>
                      <a:lvl9pPr marL="3656503" algn="l" defTabSz="914126" rtl="0" eaLnBrk="1" latinLnBrk="0" hangingPunct="1">
                        <a:defRPr sz="1799" b="1" kern="1200">
                          <a:solidFill>
                            <a:schemeClr val="lt1"/>
                          </a:solidFill>
                          <a:latin typeface="Arial"/>
                        </a:defRPr>
                      </a:lvl9pPr>
                    </a:lstStyle>
                    <a:p>
                      <a:r>
                        <a:rPr lang="en-US" sz="1200" b="1" kern="1200" dirty="0">
                          <a:solidFill>
                            <a:schemeClr val="lt1"/>
                          </a:solidFill>
                          <a:latin typeface="+mn-lt"/>
                          <a:ea typeface="+mn-ea"/>
                          <a:cs typeface="+mn-cs"/>
                        </a:rPr>
                        <a:t>To double </a:t>
                      </a:r>
                      <a:r>
                        <a:rPr lang="en-US" sz="1200" dirty="0"/>
                        <a:t>	</a:t>
                      </a:r>
                    </a:p>
                  </a:txBody>
                  <a:tcPr marL="121888" marR="121888">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008CA8"/>
                    </a:solidFill>
                  </a:tcPr>
                </a:tc>
                <a:tc>
                  <a:txBody>
                    <a:bodyPr/>
                    <a:lstStyle>
                      <a:lvl1pPr marL="0" algn="l" defTabSz="914126" rtl="0" eaLnBrk="1" latinLnBrk="0" hangingPunct="1">
                        <a:defRPr sz="1799" kern="1200">
                          <a:solidFill>
                            <a:schemeClr val="dk1"/>
                          </a:solidFill>
                          <a:latin typeface="Arial"/>
                        </a:defRPr>
                      </a:lvl1pPr>
                      <a:lvl2pPr marL="457063" algn="l" defTabSz="914126" rtl="0" eaLnBrk="1" latinLnBrk="0" hangingPunct="1">
                        <a:defRPr sz="1799" kern="1200">
                          <a:solidFill>
                            <a:schemeClr val="dk1"/>
                          </a:solidFill>
                          <a:latin typeface="Arial"/>
                        </a:defRPr>
                      </a:lvl2pPr>
                      <a:lvl3pPr marL="914126" algn="l" defTabSz="914126" rtl="0" eaLnBrk="1" latinLnBrk="0" hangingPunct="1">
                        <a:defRPr sz="1799" kern="1200">
                          <a:solidFill>
                            <a:schemeClr val="dk1"/>
                          </a:solidFill>
                          <a:latin typeface="Arial"/>
                        </a:defRPr>
                      </a:lvl3pPr>
                      <a:lvl4pPr marL="1371189" algn="l" defTabSz="914126" rtl="0" eaLnBrk="1" latinLnBrk="0" hangingPunct="1">
                        <a:defRPr sz="1799" kern="1200">
                          <a:solidFill>
                            <a:schemeClr val="dk1"/>
                          </a:solidFill>
                          <a:latin typeface="Arial"/>
                        </a:defRPr>
                      </a:lvl4pPr>
                      <a:lvl5pPr marL="1828251" algn="l" defTabSz="914126" rtl="0" eaLnBrk="1" latinLnBrk="0" hangingPunct="1">
                        <a:defRPr sz="1799" kern="1200">
                          <a:solidFill>
                            <a:schemeClr val="dk1"/>
                          </a:solidFill>
                          <a:latin typeface="Arial"/>
                        </a:defRPr>
                      </a:lvl5pPr>
                      <a:lvl6pPr marL="2285314" algn="l" defTabSz="914126" rtl="0" eaLnBrk="1" latinLnBrk="0" hangingPunct="1">
                        <a:defRPr sz="1799" kern="1200">
                          <a:solidFill>
                            <a:schemeClr val="dk1"/>
                          </a:solidFill>
                          <a:latin typeface="Arial"/>
                        </a:defRPr>
                      </a:lvl6pPr>
                      <a:lvl7pPr marL="2742377" algn="l" defTabSz="914126" rtl="0" eaLnBrk="1" latinLnBrk="0" hangingPunct="1">
                        <a:defRPr sz="1799" kern="1200">
                          <a:solidFill>
                            <a:schemeClr val="dk1"/>
                          </a:solidFill>
                          <a:latin typeface="Arial"/>
                        </a:defRPr>
                      </a:lvl7pPr>
                      <a:lvl8pPr marL="3199440" algn="l" defTabSz="914126" rtl="0" eaLnBrk="1" latinLnBrk="0" hangingPunct="1">
                        <a:defRPr sz="1799" kern="1200">
                          <a:solidFill>
                            <a:schemeClr val="dk1"/>
                          </a:solidFill>
                          <a:latin typeface="Arial"/>
                        </a:defRPr>
                      </a:lvl8pPr>
                      <a:lvl9pPr marL="3656503" algn="l" defTabSz="914126" rtl="0" eaLnBrk="1" latinLnBrk="0" hangingPunct="1">
                        <a:defRPr sz="1799" kern="1200">
                          <a:solidFill>
                            <a:schemeClr val="dk1"/>
                          </a:solidFill>
                          <a:latin typeface="Arial"/>
                        </a:defRPr>
                      </a:lvl9p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200" dirty="0"/>
                        <a:t>Convert to double </a:t>
                      </a:r>
                      <a:r>
                        <a:rPr lang="en-US" sz="1200" baseline="0" dirty="0"/>
                        <a:t>type</a:t>
                      </a:r>
                      <a:endParaRPr lang="en-US" sz="1200" dirty="0"/>
                    </a:p>
                  </a:txBody>
                  <a:tcPr marL="121888" marR="121888">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008CA8">
                        <a:tint val="20000"/>
                      </a:srgbClr>
                    </a:solidFill>
                  </a:tcPr>
                </a:tc>
                <a:tc>
                  <a:txBody>
                    <a:bodyPr/>
                    <a:lstStyle>
                      <a:lvl1pPr marL="0" algn="l" defTabSz="914126" rtl="0" eaLnBrk="1" latinLnBrk="0" hangingPunct="1">
                        <a:defRPr sz="1799" kern="1200">
                          <a:solidFill>
                            <a:schemeClr val="dk1"/>
                          </a:solidFill>
                          <a:latin typeface="Arial"/>
                        </a:defRPr>
                      </a:lvl1pPr>
                      <a:lvl2pPr marL="457063" algn="l" defTabSz="914126" rtl="0" eaLnBrk="1" latinLnBrk="0" hangingPunct="1">
                        <a:defRPr sz="1799" kern="1200">
                          <a:solidFill>
                            <a:schemeClr val="dk1"/>
                          </a:solidFill>
                          <a:latin typeface="Arial"/>
                        </a:defRPr>
                      </a:lvl2pPr>
                      <a:lvl3pPr marL="914126" algn="l" defTabSz="914126" rtl="0" eaLnBrk="1" latinLnBrk="0" hangingPunct="1">
                        <a:defRPr sz="1799" kern="1200">
                          <a:solidFill>
                            <a:schemeClr val="dk1"/>
                          </a:solidFill>
                          <a:latin typeface="Arial"/>
                        </a:defRPr>
                      </a:lvl3pPr>
                      <a:lvl4pPr marL="1371189" algn="l" defTabSz="914126" rtl="0" eaLnBrk="1" latinLnBrk="0" hangingPunct="1">
                        <a:defRPr sz="1799" kern="1200">
                          <a:solidFill>
                            <a:schemeClr val="dk1"/>
                          </a:solidFill>
                          <a:latin typeface="Arial"/>
                        </a:defRPr>
                      </a:lvl4pPr>
                      <a:lvl5pPr marL="1828251" algn="l" defTabSz="914126" rtl="0" eaLnBrk="1" latinLnBrk="0" hangingPunct="1">
                        <a:defRPr sz="1799" kern="1200">
                          <a:solidFill>
                            <a:schemeClr val="dk1"/>
                          </a:solidFill>
                          <a:latin typeface="Arial"/>
                        </a:defRPr>
                      </a:lvl5pPr>
                      <a:lvl6pPr marL="2285314" algn="l" defTabSz="914126" rtl="0" eaLnBrk="1" latinLnBrk="0" hangingPunct="1">
                        <a:defRPr sz="1799" kern="1200">
                          <a:solidFill>
                            <a:schemeClr val="dk1"/>
                          </a:solidFill>
                          <a:latin typeface="Arial"/>
                        </a:defRPr>
                      </a:lvl6pPr>
                      <a:lvl7pPr marL="2742377" algn="l" defTabSz="914126" rtl="0" eaLnBrk="1" latinLnBrk="0" hangingPunct="1">
                        <a:defRPr sz="1799" kern="1200">
                          <a:solidFill>
                            <a:schemeClr val="dk1"/>
                          </a:solidFill>
                          <a:latin typeface="Arial"/>
                        </a:defRPr>
                      </a:lvl7pPr>
                      <a:lvl8pPr marL="3199440" algn="l" defTabSz="914126" rtl="0" eaLnBrk="1" latinLnBrk="0" hangingPunct="1">
                        <a:defRPr sz="1799" kern="1200">
                          <a:solidFill>
                            <a:schemeClr val="dk1"/>
                          </a:solidFill>
                          <a:latin typeface="Arial"/>
                        </a:defRPr>
                      </a:lvl8pPr>
                      <a:lvl9pPr marL="3656503" algn="l" defTabSz="914126" rtl="0" eaLnBrk="1" latinLnBrk="0" hangingPunct="1">
                        <a:defRPr sz="1799" kern="1200">
                          <a:solidFill>
                            <a:schemeClr val="dk1"/>
                          </a:solidFill>
                          <a:latin typeface="Arial"/>
                        </a:defRPr>
                      </a:lvl9p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200" dirty="0"/>
                        <a:t>res = </a:t>
                      </a:r>
                      <a:r>
                        <a:rPr lang="en-US" sz="1200" dirty="0" err="1"/>
                        <a:t>var.to_double</a:t>
                      </a:r>
                      <a:r>
                        <a:rPr lang="en-US" sz="1200" dirty="0"/>
                        <a:t>();</a:t>
                      </a:r>
                    </a:p>
                  </a:txBody>
                  <a:tcPr marL="121888" marR="121888">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008CA8">
                        <a:tint val="20000"/>
                      </a:srgbClr>
                    </a:solidFill>
                  </a:tcPr>
                </a:tc>
                <a:extLst>
                  <a:ext uri="{0D108BD9-81ED-4DB2-BD59-A6C34878D82A}">
                    <a16:rowId xmlns:a16="http://schemas.microsoft.com/office/drawing/2014/main" val="10005"/>
                  </a:ext>
                </a:extLst>
              </a:tr>
              <a:tr h="0">
                <a:tc>
                  <a:txBody>
                    <a:bodyPr/>
                    <a:lstStyle>
                      <a:lvl1pPr marL="0" algn="l" defTabSz="914126" rtl="0" eaLnBrk="1" latinLnBrk="0" hangingPunct="1">
                        <a:defRPr sz="1799" b="1" kern="1200">
                          <a:solidFill>
                            <a:schemeClr val="lt1"/>
                          </a:solidFill>
                          <a:latin typeface="Arial"/>
                        </a:defRPr>
                      </a:lvl1pPr>
                      <a:lvl2pPr marL="457063" algn="l" defTabSz="914126" rtl="0" eaLnBrk="1" latinLnBrk="0" hangingPunct="1">
                        <a:defRPr sz="1799" b="1" kern="1200">
                          <a:solidFill>
                            <a:schemeClr val="lt1"/>
                          </a:solidFill>
                          <a:latin typeface="Arial"/>
                        </a:defRPr>
                      </a:lvl2pPr>
                      <a:lvl3pPr marL="914126" algn="l" defTabSz="914126" rtl="0" eaLnBrk="1" latinLnBrk="0" hangingPunct="1">
                        <a:defRPr sz="1799" b="1" kern="1200">
                          <a:solidFill>
                            <a:schemeClr val="lt1"/>
                          </a:solidFill>
                          <a:latin typeface="Arial"/>
                        </a:defRPr>
                      </a:lvl3pPr>
                      <a:lvl4pPr marL="1371189" algn="l" defTabSz="914126" rtl="0" eaLnBrk="1" latinLnBrk="0" hangingPunct="1">
                        <a:defRPr sz="1799" b="1" kern="1200">
                          <a:solidFill>
                            <a:schemeClr val="lt1"/>
                          </a:solidFill>
                          <a:latin typeface="Arial"/>
                        </a:defRPr>
                      </a:lvl4pPr>
                      <a:lvl5pPr marL="1828251" algn="l" defTabSz="914126" rtl="0" eaLnBrk="1" latinLnBrk="0" hangingPunct="1">
                        <a:defRPr sz="1799" b="1" kern="1200">
                          <a:solidFill>
                            <a:schemeClr val="lt1"/>
                          </a:solidFill>
                          <a:latin typeface="Arial"/>
                        </a:defRPr>
                      </a:lvl5pPr>
                      <a:lvl6pPr marL="2285314" algn="l" defTabSz="914126" rtl="0" eaLnBrk="1" latinLnBrk="0" hangingPunct="1">
                        <a:defRPr sz="1799" b="1" kern="1200">
                          <a:solidFill>
                            <a:schemeClr val="lt1"/>
                          </a:solidFill>
                          <a:latin typeface="Arial"/>
                        </a:defRPr>
                      </a:lvl6pPr>
                      <a:lvl7pPr marL="2742377" algn="l" defTabSz="914126" rtl="0" eaLnBrk="1" latinLnBrk="0" hangingPunct="1">
                        <a:defRPr sz="1799" b="1" kern="1200">
                          <a:solidFill>
                            <a:schemeClr val="lt1"/>
                          </a:solidFill>
                          <a:latin typeface="Arial"/>
                        </a:defRPr>
                      </a:lvl7pPr>
                      <a:lvl8pPr marL="3199440" algn="l" defTabSz="914126" rtl="0" eaLnBrk="1" latinLnBrk="0" hangingPunct="1">
                        <a:defRPr sz="1799" b="1" kern="1200">
                          <a:solidFill>
                            <a:schemeClr val="lt1"/>
                          </a:solidFill>
                          <a:latin typeface="Arial"/>
                        </a:defRPr>
                      </a:lvl8pPr>
                      <a:lvl9pPr marL="3656503" algn="l" defTabSz="914126" rtl="0" eaLnBrk="1" latinLnBrk="0" hangingPunct="1">
                        <a:defRPr sz="1799" b="1" kern="1200">
                          <a:solidFill>
                            <a:schemeClr val="lt1"/>
                          </a:solidFill>
                          <a:latin typeface="Arial"/>
                        </a:defRPr>
                      </a:lvl9pPr>
                    </a:lstStyle>
                    <a:p>
                      <a:r>
                        <a:rPr lang="en-US" sz="1200" dirty="0"/>
                        <a:t>To ap_int</a:t>
                      </a:r>
                    </a:p>
                  </a:txBody>
                  <a:tcPr marL="121888" marR="121888">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008CA8"/>
                    </a:solidFill>
                  </a:tcPr>
                </a:tc>
                <a:tc>
                  <a:txBody>
                    <a:bodyPr/>
                    <a:lstStyle>
                      <a:lvl1pPr marL="0" algn="l" defTabSz="914126" rtl="0" eaLnBrk="1" latinLnBrk="0" hangingPunct="1">
                        <a:defRPr sz="1799" kern="1200">
                          <a:solidFill>
                            <a:schemeClr val="dk1"/>
                          </a:solidFill>
                          <a:latin typeface="Arial"/>
                        </a:defRPr>
                      </a:lvl1pPr>
                      <a:lvl2pPr marL="457063" algn="l" defTabSz="914126" rtl="0" eaLnBrk="1" latinLnBrk="0" hangingPunct="1">
                        <a:defRPr sz="1799" kern="1200">
                          <a:solidFill>
                            <a:schemeClr val="dk1"/>
                          </a:solidFill>
                          <a:latin typeface="Arial"/>
                        </a:defRPr>
                      </a:lvl2pPr>
                      <a:lvl3pPr marL="914126" algn="l" defTabSz="914126" rtl="0" eaLnBrk="1" latinLnBrk="0" hangingPunct="1">
                        <a:defRPr sz="1799" kern="1200">
                          <a:solidFill>
                            <a:schemeClr val="dk1"/>
                          </a:solidFill>
                          <a:latin typeface="Arial"/>
                        </a:defRPr>
                      </a:lvl3pPr>
                      <a:lvl4pPr marL="1371189" algn="l" defTabSz="914126" rtl="0" eaLnBrk="1" latinLnBrk="0" hangingPunct="1">
                        <a:defRPr sz="1799" kern="1200">
                          <a:solidFill>
                            <a:schemeClr val="dk1"/>
                          </a:solidFill>
                          <a:latin typeface="Arial"/>
                        </a:defRPr>
                      </a:lvl4pPr>
                      <a:lvl5pPr marL="1828251" algn="l" defTabSz="914126" rtl="0" eaLnBrk="1" latinLnBrk="0" hangingPunct="1">
                        <a:defRPr sz="1799" kern="1200">
                          <a:solidFill>
                            <a:schemeClr val="dk1"/>
                          </a:solidFill>
                          <a:latin typeface="Arial"/>
                        </a:defRPr>
                      </a:lvl5pPr>
                      <a:lvl6pPr marL="2285314" algn="l" defTabSz="914126" rtl="0" eaLnBrk="1" latinLnBrk="0" hangingPunct="1">
                        <a:defRPr sz="1799" kern="1200">
                          <a:solidFill>
                            <a:schemeClr val="dk1"/>
                          </a:solidFill>
                          <a:latin typeface="Arial"/>
                        </a:defRPr>
                      </a:lvl6pPr>
                      <a:lvl7pPr marL="2742377" algn="l" defTabSz="914126" rtl="0" eaLnBrk="1" latinLnBrk="0" hangingPunct="1">
                        <a:defRPr sz="1799" kern="1200">
                          <a:solidFill>
                            <a:schemeClr val="dk1"/>
                          </a:solidFill>
                          <a:latin typeface="Arial"/>
                        </a:defRPr>
                      </a:lvl7pPr>
                      <a:lvl8pPr marL="3199440" algn="l" defTabSz="914126" rtl="0" eaLnBrk="1" latinLnBrk="0" hangingPunct="1">
                        <a:defRPr sz="1799" kern="1200">
                          <a:solidFill>
                            <a:schemeClr val="dk1"/>
                          </a:solidFill>
                          <a:latin typeface="Arial"/>
                        </a:defRPr>
                      </a:lvl8pPr>
                      <a:lvl9pPr marL="3656503" algn="l" defTabSz="914126" rtl="0" eaLnBrk="1" latinLnBrk="0" hangingPunct="1">
                        <a:defRPr sz="1799" kern="1200">
                          <a:solidFill>
                            <a:schemeClr val="dk1"/>
                          </a:solidFill>
                          <a:latin typeface="Arial"/>
                        </a:defRPr>
                      </a:lvl9p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200" dirty="0"/>
                        <a:t>Convert to</a:t>
                      </a:r>
                      <a:r>
                        <a:rPr lang="en-US" sz="1200" baseline="0" dirty="0"/>
                        <a:t> an ap_int</a:t>
                      </a:r>
                      <a:endParaRPr lang="en-US" sz="1200" dirty="0"/>
                    </a:p>
                  </a:txBody>
                  <a:tcPr marL="121888" marR="121888">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008CA8">
                        <a:tint val="40000"/>
                      </a:srgbClr>
                    </a:solidFill>
                  </a:tcPr>
                </a:tc>
                <a:tc>
                  <a:txBody>
                    <a:bodyPr/>
                    <a:lstStyle>
                      <a:lvl1pPr marL="0" algn="l" defTabSz="914126" rtl="0" eaLnBrk="1" latinLnBrk="0" hangingPunct="1">
                        <a:defRPr sz="1799" kern="1200">
                          <a:solidFill>
                            <a:schemeClr val="dk1"/>
                          </a:solidFill>
                          <a:latin typeface="Arial"/>
                        </a:defRPr>
                      </a:lvl1pPr>
                      <a:lvl2pPr marL="457063" algn="l" defTabSz="914126" rtl="0" eaLnBrk="1" latinLnBrk="0" hangingPunct="1">
                        <a:defRPr sz="1799" kern="1200">
                          <a:solidFill>
                            <a:schemeClr val="dk1"/>
                          </a:solidFill>
                          <a:latin typeface="Arial"/>
                        </a:defRPr>
                      </a:lvl2pPr>
                      <a:lvl3pPr marL="914126" algn="l" defTabSz="914126" rtl="0" eaLnBrk="1" latinLnBrk="0" hangingPunct="1">
                        <a:defRPr sz="1799" kern="1200">
                          <a:solidFill>
                            <a:schemeClr val="dk1"/>
                          </a:solidFill>
                          <a:latin typeface="Arial"/>
                        </a:defRPr>
                      </a:lvl3pPr>
                      <a:lvl4pPr marL="1371189" algn="l" defTabSz="914126" rtl="0" eaLnBrk="1" latinLnBrk="0" hangingPunct="1">
                        <a:defRPr sz="1799" kern="1200">
                          <a:solidFill>
                            <a:schemeClr val="dk1"/>
                          </a:solidFill>
                          <a:latin typeface="Arial"/>
                        </a:defRPr>
                      </a:lvl4pPr>
                      <a:lvl5pPr marL="1828251" algn="l" defTabSz="914126" rtl="0" eaLnBrk="1" latinLnBrk="0" hangingPunct="1">
                        <a:defRPr sz="1799" kern="1200">
                          <a:solidFill>
                            <a:schemeClr val="dk1"/>
                          </a:solidFill>
                          <a:latin typeface="Arial"/>
                        </a:defRPr>
                      </a:lvl5pPr>
                      <a:lvl6pPr marL="2285314" algn="l" defTabSz="914126" rtl="0" eaLnBrk="1" latinLnBrk="0" hangingPunct="1">
                        <a:defRPr sz="1799" kern="1200">
                          <a:solidFill>
                            <a:schemeClr val="dk1"/>
                          </a:solidFill>
                          <a:latin typeface="Arial"/>
                        </a:defRPr>
                      </a:lvl6pPr>
                      <a:lvl7pPr marL="2742377" algn="l" defTabSz="914126" rtl="0" eaLnBrk="1" latinLnBrk="0" hangingPunct="1">
                        <a:defRPr sz="1799" kern="1200">
                          <a:solidFill>
                            <a:schemeClr val="dk1"/>
                          </a:solidFill>
                          <a:latin typeface="Arial"/>
                        </a:defRPr>
                      </a:lvl7pPr>
                      <a:lvl8pPr marL="3199440" algn="l" defTabSz="914126" rtl="0" eaLnBrk="1" latinLnBrk="0" hangingPunct="1">
                        <a:defRPr sz="1799" kern="1200">
                          <a:solidFill>
                            <a:schemeClr val="dk1"/>
                          </a:solidFill>
                          <a:latin typeface="Arial"/>
                        </a:defRPr>
                      </a:lvl8pPr>
                      <a:lvl9pPr marL="3656503" algn="l" defTabSz="914126" rtl="0" eaLnBrk="1" latinLnBrk="0" hangingPunct="1">
                        <a:defRPr sz="1799" kern="1200">
                          <a:solidFill>
                            <a:schemeClr val="dk1"/>
                          </a:solidFill>
                          <a:latin typeface="Arial"/>
                        </a:defRPr>
                      </a:lvl9p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200" dirty="0"/>
                        <a:t>res = </a:t>
                      </a:r>
                      <a:r>
                        <a:rPr lang="en-US" sz="1200" dirty="0" err="1"/>
                        <a:t>var.to_ap_int</a:t>
                      </a:r>
                      <a:r>
                        <a:rPr lang="en-US" sz="1200" dirty="0"/>
                        <a:t>();</a:t>
                      </a:r>
                    </a:p>
                  </a:txBody>
                  <a:tcPr marL="121888" marR="121888">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008CA8">
                        <a:tint val="40000"/>
                      </a:srgbClr>
                    </a:solidFill>
                  </a:tcPr>
                </a:tc>
                <a:extLst>
                  <a:ext uri="{0D108BD9-81ED-4DB2-BD59-A6C34878D82A}">
                    <a16:rowId xmlns:a16="http://schemas.microsoft.com/office/drawing/2014/main" val="10006"/>
                  </a:ext>
                </a:extLst>
              </a:tr>
            </a:tbl>
          </a:graphicData>
        </a:graphic>
      </p:graphicFrame>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AP_FIXED operators &amp; conversions</a:t>
            </a:r>
          </a:p>
        </p:txBody>
      </p:sp>
      <p:sp>
        <p:nvSpPr>
          <p:cNvPr id="12" name="Slide Number Placeholder 11"/>
          <p:cNvSpPr>
            <a:spLocks noGrp="1"/>
          </p:cNvSpPr>
          <p:nvPr>
            <p:ph type="sldNum" sz="quarter" idx="10"/>
          </p:nvPr>
        </p:nvSpPr>
        <p:spPr/>
        <p:txBody>
          <a:bodyPr/>
          <a:lstStyle/>
          <a:p>
            <a:pPr defTabSz="914400">
              <a:defRPr/>
            </a:pPr>
            <a:r>
              <a:rPr lang="en-US" dirty="0">
                <a:solidFill>
                  <a:srgbClr val="0C0C0C">
                    <a:tint val="75000"/>
                  </a:srgbClr>
                </a:solidFill>
                <a:latin typeface="Arial"/>
              </a:rPr>
              <a:t>Data Types 14- </a:t>
            </a:r>
            <a:fld id="{060BD193-E118-4B16-863C-C8C12C675E3E}" type="slidenum">
              <a:rPr lang="en-US">
                <a:solidFill>
                  <a:srgbClr val="0C0C0C">
                    <a:tint val="75000"/>
                  </a:srgbClr>
                </a:solidFill>
                <a:latin typeface="Arial"/>
              </a:rPr>
              <a:pPr defTabSz="914400">
                <a:defRPr/>
              </a:pPr>
              <a:t>40</a:t>
            </a:fld>
            <a:endParaRPr lang="en-US" dirty="0">
              <a:solidFill>
                <a:srgbClr val="0C0C0C">
                  <a:tint val="75000"/>
                </a:srgbClr>
              </a:solidFill>
              <a:latin typeface="Arial"/>
            </a:endParaRPr>
          </a:p>
        </p:txBody>
      </p:sp>
      <p:sp>
        <p:nvSpPr>
          <p:cNvPr id="3" name="Content Placeholder 2"/>
          <p:cNvSpPr>
            <a:spLocks noGrp="1"/>
          </p:cNvSpPr>
          <p:nvPr>
            <p:ph idx="4294967295"/>
          </p:nvPr>
        </p:nvSpPr>
        <p:spPr>
          <a:xfrm>
            <a:off x="1689101" y="1327150"/>
            <a:ext cx="10501312" cy="4268788"/>
          </a:xfrm>
        </p:spPr>
        <p:txBody>
          <a:bodyPr/>
          <a:lstStyle/>
          <a:p>
            <a:r>
              <a:rPr lang="en-US" dirty="0"/>
              <a:t>Fully Supported for all Arithmetic operator</a:t>
            </a:r>
          </a:p>
          <a:p>
            <a:endParaRPr lang="en-US" dirty="0"/>
          </a:p>
          <a:p>
            <a:endParaRPr lang="en-US" dirty="0"/>
          </a:p>
          <a:p>
            <a:endParaRPr lang="en-US" dirty="0"/>
          </a:p>
          <a:p>
            <a:endParaRPr lang="en-US" dirty="0"/>
          </a:p>
          <a:p>
            <a:endParaRPr lang="en-US" dirty="0"/>
          </a:p>
          <a:p>
            <a:r>
              <a:rPr lang="en-US" dirty="0"/>
              <a:t>Methods for type conversion</a:t>
            </a:r>
          </a:p>
        </p:txBody>
      </p:sp>
      <p:sp>
        <p:nvSpPr>
          <p:cNvPr id="9" name="Slide Number Placeholder 4"/>
          <p:cNvSpPr txBox="1">
            <a:spLocks/>
          </p:cNvSpPr>
          <p:nvPr/>
        </p:nvSpPr>
        <p:spPr>
          <a:xfrm>
            <a:off x="611030" y="6347782"/>
            <a:ext cx="1117309" cy="244475"/>
          </a:xfrm>
          <a:prstGeom prst="rect">
            <a:avLst/>
          </a:prstGeom>
        </p:spPr>
        <p:txBody>
          <a:bodyPr/>
          <a:lstStyle/>
          <a:p>
            <a:pPr defTabSz="457200" fontAlgn="base">
              <a:spcBef>
                <a:spcPct val="0"/>
              </a:spcBef>
              <a:spcAft>
                <a:spcPct val="0"/>
              </a:spcAft>
              <a:defRPr/>
            </a:pPr>
            <a:r>
              <a:rPr lang="en-US" sz="1000" dirty="0">
                <a:solidFill>
                  <a:srgbClr val="FFFFFF"/>
                </a:solidFill>
                <a:latin typeface="Arial" charset="0"/>
                <a:ea typeface="ＭＳ Ｐゴシック" pitchFamily="34" charset="-128"/>
                <a:cs typeface="Arial" charset="0"/>
              </a:rPr>
              <a:t>14- </a:t>
            </a:r>
            <a:fld id="{0E88F696-905B-490D-9D4B-033243675593}" type="slidenum">
              <a:rPr lang="en-US" sz="1000">
                <a:solidFill>
                  <a:srgbClr val="FFFFFF"/>
                </a:solidFill>
                <a:latin typeface="Arial" charset="0"/>
                <a:ea typeface="ＭＳ Ｐゴシック" pitchFamily="34" charset="-128"/>
                <a:cs typeface="Arial" charset="0"/>
              </a:rPr>
              <a:pPr defTabSz="457200" fontAlgn="base">
                <a:spcBef>
                  <a:spcPct val="0"/>
                </a:spcBef>
                <a:spcAft>
                  <a:spcPct val="0"/>
                </a:spcAft>
                <a:defRPr/>
              </a:pPr>
              <a:t>40</a:t>
            </a:fld>
            <a:endParaRPr lang="en-US" sz="1000" dirty="0">
              <a:solidFill>
                <a:srgbClr val="FFFFFF"/>
              </a:solidFill>
              <a:latin typeface="Arial" charset="0"/>
              <a:ea typeface="ＭＳ Ｐゴシック" pitchFamily="34" charset="-128"/>
              <a:cs typeface="Arial" charset="0"/>
            </a:endParaRPr>
          </a:p>
        </p:txBody>
      </p:sp>
      <p:graphicFrame>
        <p:nvGraphicFramePr>
          <p:cNvPr id="8" name="Content Placeholder 14">
            <a:extLst>
              <a:ext uri="{FF2B5EF4-FFF2-40B4-BE49-F238E27FC236}">
                <a16:creationId xmlns:a16="http://schemas.microsoft.com/office/drawing/2014/main" id="{643D16FE-3586-4781-ACF5-277F8AEDC74E}"/>
              </a:ext>
            </a:extLst>
          </p:cNvPr>
          <p:cNvGraphicFramePr>
            <a:graphicFrameLocks/>
          </p:cNvGraphicFramePr>
          <p:nvPr/>
        </p:nvGraphicFramePr>
        <p:xfrm>
          <a:off x="874281" y="1846898"/>
          <a:ext cx="7269453" cy="1828800"/>
        </p:xfrm>
        <a:graphic>
          <a:graphicData uri="http://schemas.openxmlformats.org/drawingml/2006/table">
            <a:tbl>
              <a:tblPr firstCol="1" bandRow="1"/>
              <a:tblGrid>
                <a:gridCol w="2464221">
                  <a:extLst>
                    <a:ext uri="{9D8B030D-6E8A-4147-A177-3AD203B41FA5}">
                      <a16:colId xmlns:a16="http://schemas.microsoft.com/office/drawing/2014/main" val="20000"/>
                    </a:ext>
                  </a:extLst>
                </a:gridCol>
                <a:gridCol w="4805232">
                  <a:extLst>
                    <a:ext uri="{9D8B030D-6E8A-4147-A177-3AD203B41FA5}">
                      <a16:colId xmlns:a16="http://schemas.microsoft.com/office/drawing/2014/main" val="20001"/>
                    </a:ext>
                  </a:extLst>
                </a:gridCol>
              </a:tblGrid>
              <a:tr h="0">
                <a:tc gridSpan="2">
                  <a:txBody>
                    <a:bodyPr/>
                    <a:lstStyle>
                      <a:lvl1pPr marL="0" algn="l" defTabSz="914126" rtl="0" eaLnBrk="1" latinLnBrk="0" hangingPunct="1">
                        <a:defRPr sz="1799" b="1" kern="1200">
                          <a:solidFill>
                            <a:schemeClr val="lt1"/>
                          </a:solidFill>
                          <a:latin typeface="Arial"/>
                        </a:defRPr>
                      </a:lvl1pPr>
                      <a:lvl2pPr marL="457063" algn="l" defTabSz="914126" rtl="0" eaLnBrk="1" latinLnBrk="0" hangingPunct="1">
                        <a:defRPr sz="1799" b="1" kern="1200">
                          <a:solidFill>
                            <a:schemeClr val="lt1"/>
                          </a:solidFill>
                          <a:latin typeface="Arial"/>
                        </a:defRPr>
                      </a:lvl2pPr>
                      <a:lvl3pPr marL="914126" algn="l" defTabSz="914126" rtl="0" eaLnBrk="1" latinLnBrk="0" hangingPunct="1">
                        <a:defRPr sz="1799" b="1" kern="1200">
                          <a:solidFill>
                            <a:schemeClr val="lt1"/>
                          </a:solidFill>
                          <a:latin typeface="Arial"/>
                        </a:defRPr>
                      </a:lvl3pPr>
                      <a:lvl4pPr marL="1371189" algn="l" defTabSz="914126" rtl="0" eaLnBrk="1" latinLnBrk="0" hangingPunct="1">
                        <a:defRPr sz="1799" b="1" kern="1200">
                          <a:solidFill>
                            <a:schemeClr val="lt1"/>
                          </a:solidFill>
                          <a:latin typeface="Arial"/>
                        </a:defRPr>
                      </a:lvl4pPr>
                      <a:lvl5pPr marL="1828251" algn="l" defTabSz="914126" rtl="0" eaLnBrk="1" latinLnBrk="0" hangingPunct="1">
                        <a:defRPr sz="1799" b="1" kern="1200">
                          <a:solidFill>
                            <a:schemeClr val="lt1"/>
                          </a:solidFill>
                          <a:latin typeface="Arial"/>
                        </a:defRPr>
                      </a:lvl5pPr>
                      <a:lvl6pPr marL="2285314" algn="l" defTabSz="914126" rtl="0" eaLnBrk="1" latinLnBrk="0" hangingPunct="1">
                        <a:defRPr sz="1799" b="1" kern="1200">
                          <a:solidFill>
                            <a:schemeClr val="lt1"/>
                          </a:solidFill>
                          <a:latin typeface="Arial"/>
                        </a:defRPr>
                      </a:lvl6pPr>
                      <a:lvl7pPr marL="2742377" algn="l" defTabSz="914126" rtl="0" eaLnBrk="1" latinLnBrk="0" hangingPunct="1">
                        <a:defRPr sz="1799" b="1" kern="1200">
                          <a:solidFill>
                            <a:schemeClr val="lt1"/>
                          </a:solidFill>
                          <a:latin typeface="Arial"/>
                        </a:defRPr>
                      </a:lvl7pPr>
                      <a:lvl8pPr marL="3199440" algn="l" defTabSz="914126" rtl="0" eaLnBrk="1" latinLnBrk="0" hangingPunct="1">
                        <a:defRPr sz="1799" b="1" kern="1200">
                          <a:solidFill>
                            <a:schemeClr val="lt1"/>
                          </a:solidFill>
                          <a:latin typeface="Arial"/>
                        </a:defRPr>
                      </a:lvl8pPr>
                      <a:lvl9pPr marL="3656503" algn="l" defTabSz="914126" rtl="0" eaLnBrk="1" latinLnBrk="0" hangingPunct="1">
                        <a:defRPr sz="1799" b="1" kern="1200">
                          <a:solidFill>
                            <a:schemeClr val="lt1"/>
                          </a:solidFill>
                          <a:latin typeface="Arial"/>
                        </a:defRPr>
                      </a:lvl9pPr>
                    </a:lstStyle>
                    <a:p>
                      <a:r>
                        <a:rPr lang="en-US" sz="1200" b="1" dirty="0">
                          <a:solidFill>
                            <a:schemeClr val="tx1"/>
                          </a:solidFill>
                        </a:rPr>
                        <a:t>Operations</a:t>
                      </a:r>
                    </a:p>
                  </a:txBody>
                  <a:tcPr marL="121888" marR="121888">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008CA8">
                        <a:lumMod val="40000"/>
                        <a:lumOff val="60000"/>
                      </a:srgbClr>
                    </a:solidFill>
                  </a:tcPr>
                </a:tc>
                <a:tc hMerge="1">
                  <a:txBody>
                    <a:bodyPr/>
                    <a:lstStyle/>
                    <a:p>
                      <a:pPr marL="0" marR="0" indent="0" algn="l" defTabSz="457200" rtl="0" eaLnBrk="1" fontAlgn="auto" latinLnBrk="0" hangingPunct="1">
                        <a:lnSpc>
                          <a:spcPct val="100000"/>
                        </a:lnSpc>
                        <a:spcBef>
                          <a:spcPts val="0"/>
                        </a:spcBef>
                        <a:spcAft>
                          <a:spcPts val="0"/>
                        </a:spcAft>
                        <a:buClrTx/>
                        <a:buSzTx/>
                        <a:buFontTx/>
                        <a:buNone/>
                        <a:tabLst/>
                        <a:defRPr/>
                      </a:pPr>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0">
                <a:tc>
                  <a:txBody>
                    <a:bodyPr/>
                    <a:lstStyle>
                      <a:lvl1pPr marL="0" algn="l" defTabSz="914126" rtl="0" eaLnBrk="1" latinLnBrk="0" hangingPunct="1">
                        <a:defRPr sz="1799" b="1" kern="1200">
                          <a:solidFill>
                            <a:schemeClr val="lt1"/>
                          </a:solidFill>
                          <a:latin typeface="Arial"/>
                        </a:defRPr>
                      </a:lvl1pPr>
                      <a:lvl2pPr marL="457063" algn="l" defTabSz="914126" rtl="0" eaLnBrk="1" latinLnBrk="0" hangingPunct="1">
                        <a:defRPr sz="1799" b="1" kern="1200">
                          <a:solidFill>
                            <a:schemeClr val="lt1"/>
                          </a:solidFill>
                          <a:latin typeface="Arial"/>
                        </a:defRPr>
                      </a:lvl2pPr>
                      <a:lvl3pPr marL="914126" algn="l" defTabSz="914126" rtl="0" eaLnBrk="1" latinLnBrk="0" hangingPunct="1">
                        <a:defRPr sz="1799" b="1" kern="1200">
                          <a:solidFill>
                            <a:schemeClr val="lt1"/>
                          </a:solidFill>
                          <a:latin typeface="Arial"/>
                        </a:defRPr>
                      </a:lvl3pPr>
                      <a:lvl4pPr marL="1371189" algn="l" defTabSz="914126" rtl="0" eaLnBrk="1" latinLnBrk="0" hangingPunct="1">
                        <a:defRPr sz="1799" b="1" kern="1200">
                          <a:solidFill>
                            <a:schemeClr val="lt1"/>
                          </a:solidFill>
                          <a:latin typeface="Arial"/>
                        </a:defRPr>
                      </a:lvl4pPr>
                      <a:lvl5pPr marL="1828251" algn="l" defTabSz="914126" rtl="0" eaLnBrk="1" latinLnBrk="0" hangingPunct="1">
                        <a:defRPr sz="1799" b="1" kern="1200">
                          <a:solidFill>
                            <a:schemeClr val="lt1"/>
                          </a:solidFill>
                          <a:latin typeface="Arial"/>
                        </a:defRPr>
                      </a:lvl5pPr>
                      <a:lvl6pPr marL="2285314" algn="l" defTabSz="914126" rtl="0" eaLnBrk="1" latinLnBrk="0" hangingPunct="1">
                        <a:defRPr sz="1799" b="1" kern="1200">
                          <a:solidFill>
                            <a:schemeClr val="lt1"/>
                          </a:solidFill>
                          <a:latin typeface="Arial"/>
                        </a:defRPr>
                      </a:lvl6pPr>
                      <a:lvl7pPr marL="2742377" algn="l" defTabSz="914126" rtl="0" eaLnBrk="1" latinLnBrk="0" hangingPunct="1">
                        <a:defRPr sz="1799" b="1" kern="1200">
                          <a:solidFill>
                            <a:schemeClr val="lt1"/>
                          </a:solidFill>
                          <a:latin typeface="Arial"/>
                        </a:defRPr>
                      </a:lvl7pPr>
                      <a:lvl8pPr marL="3199440" algn="l" defTabSz="914126" rtl="0" eaLnBrk="1" latinLnBrk="0" hangingPunct="1">
                        <a:defRPr sz="1799" b="1" kern="1200">
                          <a:solidFill>
                            <a:schemeClr val="lt1"/>
                          </a:solidFill>
                          <a:latin typeface="Arial"/>
                        </a:defRPr>
                      </a:lvl8pPr>
                      <a:lvl9pPr marL="3656503" algn="l" defTabSz="914126" rtl="0" eaLnBrk="1" latinLnBrk="0" hangingPunct="1">
                        <a:defRPr sz="1799" b="1" kern="1200">
                          <a:solidFill>
                            <a:schemeClr val="lt1"/>
                          </a:solidFill>
                          <a:latin typeface="Arial"/>
                        </a:defRPr>
                      </a:lvl9pPr>
                    </a:lstStyle>
                    <a:p>
                      <a:r>
                        <a:rPr lang="en-US" sz="1200" dirty="0"/>
                        <a:t>Arithmetic	</a:t>
                      </a:r>
                    </a:p>
                  </a:txBody>
                  <a:tcPr marL="121888" marR="121888">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008CA8"/>
                    </a:solidFill>
                  </a:tcPr>
                </a:tc>
                <a:tc>
                  <a:txBody>
                    <a:bodyPr/>
                    <a:lstStyle>
                      <a:lvl1pPr marL="0" algn="l" defTabSz="914126" rtl="0" eaLnBrk="1" latinLnBrk="0" hangingPunct="1">
                        <a:defRPr sz="1799" kern="1200">
                          <a:solidFill>
                            <a:schemeClr val="dk1"/>
                          </a:solidFill>
                          <a:latin typeface="Arial"/>
                        </a:defRPr>
                      </a:lvl1pPr>
                      <a:lvl2pPr marL="457063" algn="l" defTabSz="914126" rtl="0" eaLnBrk="1" latinLnBrk="0" hangingPunct="1">
                        <a:defRPr sz="1799" kern="1200">
                          <a:solidFill>
                            <a:schemeClr val="dk1"/>
                          </a:solidFill>
                          <a:latin typeface="Arial"/>
                        </a:defRPr>
                      </a:lvl2pPr>
                      <a:lvl3pPr marL="914126" algn="l" defTabSz="914126" rtl="0" eaLnBrk="1" latinLnBrk="0" hangingPunct="1">
                        <a:defRPr sz="1799" kern="1200">
                          <a:solidFill>
                            <a:schemeClr val="dk1"/>
                          </a:solidFill>
                          <a:latin typeface="Arial"/>
                        </a:defRPr>
                      </a:lvl3pPr>
                      <a:lvl4pPr marL="1371189" algn="l" defTabSz="914126" rtl="0" eaLnBrk="1" latinLnBrk="0" hangingPunct="1">
                        <a:defRPr sz="1799" kern="1200">
                          <a:solidFill>
                            <a:schemeClr val="dk1"/>
                          </a:solidFill>
                          <a:latin typeface="Arial"/>
                        </a:defRPr>
                      </a:lvl4pPr>
                      <a:lvl5pPr marL="1828251" algn="l" defTabSz="914126" rtl="0" eaLnBrk="1" latinLnBrk="0" hangingPunct="1">
                        <a:defRPr sz="1799" kern="1200">
                          <a:solidFill>
                            <a:schemeClr val="dk1"/>
                          </a:solidFill>
                          <a:latin typeface="Arial"/>
                        </a:defRPr>
                      </a:lvl5pPr>
                      <a:lvl6pPr marL="2285314" algn="l" defTabSz="914126" rtl="0" eaLnBrk="1" latinLnBrk="0" hangingPunct="1">
                        <a:defRPr sz="1799" kern="1200">
                          <a:solidFill>
                            <a:schemeClr val="dk1"/>
                          </a:solidFill>
                          <a:latin typeface="Arial"/>
                        </a:defRPr>
                      </a:lvl6pPr>
                      <a:lvl7pPr marL="2742377" algn="l" defTabSz="914126" rtl="0" eaLnBrk="1" latinLnBrk="0" hangingPunct="1">
                        <a:defRPr sz="1799" kern="1200">
                          <a:solidFill>
                            <a:schemeClr val="dk1"/>
                          </a:solidFill>
                          <a:latin typeface="Arial"/>
                        </a:defRPr>
                      </a:lvl7pPr>
                      <a:lvl8pPr marL="3199440" algn="l" defTabSz="914126" rtl="0" eaLnBrk="1" latinLnBrk="0" hangingPunct="1">
                        <a:defRPr sz="1799" kern="1200">
                          <a:solidFill>
                            <a:schemeClr val="dk1"/>
                          </a:solidFill>
                          <a:latin typeface="Arial"/>
                        </a:defRPr>
                      </a:lvl8pPr>
                      <a:lvl9pPr marL="3656503" algn="l" defTabSz="914126" rtl="0" eaLnBrk="1" latinLnBrk="0" hangingPunct="1">
                        <a:defRPr sz="1799" kern="1200">
                          <a:solidFill>
                            <a:schemeClr val="dk1"/>
                          </a:solidFill>
                          <a:latin typeface="Arial"/>
                        </a:defRPr>
                      </a:lvl9p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200" dirty="0"/>
                        <a:t>+ - * / % ++ -- </a:t>
                      </a:r>
                    </a:p>
                  </a:txBody>
                  <a:tcPr marL="121888" marR="121888">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008CA8">
                        <a:tint val="20000"/>
                      </a:srgbClr>
                    </a:solidFill>
                  </a:tcPr>
                </a:tc>
                <a:extLst>
                  <a:ext uri="{0D108BD9-81ED-4DB2-BD59-A6C34878D82A}">
                    <a16:rowId xmlns:a16="http://schemas.microsoft.com/office/drawing/2014/main" val="10001"/>
                  </a:ext>
                </a:extLst>
              </a:tr>
              <a:tr h="117711">
                <a:tc>
                  <a:txBody>
                    <a:bodyPr/>
                    <a:lstStyle>
                      <a:lvl1pPr marL="0" algn="l" defTabSz="914126" rtl="0" eaLnBrk="1" latinLnBrk="0" hangingPunct="1">
                        <a:defRPr sz="1799" b="1" kern="1200">
                          <a:solidFill>
                            <a:schemeClr val="lt1"/>
                          </a:solidFill>
                          <a:latin typeface="Arial"/>
                        </a:defRPr>
                      </a:lvl1pPr>
                      <a:lvl2pPr marL="457063" algn="l" defTabSz="914126" rtl="0" eaLnBrk="1" latinLnBrk="0" hangingPunct="1">
                        <a:defRPr sz="1799" b="1" kern="1200">
                          <a:solidFill>
                            <a:schemeClr val="lt1"/>
                          </a:solidFill>
                          <a:latin typeface="Arial"/>
                        </a:defRPr>
                      </a:lvl2pPr>
                      <a:lvl3pPr marL="914126" algn="l" defTabSz="914126" rtl="0" eaLnBrk="1" latinLnBrk="0" hangingPunct="1">
                        <a:defRPr sz="1799" b="1" kern="1200">
                          <a:solidFill>
                            <a:schemeClr val="lt1"/>
                          </a:solidFill>
                          <a:latin typeface="Arial"/>
                        </a:defRPr>
                      </a:lvl3pPr>
                      <a:lvl4pPr marL="1371189" algn="l" defTabSz="914126" rtl="0" eaLnBrk="1" latinLnBrk="0" hangingPunct="1">
                        <a:defRPr sz="1799" b="1" kern="1200">
                          <a:solidFill>
                            <a:schemeClr val="lt1"/>
                          </a:solidFill>
                          <a:latin typeface="Arial"/>
                        </a:defRPr>
                      </a:lvl4pPr>
                      <a:lvl5pPr marL="1828251" algn="l" defTabSz="914126" rtl="0" eaLnBrk="1" latinLnBrk="0" hangingPunct="1">
                        <a:defRPr sz="1799" b="1" kern="1200">
                          <a:solidFill>
                            <a:schemeClr val="lt1"/>
                          </a:solidFill>
                          <a:latin typeface="Arial"/>
                        </a:defRPr>
                      </a:lvl5pPr>
                      <a:lvl6pPr marL="2285314" algn="l" defTabSz="914126" rtl="0" eaLnBrk="1" latinLnBrk="0" hangingPunct="1">
                        <a:defRPr sz="1799" b="1" kern="1200">
                          <a:solidFill>
                            <a:schemeClr val="lt1"/>
                          </a:solidFill>
                          <a:latin typeface="Arial"/>
                        </a:defRPr>
                      </a:lvl6pPr>
                      <a:lvl7pPr marL="2742377" algn="l" defTabSz="914126" rtl="0" eaLnBrk="1" latinLnBrk="0" hangingPunct="1">
                        <a:defRPr sz="1799" b="1" kern="1200">
                          <a:solidFill>
                            <a:schemeClr val="lt1"/>
                          </a:solidFill>
                          <a:latin typeface="Arial"/>
                        </a:defRPr>
                      </a:lvl7pPr>
                      <a:lvl8pPr marL="3199440" algn="l" defTabSz="914126" rtl="0" eaLnBrk="1" latinLnBrk="0" hangingPunct="1">
                        <a:defRPr sz="1799" b="1" kern="1200">
                          <a:solidFill>
                            <a:schemeClr val="lt1"/>
                          </a:solidFill>
                          <a:latin typeface="Arial"/>
                        </a:defRPr>
                      </a:lvl8pPr>
                      <a:lvl9pPr marL="3656503" algn="l" defTabSz="914126" rtl="0" eaLnBrk="1" latinLnBrk="0" hangingPunct="1">
                        <a:defRPr sz="1799" b="1" kern="1200">
                          <a:solidFill>
                            <a:schemeClr val="lt1"/>
                          </a:solidFill>
                          <a:latin typeface="Arial"/>
                        </a:defRPr>
                      </a:lvl9pPr>
                    </a:lstStyle>
                    <a:p>
                      <a:r>
                        <a:rPr lang="en-US" sz="1200" dirty="0"/>
                        <a:t>Logical</a:t>
                      </a:r>
                    </a:p>
                  </a:txBody>
                  <a:tcPr marL="121888" marR="121888">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008CA8"/>
                    </a:solidFill>
                  </a:tcPr>
                </a:tc>
                <a:tc>
                  <a:txBody>
                    <a:bodyPr/>
                    <a:lstStyle>
                      <a:lvl1pPr marL="0" algn="l" defTabSz="914126" rtl="0" eaLnBrk="1" latinLnBrk="0" hangingPunct="1">
                        <a:defRPr sz="1799" kern="1200">
                          <a:solidFill>
                            <a:schemeClr val="dk1"/>
                          </a:solidFill>
                          <a:latin typeface="Arial"/>
                        </a:defRPr>
                      </a:lvl1pPr>
                      <a:lvl2pPr marL="457063" algn="l" defTabSz="914126" rtl="0" eaLnBrk="1" latinLnBrk="0" hangingPunct="1">
                        <a:defRPr sz="1799" kern="1200">
                          <a:solidFill>
                            <a:schemeClr val="dk1"/>
                          </a:solidFill>
                          <a:latin typeface="Arial"/>
                        </a:defRPr>
                      </a:lvl2pPr>
                      <a:lvl3pPr marL="914126" algn="l" defTabSz="914126" rtl="0" eaLnBrk="1" latinLnBrk="0" hangingPunct="1">
                        <a:defRPr sz="1799" kern="1200">
                          <a:solidFill>
                            <a:schemeClr val="dk1"/>
                          </a:solidFill>
                          <a:latin typeface="Arial"/>
                        </a:defRPr>
                      </a:lvl3pPr>
                      <a:lvl4pPr marL="1371189" algn="l" defTabSz="914126" rtl="0" eaLnBrk="1" latinLnBrk="0" hangingPunct="1">
                        <a:defRPr sz="1799" kern="1200">
                          <a:solidFill>
                            <a:schemeClr val="dk1"/>
                          </a:solidFill>
                          <a:latin typeface="Arial"/>
                        </a:defRPr>
                      </a:lvl4pPr>
                      <a:lvl5pPr marL="1828251" algn="l" defTabSz="914126" rtl="0" eaLnBrk="1" latinLnBrk="0" hangingPunct="1">
                        <a:defRPr sz="1799" kern="1200">
                          <a:solidFill>
                            <a:schemeClr val="dk1"/>
                          </a:solidFill>
                          <a:latin typeface="Arial"/>
                        </a:defRPr>
                      </a:lvl5pPr>
                      <a:lvl6pPr marL="2285314" algn="l" defTabSz="914126" rtl="0" eaLnBrk="1" latinLnBrk="0" hangingPunct="1">
                        <a:defRPr sz="1799" kern="1200">
                          <a:solidFill>
                            <a:schemeClr val="dk1"/>
                          </a:solidFill>
                          <a:latin typeface="Arial"/>
                        </a:defRPr>
                      </a:lvl6pPr>
                      <a:lvl7pPr marL="2742377" algn="l" defTabSz="914126" rtl="0" eaLnBrk="1" latinLnBrk="0" hangingPunct="1">
                        <a:defRPr sz="1799" kern="1200">
                          <a:solidFill>
                            <a:schemeClr val="dk1"/>
                          </a:solidFill>
                          <a:latin typeface="Arial"/>
                        </a:defRPr>
                      </a:lvl7pPr>
                      <a:lvl8pPr marL="3199440" algn="l" defTabSz="914126" rtl="0" eaLnBrk="1" latinLnBrk="0" hangingPunct="1">
                        <a:defRPr sz="1799" kern="1200">
                          <a:solidFill>
                            <a:schemeClr val="dk1"/>
                          </a:solidFill>
                          <a:latin typeface="Arial"/>
                        </a:defRPr>
                      </a:lvl8pPr>
                      <a:lvl9pPr marL="3656503" algn="l" defTabSz="914126" rtl="0" eaLnBrk="1" latinLnBrk="0" hangingPunct="1">
                        <a:defRPr sz="1799" kern="1200">
                          <a:solidFill>
                            <a:schemeClr val="dk1"/>
                          </a:solidFill>
                          <a:latin typeface="Arial"/>
                        </a:defRPr>
                      </a:lvl9pPr>
                    </a:lstStyle>
                    <a:p>
                      <a:r>
                        <a:rPr lang="en-US" sz="1200" dirty="0"/>
                        <a:t>~ !</a:t>
                      </a:r>
                    </a:p>
                  </a:txBody>
                  <a:tcPr marL="121888" marR="121888">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008CA8">
                        <a:tint val="40000"/>
                      </a:srgbClr>
                    </a:solidFill>
                  </a:tcPr>
                </a:tc>
                <a:extLst>
                  <a:ext uri="{0D108BD9-81ED-4DB2-BD59-A6C34878D82A}">
                    <a16:rowId xmlns:a16="http://schemas.microsoft.com/office/drawing/2014/main" val="10002"/>
                  </a:ext>
                </a:extLst>
              </a:tr>
              <a:tr h="117711">
                <a:tc>
                  <a:txBody>
                    <a:bodyPr/>
                    <a:lstStyle>
                      <a:lvl1pPr marL="0" algn="l" defTabSz="914126" rtl="0" eaLnBrk="1" latinLnBrk="0" hangingPunct="1">
                        <a:defRPr sz="1799" b="1" kern="1200">
                          <a:solidFill>
                            <a:schemeClr val="lt1"/>
                          </a:solidFill>
                          <a:latin typeface="Arial"/>
                        </a:defRPr>
                      </a:lvl1pPr>
                      <a:lvl2pPr marL="457063" algn="l" defTabSz="914126" rtl="0" eaLnBrk="1" latinLnBrk="0" hangingPunct="1">
                        <a:defRPr sz="1799" b="1" kern="1200">
                          <a:solidFill>
                            <a:schemeClr val="lt1"/>
                          </a:solidFill>
                          <a:latin typeface="Arial"/>
                        </a:defRPr>
                      </a:lvl2pPr>
                      <a:lvl3pPr marL="914126" algn="l" defTabSz="914126" rtl="0" eaLnBrk="1" latinLnBrk="0" hangingPunct="1">
                        <a:defRPr sz="1799" b="1" kern="1200">
                          <a:solidFill>
                            <a:schemeClr val="lt1"/>
                          </a:solidFill>
                          <a:latin typeface="Arial"/>
                        </a:defRPr>
                      </a:lvl3pPr>
                      <a:lvl4pPr marL="1371189" algn="l" defTabSz="914126" rtl="0" eaLnBrk="1" latinLnBrk="0" hangingPunct="1">
                        <a:defRPr sz="1799" b="1" kern="1200">
                          <a:solidFill>
                            <a:schemeClr val="lt1"/>
                          </a:solidFill>
                          <a:latin typeface="Arial"/>
                        </a:defRPr>
                      </a:lvl4pPr>
                      <a:lvl5pPr marL="1828251" algn="l" defTabSz="914126" rtl="0" eaLnBrk="1" latinLnBrk="0" hangingPunct="1">
                        <a:defRPr sz="1799" b="1" kern="1200">
                          <a:solidFill>
                            <a:schemeClr val="lt1"/>
                          </a:solidFill>
                          <a:latin typeface="Arial"/>
                        </a:defRPr>
                      </a:lvl5pPr>
                      <a:lvl6pPr marL="2285314" algn="l" defTabSz="914126" rtl="0" eaLnBrk="1" latinLnBrk="0" hangingPunct="1">
                        <a:defRPr sz="1799" b="1" kern="1200">
                          <a:solidFill>
                            <a:schemeClr val="lt1"/>
                          </a:solidFill>
                          <a:latin typeface="Arial"/>
                        </a:defRPr>
                      </a:lvl6pPr>
                      <a:lvl7pPr marL="2742377" algn="l" defTabSz="914126" rtl="0" eaLnBrk="1" latinLnBrk="0" hangingPunct="1">
                        <a:defRPr sz="1799" b="1" kern="1200">
                          <a:solidFill>
                            <a:schemeClr val="lt1"/>
                          </a:solidFill>
                          <a:latin typeface="Arial"/>
                        </a:defRPr>
                      </a:lvl7pPr>
                      <a:lvl8pPr marL="3199440" algn="l" defTabSz="914126" rtl="0" eaLnBrk="1" latinLnBrk="0" hangingPunct="1">
                        <a:defRPr sz="1799" b="1" kern="1200">
                          <a:solidFill>
                            <a:schemeClr val="lt1"/>
                          </a:solidFill>
                          <a:latin typeface="Arial"/>
                        </a:defRPr>
                      </a:lvl8pPr>
                      <a:lvl9pPr marL="3656503" algn="l" defTabSz="914126" rtl="0" eaLnBrk="1" latinLnBrk="0" hangingPunct="1">
                        <a:defRPr sz="1799" b="1" kern="1200">
                          <a:solidFill>
                            <a:schemeClr val="lt1"/>
                          </a:solidFill>
                          <a:latin typeface="Arial"/>
                        </a:defRPr>
                      </a:lvl9pPr>
                    </a:lstStyle>
                    <a:p>
                      <a:r>
                        <a:rPr lang="en-US" sz="1200" dirty="0"/>
                        <a:t>Bitwise</a:t>
                      </a:r>
                    </a:p>
                  </a:txBody>
                  <a:tcPr marL="121888" marR="121888">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008CA8"/>
                    </a:solidFill>
                  </a:tcPr>
                </a:tc>
                <a:tc>
                  <a:txBody>
                    <a:bodyPr/>
                    <a:lstStyle>
                      <a:lvl1pPr marL="0" algn="l" defTabSz="914126" rtl="0" eaLnBrk="1" latinLnBrk="0" hangingPunct="1">
                        <a:defRPr sz="1799" kern="1200">
                          <a:solidFill>
                            <a:schemeClr val="dk1"/>
                          </a:solidFill>
                          <a:latin typeface="Arial"/>
                        </a:defRPr>
                      </a:lvl1pPr>
                      <a:lvl2pPr marL="457063" algn="l" defTabSz="914126" rtl="0" eaLnBrk="1" latinLnBrk="0" hangingPunct="1">
                        <a:defRPr sz="1799" kern="1200">
                          <a:solidFill>
                            <a:schemeClr val="dk1"/>
                          </a:solidFill>
                          <a:latin typeface="Arial"/>
                        </a:defRPr>
                      </a:lvl2pPr>
                      <a:lvl3pPr marL="914126" algn="l" defTabSz="914126" rtl="0" eaLnBrk="1" latinLnBrk="0" hangingPunct="1">
                        <a:defRPr sz="1799" kern="1200">
                          <a:solidFill>
                            <a:schemeClr val="dk1"/>
                          </a:solidFill>
                          <a:latin typeface="Arial"/>
                        </a:defRPr>
                      </a:lvl3pPr>
                      <a:lvl4pPr marL="1371189" algn="l" defTabSz="914126" rtl="0" eaLnBrk="1" latinLnBrk="0" hangingPunct="1">
                        <a:defRPr sz="1799" kern="1200">
                          <a:solidFill>
                            <a:schemeClr val="dk1"/>
                          </a:solidFill>
                          <a:latin typeface="Arial"/>
                        </a:defRPr>
                      </a:lvl4pPr>
                      <a:lvl5pPr marL="1828251" algn="l" defTabSz="914126" rtl="0" eaLnBrk="1" latinLnBrk="0" hangingPunct="1">
                        <a:defRPr sz="1799" kern="1200">
                          <a:solidFill>
                            <a:schemeClr val="dk1"/>
                          </a:solidFill>
                          <a:latin typeface="Arial"/>
                        </a:defRPr>
                      </a:lvl5pPr>
                      <a:lvl6pPr marL="2285314" algn="l" defTabSz="914126" rtl="0" eaLnBrk="1" latinLnBrk="0" hangingPunct="1">
                        <a:defRPr sz="1799" kern="1200">
                          <a:solidFill>
                            <a:schemeClr val="dk1"/>
                          </a:solidFill>
                          <a:latin typeface="Arial"/>
                        </a:defRPr>
                      </a:lvl6pPr>
                      <a:lvl7pPr marL="2742377" algn="l" defTabSz="914126" rtl="0" eaLnBrk="1" latinLnBrk="0" hangingPunct="1">
                        <a:defRPr sz="1799" kern="1200">
                          <a:solidFill>
                            <a:schemeClr val="dk1"/>
                          </a:solidFill>
                          <a:latin typeface="Arial"/>
                        </a:defRPr>
                      </a:lvl7pPr>
                      <a:lvl8pPr marL="3199440" algn="l" defTabSz="914126" rtl="0" eaLnBrk="1" latinLnBrk="0" hangingPunct="1">
                        <a:defRPr sz="1799" kern="1200">
                          <a:solidFill>
                            <a:schemeClr val="dk1"/>
                          </a:solidFill>
                          <a:latin typeface="Arial"/>
                        </a:defRPr>
                      </a:lvl8pPr>
                      <a:lvl9pPr marL="3656503" algn="l" defTabSz="914126" rtl="0" eaLnBrk="1" latinLnBrk="0" hangingPunct="1">
                        <a:defRPr sz="1799" kern="1200">
                          <a:solidFill>
                            <a:schemeClr val="dk1"/>
                          </a:solidFill>
                          <a:latin typeface="Arial"/>
                        </a:defRPr>
                      </a:lvl9p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200" dirty="0"/>
                        <a:t>&amp; | ^ </a:t>
                      </a:r>
                    </a:p>
                  </a:txBody>
                  <a:tcPr marL="121888" marR="121888">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008CA8">
                        <a:tint val="20000"/>
                      </a:srgbClr>
                    </a:solidFill>
                  </a:tcPr>
                </a:tc>
                <a:extLst>
                  <a:ext uri="{0D108BD9-81ED-4DB2-BD59-A6C34878D82A}">
                    <a16:rowId xmlns:a16="http://schemas.microsoft.com/office/drawing/2014/main" val="10003"/>
                  </a:ext>
                </a:extLst>
              </a:tr>
              <a:tr h="117711">
                <a:tc>
                  <a:txBody>
                    <a:bodyPr/>
                    <a:lstStyle>
                      <a:lvl1pPr marL="0" algn="l" defTabSz="914126" rtl="0" eaLnBrk="1" latinLnBrk="0" hangingPunct="1">
                        <a:defRPr sz="1799" b="1" kern="1200">
                          <a:solidFill>
                            <a:schemeClr val="lt1"/>
                          </a:solidFill>
                          <a:latin typeface="Arial"/>
                        </a:defRPr>
                      </a:lvl1pPr>
                      <a:lvl2pPr marL="457063" algn="l" defTabSz="914126" rtl="0" eaLnBrk="1" latinLnBrk="0" hangingPunct="1">
                        <a:defRPr sz="1799" b="1" kern="1200">
                          <a:solidFill>
                            <a:schemeClr val="lt1"/>
                          </a:solidFill>
                          <a:latin typeface="Arial"/>
                        </a:defRPr>
                      </a:lvl2pPr>
                      <a:lvl3pPr marL="914126" algn="l" defTabSz="914126" rtl="0" eaLnBrk="1" latinLnBrk="0" hangingPunct="1">
                        <a:defRPr sz="1799" b="1" kern="1200">
                          <a:solidFill>
                            <a:schemeClr val="lt1"/>
                          </a:solidFill>
                          <a:latin typeface="Arial"/>
                        </a:defRPr>
                      </a:lvl3pPr>
                      <a:lvl4pPr marL="1371189" algn="l" defTabSz="914126" rtl="0" eaLnBrk="1" latinLnBrk="0" hangingPunct="1">
                        <a:defRPr sz="1799" b="1" kern="1200">
                          <a:solidFill>
                            <a:schemeClr val="lt1"/>
                          </a:solidFill>
                          <a:latin typeface="Arial"/>
                        </a:defRPr>
                      </a:lvl4pPr>
                      <a:lvl5pPr marL="1828251" algn="l" defTabSz="914126" rtl="0" eaLnBrk="1" latinLnBrk="0" hangingPunct="1">
                        <a:defRPr sz="1799" b="1" kern="1200">
                          <a:solidFill>
                            <a:schemeClr val="lt1"/>
                          </a:solidFill>
                          <a:latin typeface="Arial"/>
                        </a:defRPr>
                      </a:lvl5pPr>
                      <a:lvl6pPr marL="2285314" algn="l" defTabSz="914126" rtl="0" eaLnBrk="1" latinLnBrk="0" hangingPunct="1">
                        <a:defRPr sz="1799" b="1" kern="1200">
                          <a:solidFill>
                            <a:schemeClr val="lt1"/>
                          </a:solidFill>
                          <a:latin typeface="Arial"/>
                        </a:defRPr>
                      </a:lvl6pPr>
                      <a:lvl7pPr marL="2742377" algn="l" defTabSz="914126" rtl="0" eaLnBrk="1" latinLnBrk="0" hangingPunct="1">
                        <a:defRPr sz="1799" b="1" kern="1200">
                          <a:solidFill>
                            <a:schemeClr val="lt1"/>
                          </a:solidFill>
                          <a:latin typeface="Arial"/>
                        </a:defRPr>
                      </a:lvl7pPr>
                      <a:lvl8pPr marL="3199440" algn="l" defTabSz="914126" rtl="0" eaLnBrk="1" latinLnBrk="0" hangingPunct="1">
                        <a:defRPr sz="1799" b="1" kern="1200">
                          <a:solidFill>
                            <a:schemeClr val="lt1"/>
                          </a:solidFill>
                          <a:latin typeface="Arial"/>
                        </a:defRPr>
                      </a:lvl8pPr>
                      <a:lvl9pPr marL="3656503" algn="l" defTabSz="914126" rtl="0" eaLnBrk="1" latinLnBrk="0" hangingPunct="1">
                        <a:defRPr sz="1799" b="1" kern="1200">
                          <a:solidFill>
                            <a:schemeClr val="lt1"/>
                          </a:solidFill>
                          <a:latin typeface="Arial"/>
                        </a:defRPr>
                      </a:lvl9pPr>
                    </a:lstStyle>
                    <a:p>
                      <a:r>
                        <a:rPr lang="en-US" sz="1200" dirty="0"/>
                        <a:t>Relational</a:t>
                      </a:r>
                    </a:p>
                  </a:txBody>
                  <a:tcPr marL="121888" marR="121888">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008CA8"/>
                    </a:solidFill>
                  </a:tcPr>
                </a:tc>
                <a:tc>
                  <a:txBody>
                    <a:bodyPr/>
                    <a:lstStyle>
                      <a:lvl1pPr marL="0" algn="l" defTabSz="914126" rtl="0" eaLnBrk="1" latinLnBrk="0" hangingPunct="1">
                        <a:defRPr sz="1799" kern="1200">
                          <a:solidFill>
                            <a:schemeClr val="dk1"/>
                          </a:solidFill>
                          <a:latin typeface="Arial"/>
                        </a:defRPr>
                      </a:lvl1pPr>
                      <a:lvl2pPr marL="457063" algn="l" defTabSz="914126" rtl="0" eaLnBrk="1" latinLnBrk="0" hangingPunct="1">
                        <a:defRPr sz="1799" kern="1200">
                          <a:solidFill>
                            <a:schemeClr val="dk1"/>
                          </a:solidFill>
                          <a:latin typeface="Arial"/>
                        </a:defRPr>
                      </a:lvl2pPr>
                      <a:lvl3pPr marL="914126" algn="l" defTabSz="914126" rtl="0" eaLnBrk="1" latinLnBrk="0" hangingPunct="1">
                        <a:defRPr sz="1799" kern="1200">
                          <a:solidFill>
                            <a:schemeClr val="dk1"/>
                          </a:solidFill>
                          <a:latin typeface="Arial"/>
                        </a:defRPr>
                      </a:lvl3pPr>
                      <a:lvl4pPr marL="1371189" algn="l" defTabSz="914126" rtl="0" eaLnBrk="1" latinLnBrk="0" hangingPunct="1">
                        <a:defRPr sz="1799" kern="1200">
                          <a:solidFill>
                            <a:schemeClr val="dk1"/>
                          </a:solidFill>
                          <a:latin typeface="Arial"/>
                        </a:defRPr>
                      </a:lvl4pPr>
                      <a:lvl5pPr marL="1828251" algn="l" defTabSz="914126" rtl="0" eaLnBrk="1" latinLnBrk="0" hangingPunct="1">
                        <a:defRPr sz="1799" kern="1200">
                          <a:solidFill>
                            <a:schemeClr val="dk1"/>
                          </a:solidFill>
                          <a:latin typeface="Arial"/>
                        </a:defRPr>
                      </a:lvl5pPr>
                      <a:lvl6pPr marL="2285314" algn="l" defTabSz="914126" rtl="0" eaLnBrk="1" latinLnBrk="0" hangingPunct="1">
                        <a:defRPr sz="1799" kern="1200">
                          <a:solidFill>
                            <a:schemeClr val="dk1"/>
                          </a:solidFill>
                          <a:latin typeface="Arial"/>
                        </a:defRPr>
                      </a:lvl6pPr>
                      <a:lvl7pPr marL="2742377" algn="l" defTabSz="914126" rtl="0" eaLnBrk="1" latinLnBrk="0" hangingPunct="1">
                        <a:defRPr sz="1799" kern="1200">
                          <a:solidFill>
                            <a:schemeClr val="dk1"/>
                          </a:solidFill>
                          <a:latin typeface="Arial"/>
                        </a:defRPr>
                      </a:lvl7pPr>
                      <a:lvl8pPr marL="3199440" algn="l" defTabSz="914126" rtl="0" eaLnBrk="1" latinLnBrk="0" hangingPunct="1">
                        <a:defRPr sz="1799" kern="1200">
                          <a:solidFill>
                            <a:schemeClr val="dk1"/>
                          </a:solidFill>
                          <a:latin typeface="Arial"/>
                        </a:defRPr>
                      </a:lvl8pPr>
                      <a:lvl9pPr marL="3656503" algn="l" defTabSz="914126" rtl="0" eaLnBrk="1" latinLnBrk="0" hangingPunct="1">
                        <a:defRPr sz="1799" kern="1200">
                          <a:solidFill>
                            <a:schemeClr val="dk1"/>
                          </a:solidFill>
                          <a:latin typeface="Arial"/>
                        </a:defRPr>
                      </a:lvl9pPr>
                    </a:lstStyle>
                    <a:p>
                      <a:r>
                        <a:rPr lang="en-US" sz="1200" baseline="0" dirty="0"/>
                        <a:t>&gt;  &lt; &lt;= &gt;= == != </a:t>
                      </a:r>
                      <a:endParaRPr lang="en-US" sz="1200" dirty="0"/>
                    </a:p>
                  </a:txBody>
                  <a:tcPr marL="121888" marR="121888">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008CA8">
                        <a:tint val="40000"/>
                      </a:srgbClr>
                    </a:solidFill>
                  </a:tcPr>
                </a:tc>
                <a:extLst>
                  <a:ext uri="{0D108BD9-81ED-4DB2-BD59-A6C34878D82A}">
                    <a16:rowId xmlns:a16="http://schemas.microsoft.com/office/drawing/2014/main" val="10004"/>
                  </a:ext>
                </a:extLst>
              </a:tr>
              <a:tr h="0">
                <a:tc>
                  <a:txBody>
                    <a:bodyPr/>
                    <a:lstStyle>
                      <a:lvl1pPr marL="0" algn="l" defTabSz="914126" rtl="0" eaLnBrk="1" latinLnBrk="0" hangingPunct="1">
                        <a:defRPr sz="1799" b="1" kern="1200">
                          <a:solidFill>
                            <a:schemeClr val="lt1"/>
                          </a:solidFill>
                          <a:latin typeface="Arial"/>
                        </a:defRPr>
                      </a:lvl1pPr>
                      <a:lvl2pPr marL="457063" algn="l" defTabSz="914126" rtl="0" eaLnBrk="1" latinLnBrk="0" hangingPunct="1">
                        <a:defRPr sz="1799" b="1" kern="1200">
                          <a:solidFill>
                            <a:schemeClr val="lt1"/>
                          </a:solidFill>
                          <a:latin typeface="Arial"/>
                        </a:defRPr>
                      </a:lvl2pPr>
                      <a:lvl3pPr marL="914126" algn="l" defTabSz="914126" rtl="0" eaLnBrk="1" latinLnBrk="0" hangingPunct="1">
                        <a:defRPr sz="1799" b="1" kern="1200">
                          <a:solidFill>
                            <a:schemeClr val="lt1"/>
                          </a:solidFill>
                          <a:latin typeface="Arial"/>
                        </a:defRPr>
                      </a:lvl3pPr>
                      <a:lvl4pPr marL="1371189" algn="l" defTabSz="914126" rtl="0" eaLnBrk="1" latinLnBrk="0" hangingPunct="1">
                        <a:defRPr sz="1799" b="1" kern="1200">
                          <a:solidFill>
                            <a:schemeClr val="lt1"/>
                          </a:solidFill>
                          <a:latin typeface="Arial"/>
                        </a:defRPr>
                      </a:lvl4pPr>
                      <a:lvl5pPr marL="1828251" algn="l" defTabSz="914126" rtl="0" eaLnBrk="1" latinLnBrk="0" hangingPunct="1">
                        <a:defRPr sz="1799" b="1" kern="1200">
                          <a:solidFill>
                            <a:schemeClr val="lt1"/>
                          </a:solidFill>
                          <a:latin typeface="Arial"/>
                        </a:defRPr>
                      </a:lvl5pPr>
                      <a:lvl6pPr marL="2285314" algn="l" defTabSz="914126" rtl="0" eaLnBrk="1" latinLnBrk="0" hangingPunct="1">
                        <a:defRPr sz="1799" b="1" kern="1200">
                          <a:solidFill>
                            <a:schemeClr val="lt1"/>
                          </a:solidFill>
                          <a:latin typeface="Arial"/>
                        </a:defRPr>
                      </a:lvl6pPr>
                      <a:lvl7pPr marL="2742377" algn="l" defTabSz="914126" rtl="0" eaLnBrk="1" latinLnBrk="0" hangingPunct="1">
                        <a:defRPr sz="1799" b="1" kern="1200">
                          <a:solidFill>
                            <a:schemeClr val="lt1"/>
                          </a:solidFill>
                          <a:latin typeface="Arial"/>
                        </a:defRPr>
                      </a:lvl7pPr>
                      <a:lvl8pPr marL="3199440" algn="l" defTabSz="914126" rtl="0" eaLnBrk="1" latinLnBrk="0" hangingPunct="1">
                        <a:defRPr sz="1799" b="1" kern="1200">
                          <a:solidFill>
                            <a:schemeClr val="lt1"/>
                          </a:solidFill>
                          <a:latin typeface="Arial"/>
                        </a:defRPr>
                      </a:lvl8pPr>
                      <a:lvl9pPr marL="3656503" algn="l" defTabSz="914126" rtl="0" eaLnBrk="1" latinLnBrk="0" hangingPunct="1">
                        <a:defRPr sz="1799" b="1" kern="1200">
                          <a:solidFill>
                            <a:schemeClr val="lt1"/>
                          </a:solidFill>
                          <a:latin typeface="Arial"/>
                        </a:defRPr>
                      </a:lvl9pPr>
                    </a:lstStyle>
                    <a:p>
                      <a:r>
                        <a:rPr lang="en-US" sz="1200" dirty="0"/>
                        <a:t>Assignment</a:t>
                      </a:r>
                    </a:p>
                  </a:txBody>
                  <a:tcPr marL="121888" marR="121888">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008CA8"/>
                    </a:solidFill>
                  </a:tcPr>
                </a:tc>
                <a:tc>
                  <a:txBody>
                    <a:bodyPr/>
                    <a:lstStyle>
                      <a:lvl1pPr marL="0" algn="l" defTabSz="914126" rtl="0" eaLnBrk="1" latinLnBrk="0" hangingPunct="1">
                        <a:defRPr sz="1799" kern="1200">
                          <a:solidFill>
                            <a:schemeClr val="dk1"/>
                          </a:solidFill>
                          <a:latin typeface="Arial"/>
                        </a:defRPr>
                      </a:lvl1pPr>
                      <a:lvl2pPr marL="457063" algn="l" defTabSz="914126" rtl="0" eaLnBrk="1" latinLnBrk="0" hangingPunct="1">
                        <a:defRPr sz="1799" kern="1200">
                          <a:solidFill>
                            <a:schemeClr val="dk1"/>
                          </a:solidFill>
                          <a:latin typeface="Arial"/>
                        </a:defRPr>
                      </a:lvl2pPr>
                      <a:lvl3pPr marL="914126" algn="l" defTabSz="914126" rtl="0" eaLnBrk="1" latinLnBrk="0" hangingPunct="1">
                        <a:defRPr sz="1799" kern="1200">
                          <a:solidFill>
                            <a:schemeClr val="dk1"/>
                          </a:solidFill>
                          <a:latin typeface="Arial"/>
                        </a:defRPr>
                      </a:lvl3pPr>
                      <a:lvl4pPr marL="1371189" algn="l" defTabSz="914126" rtl="0" eaLnBrk="1" latinLnBrk="0" hangingPunct="1">
                        <a:defRPr sz="1799" kern="1200">
                          <a:solidFill>
                            <a:schemeClr val="dk1"/>
                          </a:solidFill>
                          <a:latin typeface="Arial"/>
                        </a:defRPr>
                      </a:lvl4pPr>
                      <a:lvl5pPr marL="1828251" algn="l" defTabSz="914126" rtl="0" eaLnBrk="1" latinLnBrk="0" hangingPunct="1">
                        <a:defRPr sz="1799" kern="1200">
                          <a:solidFill>
                            <a:schemeClr val="dk1"/>
                          </a:solidFill>
                          <a:latin typeface="Arial"/>
                        </a:defRPr>
                      </a:lvl5pPr>
                      <a:lvl6pPr marL="2285314" algn="l" defTabSz="914126" rtl="0" eaLnBrk="1" latinLnBrk="0" hangingPunct="1">
                        <a:defRPr sz="1799" kern="1200">
                          <a:solidFill>
                            <a:schemeClr val="dk1"/>
                          </a:solidFill>
                          <a:latin typeface="Arial"/>
                        </a:defRPr>
                      </a:lvl6pPr>
                      <a:lvl7pPr marL="2742377" algn="l" defTabSz="914126" rtl="0" eaLnBrk="1" latinLnBrk="0" hangingPunct="1">
                        <a:defRPr sz="1799" kern="1200">
                          <a:solidFill>
                            <a:schemeClr val="dk1"/>
                          </a:solidFill>
                          <a:latin typeface="Arial"/>
                        </a:defRPr>
                      </a:lvl7pPr>
                      <a:lvl8pPr marL="3199440" algn="l" defTabSz="914126" rtl="0" eaLnBrk="1" latinLnBrk="0" hangingPunct="1">
                        <a:defRPr sz="1799" kern="1200">
                          <a:solidFill>
                            <a:schemeClr val="dk1"/>
                          </a:solidFill>
                          <a:latin typeface="Arial"/>
                        </a:defRPr>
                      </a:lvl8pPr>
                      <a:lvl9pPr marL="3656503" algn="l" defTabSz="914126" rtl="0" eaLnBrk="1" latinLnBrk="0" hangingPunct="1">
                        <a:defRPr sz="1799" kern="1200">
                          <a:solidFill>
                            <a:schemeClr val="dk1"/>
                          </a:solidFill>
                          <a:latin typeface="Arial"/>
                        </a:defRPr>
                      </a:lvl9p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200" b="1" kern="1200" dirty="0">
                          <a:solidFill>
                            <a:schemeClr val="dk1"/>
                          </a:solidFill>
                          <a:latin typeface="+mn-lt"/>
                          <a:ea typeface="+mn-ea"/>
                          <a:cs typeface="+mn-cs"/>
                        </a:rPr>
                        <a:t>*=	/=	%=	+=	-=	</a:t>
                      </a:r>
                    </a:p>
                    <a:p>
                      <a:pPr marL="0" marR="0" indent="0" algn="l" defTabSz="457200" rtl="0" eaLnBrk="1" fontAlgn="auto" latinLnBrk="0" hangingPunct="1">
                        <a:lnSpc>
                          <a:spcPct val="100000"/>
                        </a:lnSpc>
                        <a:spcBef>
                          <a:spcPts val="0"/>
                        </a:spcBef>
                        <a:spcAft>
                          <a:spcPts val="0"/>
                        </a:spcAft>
                        <a:buClrTx/>
                        <a:buSzTx/>
                        <a:buFontTx/>
                        <a:buNone/>
                        <a:tabLst/>
                        <a:defRPr/>
                      </a:pPr>
                      <a:r>
                        <a:rPr lang="en-US" sz="1200" b="1" kern="1200" dirty="0">
                          <a:solidFill>
                            <a:schemeClr val="dk1"/>
                          </a:solidFill>
                          <a:latin typeface="+mn-lt"/>
                          <a:ea typeface="+mn-ea"/>
                          <a:cs typeface="+mn-cs"/>
                        </a:rPr>
                        <a:t>&lt;&lt;=</a:t>
                      </a:r>
                      <a:r>
                        <a:rPr lang="en-US" sz="1200" b="1" kern="1200" baseline="0" dirty="0">
                          <a:solidFill>
                            <a:schemeClr val="dk1"/>
                          </a:solidFill>
                          <a:latin typeface="+mn-lt"/>
                          <a:ea typeface="+mn-ea"/>
                          <a:cs typeface="+mn-cs"/>
                        </a:rPr>
                        <a:t> </a:t>
                      </a:r>
                      <a:r>
                        <a:rPr lang="en-US" sz="1200" b="1" kern="1200" dirty="0">
                          <a:solidFill>
                            <a:schemeClr val="dk1"/>
                          </a:solidFill>
                          <a:latin typeface="+mn-lt"/>
                          <a:ea typeface="+mn-ea"/>
                          <a:cs typeface="+mn-cs"/>
                        </a:rPr>
                        <a:t>&gt;&gt;=	&amp;=	^=	|=</a:t>
                      </a:r>
                      <a:endParaRPr lang="en-US" sz="1200" kern="1200" dirty="0">
                        <a:solidFill>
                          <a:schemeClr val="dk1"/>
                        </a:solidFill>
                        <a:latin typeface="+mn-lt"/>
                        <a:ea typeface="+mn-ea"/>
                        <a:cs typeface="+mn-cs"/>
                      </a:endParaRPr>
                    </a:p>
                  </a:txBody>
                  <a:tcPr marL="121888" marR="121888">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008CA8">
                        <a:tint val="20000"/>
                      </a:srgbClr>
                    </a:solidFill>
                  </a:tcPr>
                </a:tc>
                <a:extLst>
                  <a:ext uri="{0D108BD9-81ED-4DB2-BD59-A6C34878D82A}">
                    <a16:rowId xmlns:a16="http://schemas.microsoft.com/office/drawing/2014/main" val="10005"/>
                  </a:ext>
                </a:extLst>
              </a:tr>
            </a:tbl>
          </a:graphicData>
        </a:graphic>
      </p:graphicFrame>
      <p:graphicFrame>
        <p:nvGraphicFramePr>
          <p:cNvPr id="10" name="Content Placeholder 14">
            <a:extLst>
              <a:ext uri="{FF2B5EF4-FFF2-40B4-BE49-F238E27FC236}">
                <a16:creationId xmlns:a16="http://schemas.microsoft.com/office/drawing/2014/main" id="{B58205A9-F63E-4A1A-BB38-7D56B8E5E313}"/>
              </a:ext>
            </a:extLst>
          </p:cNvPr>
          <p:cNvGraphicFramePr>
            <a:graphicFrameLocks/>
          </p:cNvGraphicFramePr>
          <p:nvPr/>
        </p:nvGraphicFramePr>
        <p:xfrm>
          <a:off x="874280" y="4434245"/>
          <a:ext cx="10597020" cy="1920240"/>
        </p:xfrm>
        <a:graphic>
          <a:graphicData uri="http://schemas.openxmlformats.org/drawingml/2006/table">
            <a:tbl>
              <a:tblPr firstCol="1" bandRow="1"/>
              <a:tblGrid>
                <a:gridCol w="3225181">
                  <a:extLst>
                    <a:ext uri="{9D8B030D-6E8A-4147-A177-3AD203B41FA5}">
                      <a16:colId xmlns:a16="http://schemas.microsoft.com/office/drawing/2014/main" val="20000"/>
                    </a:ext>
                  </a:extLst>
                </a:gridCol>
                <a:gridCol w="4146660">
                  <a:extLst>
                    <a:ext uri="{9D8B030D-6E8A-4147-A177-3AD203B41FA5}">
                      <a16:colId xmlns:a16="http://schemas.microsoft.com/office/drawing/2014/main" val="20001"/>
                    </a:ext>
                  </a:extLst>
                </a:gridCol>
                <a:gridCol w="3225179">
                  <a:extLst>
                    <a:ext uri="{9D8B030D-6E8A-4147-A177-3AD203B41FA5}">
                      <a16:colId xmlns:a16="http://schemas.microsoft.com/office/drawing/2014/main" val="20002"/>
                    </a:ext>
                  </a:extLst>
                </a:gridCol>
              </a:tblGrid>
              <a:tr h="0">
                <a:tc gridSpan="2">
                  <a:txBody>
                    <a:bodyPr/>
                    <a:lstStyle>
                      <a:lvl1pPr marL="0" algn="l" defTabSz="914126" rtl="0" eaLnBrk="1" latinLnBrk="0" hangingPunct="1">
                        <a:defRPr sz="1799" b="1" kern="1200">
                          <a:solidFill>
                            <a:schemeClr val="lt1"/>
                          </a:solidFill>
                          <a:latin typeface="Arial"/>
                        </a:defRPr>
                      </a:lvl1pPr>
                      <a:lvl2pPr marL="457063" algn="l" defTabSz="914126" rtl="0" eaLnBrk="1" latinLnBrk="0" hangingPunct="1">
                        <a:defRPr sz="1799" b="1" kern="1200">
                          <a:solidFill>
                            <a:schemeClr val="lt1"/>
                          </a:solidFill>
                          <a:latin typeface="Arial"/>
                        </a:defRPr>
                      </a:lvl2pPr>
                      <a:lvl3pPr marL="914126" algn="l" defTabSz="914126" rtl="0" eaLnBrk="1" latinLnBrk="0" hangingPunct="1">
                        <a:defRPr sz="1799" b="1" kern="1200">
                          <a:solidFill>
                            <a:schemeClr val="lt1"/>
                          </a:solidFill>
                          <a:latin typeface="Arial"/>
                        </a:defRPr>
                      </a:lvl3pPr>
                      <a:lvl4pPr marL="1371189" algn="l" defTabSz="914126" rtl="0" eaLnBrk="1" latinLnBrk="0" hangingPunct="1">
                        <a:defRPr sz="1799" b="1" kern="1200">
                          <a:solidFill>
                            <a:schemeClr val="lt1"/>
                          </a:solidFill>
                          <a:latin typeface="Arial"/>
                        </a:defRPr>
                      </a:lvl4pPr>
                      <a:lvl5pPr marL="1828251" algn="l" defTabSz="914126" rtl="0" eaLnBrk="1" latinLnBrk="0" hangingPunct="1">
                        <a:defRPr sz="1799" b="1" kern="1200">
                          <a:solidFill>
                            <a:schemeClr val="lt1"/>
                          </a:solidFill>
                          <a:latin typeface="Arial"/>
                        </a:defRPr>
                      </a:lvl5pPr>
                      <a:lvl6pPr marL="2285314" algn="l" defTabSz="914126" rtl="0" eaLnBrk="1" latinLnBrk="0" hangingPunct="1">
                        <a:defRPr sz="1799" b="1" kern="1200">
                          <a:solidFill>
                            <a:schemeClr val="lt1"/>
                          </a:solidFill>
                          <a:latin typeface="Arial"/>
                        </a:defRPr>
                      </a:lvl6pPr>
                      <a:lvl7pPr marL="2742377" algn="l" defTabSz="914126" rtl="0" eaLnBrk="1" latinLnBrk="0" hangingPunct="1">
                        <a:defRPr sz="1799" b="1" kern="1200">
                          <a:solidFill>
                            <a:schemeClr val="lt1"/>
                          </a:solidFill>
                          <a:latin typeface="Arial"/>
                        </a:defRPr>
                      </a:lvl7pPr>
                      <a:lvl8pPr marL="3199440" algn="l" defTabSz="914126" rtl="0" eaLnBrk="1" latinLnBrk="0" hangingPunct="1">
                        <a:defRPr sz="1799" b="1" kern="1200">
                          <a:solidFill>
                            <a:schemeClr val="lt1"/>
                          </a:solidFill>
                          <a:latin typeface="Arial"/>
                        </a:defRPr>
                      </a:lvl8pPr>
                      <a:lvl9pPr marL="3656503" algn="l" defTabSz="914126" rtl="0" eaLnBrk="1" latinLnBrk="0" hangingPunct="1">
                        <a:defRPr sz="1799" b="1" kern="1200">
                          <a:solidFill>
                            <a:schemeClr val="lt1"/>
                          </a:solidFill>
                          <a:latin typeface="Arial"/>
                        </a:defRPr>
                      </a:lvl9pPr>
                    </a:lstStyle>
                    <a:p>
                      <a:r>
                        <a:rPr lang="en-US" sz="1200" b="1" dirty="0">
                          <a:solidFill>
                            <a:schemeClr val="tx1"/>
                          </a:solidFill>
                        </a:rPr>
                        <a:t>Methods</a:t>
                      </a:r>
                    </a:p>
                  </a:txBody>
                  <a:tcPr marL="121888" marR="121888">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008CA8">
                        <a:lumMod val="40000"/>
                        <a:lumOff val="60000"/>
                      </a:srgbClr>
                    </a:solidFill>
                  </a:tcPr>
                </a:tc>
                <a:tc hMerge="1">
                  <a:txBody>
                    <a:bodyPr/>
                    <a:lstStyle/>
                    <a:p>
                      <a:pPr marL="0" marR="0" indent="0" algn="l" defTabSz="457200" rtl="0" eaLnBrk="1" fontAlgn="auto" latinLnBrk="0" hangingPunct="1">
                        <a:lnSpc>
                          <a:spcPct val="100000"/>
                        </a:lnSpc>
                        <a:spcBef>
                          <a:spcPts val="0"/>
                        </a:spcBef>
                        <a:spcAft>
                          <a:spcPts val="0"/>
                        </a:spcAft>
                        <a:buClrTx/>
                        <a:buSzTx/>
                        <a:buFontTx/>
                        <a:buNone/>
                        <a:tabLst/>
                        <a:defRPr/>
                      </a:pPr>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lvl1pPr marL="0" algn="l" defTabSz="914126" rtl="0" eaLnBrk="1" latinLnBrk="0" hangingPunct="1">
                        <a:defRPr sz="1799" kern="1200">
                          <a:solidFill>
                            <a:schemeClr val="dk1"/>
                          </a:solidFill>
                          <a:latin typeface="Arial"/>
                        </a:defRPr>
                      </a:lvl1pPr>
                      <a:lvl2pPr marL="457063" algn="l" defTabSz="914126" rtl="0" eaLnBrk="1" latinLnBrk="0" hangingPunct="1">
                        <a:defRPr sz="1799" kern="1200">
                          <a:solidFill>
                            <a:schemeClr val="dk1"/>
                          </a:solidFill>
                          <a:latin typeface="Arial"/>
                        </a:defRPr>
                      </a:lvl2pPr>
                      <a:lvl3pPr marL="914126" algn="l" defTabSz="914126" rtl="0" eaLnBrk="1" latinLnBrk="0" hangingPunct="1">
                        <a:defRPr sz="1799" kern="1200">
                          <a:solidFill>
                            <a:schemeClr val="dk1"/>
                          </a:solidFill>
                          <a:latin typeface="Arial"/>
                        </a:defRPr>
                      </a:lvl3pPr>
                      <a:lvl4pPr marL="1371189" algn="l" defTabSz="914126" rtl="0" eaLnBrk="1" latinLnBrk="0" hangingPunct="1">
                        <a:defRPr sz="1799" kern="1200">
                          <a:solidFill>
                            <a:schemeClr val="dk1"/>
                          </a:solidFill>
                          <a:latin typeface="Arial"/>
                        </a:defRPr>
                      </a:lvl4pPr>
                      <a:lvl5pPr marL="1828251" algn="l" defTabSz="914126" rtl="0" eaLnBrk="1" latinLnBrk="0" hangingPunct="1">
                        <a:defRPr sz="1799" kern="1200">
                          <a:solidFill>
                            <a:schemeClr val="dk1"/>
                          </a:solidFill>
                          <a:latin typeface="Arial"/>
                        </a:defRPr>
                      </a:lvl5pPr>
                      <a:lvl6pPr marL="2285314" algn="l" defTabSz="914126" rtl="0" eaLnBrk="1" latinLnBrk="0" hangingPunct="1">
                        <a:defRPr sz="1799" kern="1200">
                          <a:solidFill>
                            <a:schemeClr val="dk1"/>
                          </a:solidFill>
                          <a:latin typeface="Arial"/>
                        </a:defRPr>
                      </a:lvl6pPr>
                      <a:lvl7pPr marL="2742377" algn="l" defTabSz="914126" rtl="0" eaLnBrk="1" latinLnBrk="0" hangingPunct="1">
                        <a:defRPr sz="1799" kern="1200">
                          <a:solidFill>
                            <a:schemeClr val="dk1"/>
                          </a:solidFill>
                          <a:latin typeface="Arial"/>
                        </a:defRPr>
                      </a:lvl7pPr>
                      <a:lvl8pPr marL="3199440" algn="l" defTabSz="914126" rtl="0" eaLnBrk="1" latinLnBrk="0" hangingPunct="1">
                        <a:defRPr sz="1799" kern="1200">
                          <a:solidFill>
                            <a:schemeClr val="dk1"/>
                          </a:solidFill>
                          <a:latin typeface="Arial"/>
                        </a:defRPr>
                      </a:lvl8pPr>
                      <a:lvl9pPr marL="3656503" algn="l" defTabSz="914126" rtl="0" eaLnBrk="1" latinLnBrk="0" hangingPunct="1">
                        <a:defRPr sz="1799" kern="1200">
                          <a:solidFill>
                            <a:schemeClr val="dk1"/>
                          </a:solidFill>
                          <a:latin typeface="Arial"/>
                        </a:defRPr>
                      </a:lvl9pPr>
                    </a:lstStyle>
                    <a:p>
                      <a:r>
                        <a:rPr lang="en-US" sz="1200" b="1" dirty="0">
                          <a:solidFill>
                            <a:schemeClr val="tx1"/>
                          </a:solidFill>
                        </a:rPr>
                        <a:t>Example</a:t>
                      </a:r>
                    </a:p>
                  </a:txBody>
                  <a:tcPr marL="121888" marR="121888">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008CA8">
                        <a:lumMod val="40000"/>
                        <a:lumOff val="60000"/>
                      </a:srgbClr>
                    </a:solidFill>
                  </a:tcPr>
                </a:tc>
                <a:extLst>
                  <a:ext uri="{0D108BD9-81ED-4DB2-BD59-A6C34878D82A}">
                    <a16:rowId xmlns:a16="http://schemas.microsoft.com/office/drawing/2014/main" val="10000"/>
                  </a:ext>
                </a:extLst>
              </a:tr>
              <a:tr h="0">
                <a:tc>
                  <a:txBody>
                    <a:bodyPr/>
                    <a:lstStyle>
                      <a:lvl1pPr marL="0" algn="l" defTabSz="914126" rtl="0" eaLnBrk="1" latinLnBrk="0" hangingPunct="1">
                        <a:defRPr sz="1799" b="1" kern="1200">
                          <a:solidFill>
                            <a:schemeClr val="lt1"/>
                          </a:solidFill>
                          <a:latin typeface="Arial"/>
                        </a:defRPr>
                      </a:lvl1pPr>
                      <a:lvl2pPr marL="457063" algn="l" defTabSz="914126" rtl="0" eaLnBrk="1" latinLnBrk="0" hangingPunct="1">
                        <a:defRPr sz="1799" b="1" kern="1200">
                          <a:solidFill>
                            <a:schemeClr val="lt1"/>
                          </a:solidFill>
                          <a:latin typeface="Arial"/>
                        </a:defRPr>
                      </a:lvl2pPr>
                      <a:lvl3pPr marL="914126" algn="l" defTabSz="914126" rtl="0" eaLnBrk="1" latinLnBrk="0" hangingPunct="1">
                        <a:defRPr sz="1799" b="1" kern="1200">
                          <a:solidFill>
                            <a:schemeClr val="lt1"/>
                          </a:solidFill>
                          <a:latin typeface="Arial"/>
                        </a:defRPr>
                      </a:lvl3pPr>
                      <a:lvl4pPr marL="1371189" algn="l" defTabSz="914126" rtl="0" eaLnBrk="1" latinLnBrk="0" hangingPunct="1">
                        <a:defRPr sz="1799" b="1" kern="1200">
                          <a:solidFill>
                            <a:schemeClr val="lt1"/>
                          </a:solidFill>
                          <a:latin typeface="Arial"/>
                        </a:defRPr>
                      </a:lvl4pPr>
                      <a:lvl5pPr marL="1828251" algn="l" defTabSz="914126" rtl="0" eaLnBrk="1" latinLnBrk="0" hangingPunct="1">
                        <a:defRPr sz="1799" b="1" kern="1200">
                          <a:solidFill>
                            <a:schemeClr val="lt1"/>
                          </a:solidFill>
                          <a:latin typeface="Arial"/>
                        </a:defRPr>
                      </a:lvl5pPr>
                      <a:lvl6pPr marL="2285314" algn="l" defTabSz="914126" rtl="0" eaLnBrk="1" latinLnBrk="0" hangingPunct="1">
                        <a:defRPr sz="1799" b="1" kern="1200">
                          <a:solidFill>
                            <a:schemeClr val="lt1"/>
                          </a:solidFill>
                          <a:latin typeface="Arial"/>
                        </a:defRPr>
                      </a:lvl6pPr>
                      <a:lvl7pPr marL="2742377" algn="l" defTabSz="914126" rtl="0" eaLnBrk="1" latinLnBrk="0" hangingPunct="1">
                        <a:defRPr sz="1799" b="1" kern="1200">
                          <a:solidFill>
                            <a:schemeClr val="lt1"/>
                          </a:solidFill>
                          <a:latin typeface="Arial"/>
                        </a:defRPr>
                      </a:lvl7pPr>
                      <a:lvl8pPr marL="3199440" algn="l" defTabSz="914126" rtl="0" eaLnBrk="1" latinLnBrk="0" hangingPunct="1">
                        <a:defRPr sz="1799" b="1" kern="1200">
                          <a:solidFill>
                            <a:schemeClr val="lt1"/>
                          </a:solidFill>
                          <a:latin typeface="Arial"/>
                        </a:defRPr>
                      </a:lvl8pPr>
                      <a:lvl9pPr marL="3656503" algn="l" defTabSz="914126" rtl="0" eaLnBrk="1" latinLnBrk="0" hangingPunct="1">
                        <a:defRPr sz="1799" b="1" kern="1200">
                          <a:solidFill>
                            <a:schemeClr val="lt1"/>
                          </a:solidFill>
                          <a:latin typeface="Arial"/>
                        </a:defRPr>
                      </a:lvl9pPr>
                    </a:lstStyle>
                    <a:p>
                      <a:r>
                        <a:rPr lang="en-US" sz="1200" b="1" kern="1200" dirty="0">
                          <a:solidFill>
                            <a:schemeClr val="lt1"/>
                          </a:solidFill>
                          <a:latin typeface="+mn-lt"/>
                          <a:ea typeface="+mn-ea"/>
                          <a:cs typeface="+mn-cs"/>
                        </a:rPr>
                        <a:t>To integer </a:t>
                      </a:r>
                      <a:r>
                        <a:rPr lang="en-US" sz="1200" dirty="0"/>
                        <a:t>	</a:t>
                      </a:r>
                    </a:p>
                  </a:txBody>
                  <a:tcPr marL="121888" marR="121888">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008CA8"/>
                    </a:solidFill>
                  </a:tcPr>
                </a:tc>
                <a:tc>
                  <a:txBody>
                    <a:bodyPr/>
                    <a:lstStyle>
                      <a:lvl1pPr marL="0" algn="l" defTabSz="914126" rtl="0" eaLnBrk="1" latinLnBrk="0" hangingPunct="1">
                        <a:defRPr sz="1799" kern="1200">
                          <a:solidFill>
                            <a:schemeClr val="dk1"/>
                          </a:solidFill>
                          <a:latin typeface="Arial"/>
                        </a:defRPr>
                      </a:lvl1pPr>
                      <a:lvl2pPr marL="457063" algn="l" defTabSz="914126" rtl="0" eaLnBrk="1" latinLnBrk="0" hangingPunct="1">
                        <a:defRPr sz="1799" kern="1200">
                          <a:solidFill>
                            <a:schemeClr val="dk1"/>
                          </a:solidFill>
                          <a:latin typeface="Arial"/>
                        </a:defRPr>
                      </a:lvl2pPr>
                      <a:lvl3pPr marL="914126" algn="l" defTabSz="914126" rtl="0" eaLnBrk="1" latinLnBrk="0" hangingPunct="1">
                        <a:defRPr sz="1799" kern="1200">
                          <a:solidFill>
                            <a:schemeClr val="dk1"/>
                          </a:solidFill>
                          <a:latin typeface="Arial"/>
                        </a:defRPr>
                      </a:lvl3pPr>
                      <a:lvl4pPr marL="1371189" algn="l" defTabSz="914126" rtl="0" eaLnBrk="1" latinLnBrk="0" hangingPunct="1">
                        <a:defRPr sz="1799" kern="1200">
                          <a:solidFill>
                            <a:schemeClr val="dk1"/>
                          </a:solidFill>
                          <a:latin typeface="Arial"/>
                        </a:defRPr>
                      </a:lvl4pPr>
                      <a:lvl5pPr marL="1828251" algn="l" defTabSz="914126" rtl="0" eaLnBrk="1" latinLnBrk="0" hangingPunct="1">
                        <a:defRPr sz="1799" kern="1200">
                          <a:solidFill>
                            <a:schemeClr val="dk1"/>
                          </a:solidFill>
                          <a:latin typeface="Arial"/>
                        </a:defRPr>
                      </a:lvl5pPr>
                      <a:lvl6pPr marL="2285314" algn="l" defTabSz="914126" rtl="0" eaLnBrk="1" latinLnBrk="0" hangingPunct="1">
                        <a:defRPr sz="1799" kern="1200">
                          <a:solidFill>
                            <a:schemeClr val="dk1"/>
                          </a:solidFill>
                          <a:latin typeface="Arial"/>
                        </a:defRPr>
                      </a:lvl6pPr>
                      <a:lvl7pPr marL="2742377" algn="l" defTabSz="914126" rtl="0" eaLnBrk="1" latinLnBrk="0" hangingPunct="1">
                        <a:defRPr sz="1799" kern="1200">
                          <a:solidFill>
                            <a:schemeClr val="dk1"/>
                          </a:solidFill>
                          <a:latin typeface="Arial"/>
                        </a:defRPr>
                      </a:lvl7pPr>
                      <a:lvl8pPr marL="3199440" algn="l" defTabSz="914126" rtl="0" eaLnBrk="1" latinLnBrk="0" hangingPunct="1">
                        <a:defRPr sz="1799" kern="1200">
                          <a:solidFill>
                            <a:schemeClr val="dk1"/>
                          </a:solidFill>
                          <a:latin typeface="Arial"/>
                        </a:defRPr>
                      </a:lvl8pPr>
                      <a:lvl9pPr marL="3656503" algn="l" defTabSz="914126" rtl="0" eaLnBrk="1" latinLnBrk="0" hangingPunct="1">
                        <a:defRPr sz="1799" kern="1200">
                          <a:solidFill>
                            <a:schemeClr val="dk1"/>
                          </a:solidFill>
                          <a:latin typeface="Arial"/>
                        </a:defRPr>
                      </a:lvl9p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200" dirty="0"/>
                        <a:t>Convert to</a:t>
                      </a:r>
                      <a:r>
                        <a:rPr lang="en-US" sz="1200" dirty="0">
                          <a:highlight>
                            <a:srgbClr val="FFFF00"/>
                          </a:highlight>
                        </a:rPr>
                        <a:t> an</a:t>
                      </a:r>
                      <a:r>
                        <a:rPr lang="en-US" sz="1200" baseline="0" dirty="0">
                          <a:highlight>
                            <a:srgbClr val="FFFF00"/>
                          </a:highlight>
                        </a:rPr>
                        <a:t> </a:t>
                      </a:r>
                      <a:r>
                        <a:rPr lang="en-US" sz="1200" baseline="0" dirty="0"/>
                        <a:t>integer type</a:t>
                      </a:r>
                      <a:endParaRPr lang="en-US" sz="1200" dirty="0"/>
                    </a:p>
                  </a:txBody>
                  <a:tcPr marL="121888" marR="121888">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008CA8">
                        <a:tint val="20000"/>
                      </a:srgbClr>
                    </a:solidFill>
                  </a:tcPr>
                </a:tc>
                <a:tc>
                  <a:txBody>
                    <a:bodyPr/>
                    <a:lstStyle>
                      <a:lvl1pPr marL="0" algn="l" defTabSz="914126" rtl="0" eaLnBrk="1" latinLnBrk="0" hangingPunct="1">
                        <a:defRPr sz="1799" kern="1200">
                          <a:solidFill>
                            <a:schemeClr val="dk1"/>
                          </a:solidFill>
                          <a:latin typeface="Arial"/>
                        </a:defRPr>
                      </a:lvl1pPr>
                      <a:lvl2pPr marL="457063" algn="l" defTabSz="914126" rtl="0" eaLnBrk="1" latinLnBrk="0" hangingPunct="1">
                        <a:defRPr sz="1799" kern="1200">
                          <a:solidFill>
                            <a:schemeClr val="dk1"/>
                          </a:solidFill>
                          <a:latin typeface="Arial"/>
                        </a:defRPr>
                      </a:lvl2pPr>
                      <a:lvl3pPr marL="914126" algn="l" defTabSz="914126" rtl="0" eaLnBrk="1" latinLnBrk="0" hangingPunct="1">
                        <a:defRPr sz="1799" kern="1200">
                          <a:solidFill>
                            <a:schemeClr val="dk1"/>
                          </a:solidFill>
                          <a:latin typeface="Arial"/>
                        </a:defRPr>
                      </a:lvl3pPr>
                      <a:lvl4pPr marL="1371189" algn="l" defTabSz="914126" rtl="0" eaLnBrk="1" latinLnBrk="0" hangingPunct="1">
                        <a:defRPr sz="1799" kern="1200">
                          <a:solidFill>
                            <a:schemeClr val="dk1"/>
                          </a:solidFill>
                          <a:latin typeface="Arial"/>
                        </a:defRPr>
                      </a:lvl4pPr>
                      <a:lvl5pPr marL="1828251" algn="l" defTabSz="914126" rtl="0" eaLnBrk="1" latinLnBrk="0" hangingPunct="1">
                        <a:defRPr sz="1799" kern="1200">
                          <a:solidFill>
                            <a:schemeClr val="dk1"/>
                          </a:solidFill>
                          <a:latin typeface="Arial"/>
                        </a:defRPr>
                      </a:lvl5pPr>
                      <a:lvl6pPr marL="2285314" algn="l" defTabSz="914126" rtl="0" eaLnBrk="1" latinLnBrk="0" hangingPunct="1">
                        <a:defRPr sz="1799" kern="1200">
                          <a:solidFill>
                            <a:schemeClr val="dk1"/>
                          </a:solidFill>
                          <a:latin typeface="Arial"/>
                        </a:defRPr>
                      </a:lvl6pPr>
                      <a:lvl7pPr marL="2742377" algn="l" defTabSz="914126" rtl="0" eaLnBrk="1" latinLnBrk="0" hangingPunct="1">
                        <a:defRPr sz="1799" kern="1200">
                          <a:solidFill>
                            <a:schemeClr val="dk1"/>
                          </a:solidFill>
                          <a:latin typeface="Arial"/>
                        </a:defRPr>
                      </a:lvl7pPr>
                      <a:lvl8pPr marL="3199440" algn="l" defTabSz="914126" rtl="0" eaLnBrk="1" latinLnBrk="0" hangingPunct="1">
                        <a:defRPr sz="1799" kern="1200">
                          <a:solidFill>
                            <a:schemeClr val="dk1"/>
                          </a:solidFill>
                          <a:latin typeface="Arial"/>
                        </a:defRPr>
                      </a:lvl8pPr>
                      <a:lvl9pPr marL="3656503" algn="l" defTabSz="914126" rtl="0" eaLnBrk="1" latinLnBrk="0" hangingPunct="1">
                        <a:defRPr sz="1799" kern="1200">
                          <a:solidFill>
                            <a:schemeClr val="dk1"/>
                          </a:solidFill>
                          <a:latin typeface="Arial"/>
                        </a:defRPr>
                      </a:lvl9p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200" dirty="0"/>
                        <a:t>res = </a:t>
                      </a:r>
                      <a:r>
                        <a:rPr lang="en-US" sz="1200" dirty="0" err="1"/>
                        <a:t>var.to_int</a:t>
                      </a:r>
                      <a:r>
                        <a:rPr lang="en-US" sz="1200" dirty="0"/>
                        <a:t>();</a:t>
                      </a:r>
                    </a:p>
                  </a:txBody>
                  <a:tcPr marL="121888" marR="121888">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008CA8">
                        <a:tint val="20000"/>
                      </a:srgbClr>
                    </a:solidFill>
                  </a:tcPr>
                </a:tc>
                <a:extLst>
                  <a:ext uri="{0D108BD9-81ED-4DB2-BD59-A6C34878D82A}">
                    <a16:rowId xmlns:a16="http://schemas.microsoft.com/office/drawing/2014/main" val="10001"/>
                  </a:ext>
                </a:extLst>
              </a:tr>
              <a:tr h="117711">
                <a:tc>
                  <a:txBody>
                    <a:bodyPr/>
                    <a:lstStyle>
                      <a:lvl1pPr marL="0" algn="l" defTabSz="914126" rtl="0" eaLnBrk="1" latinLnBrk="0" hangingPunct="1">
                        <a:defRPr sz="1799" b="1" kern="1200">
                          <a:solidFill>
                            <a:schemeClr val="lt1"/>
                          </a:solidFill>
                          <a:latin typeface="Arial"/>
                        </a:defRPr>
                      </a:lvl1pPr>
                      <a:lvl2pPr marL="457063" algn="l" defTabSz="914126" rtl="0" eaLnBrk="1" latinLnBrk="0" hangingPunct="1">
                        <a:defRPr sz="1799" b="1" kern="1200">
                          <a:solidFill>
                            <a:schemeClr val="lt1"/>
                          </a:solidFill>
                          <a:latin typeface="Arial"/>
                        </a:defRPr>
                      </a:lvl2pPr>
                      <a:lvl3pPr marL="914126" algn="l" defTabSz="914126" rtl="0" eaLnBrk="1" latinLnBrk="0" hangingPunct="1">
                        <a:defRPr sz="1799" b="1" kern="1200">
                          <a:solidFill>
                            <a:schemeClr val="lt1"/>
                          </a:solidFill>
                          <a:latin typeface="Arial"/>
                        </a:defRPr>
                      </a:lvl3pPr>
                      <a:lvl4pPr marL="1371189" algn="l" defTabSz="914126" rtl="0" eaLnBrk="1" latinLnBrk="0" hangingPunct="1">
                        <a:defRPr sz="1799" b="1" kern="1200">
                          <a:solidFill>
                            <a:schemeClr val="lt1"/>
                          </a:solidFill>
                          <a:latin typeface="Arial"/>
                        </a:defRPr>
                      </a:lvl4pPr>
                      <a:lvl5pPr marL="1828251" algn="l" defTabSz="914126" rtl="0" eaLnBrk="1" latinLnBrk="0" hangingPunct="1">
                        <a:defRPr sz="1799" b="1" kern="1200">
                          <a:solidFill>
                            <a:schemeClr val="lt1"/>
                          </a:solidFill>
                          <a:latin typeface="Arial"/>
                        </a:defRPr>
                      </a:lvl5pPr>
                      <a:lvl6pPr marL="2285314" algn="l" defTabSz="914126" rtl="0" eaLnBrk="1" latinLnBrk="0" hangingPunct="1">
                        <a:defRPr sz="1799" b="1" kern="1200">
                          <a:solidFill>
                            <a:schemeClr val="lt1"/>
                          </a:solidFill>
                          <a:latin typeface="Arial"/>
                        </a:defRPr>
                      </a:lvl6pPr>
                      <a:lvl7pPr marL="2742377" algn="l" defTabSz="914126" rtl="0" eaLnBrk="1" latinLnBrk="0" hangingPunct="1">
                        <a:defRPr sz="1799" b="1" kern="1200">
                          <a:solidFill>
                            <a:schemeClr val="lt1"/>
                          </a:solidFill>
                          <a:latin typeface="Arial"/>
                        </a:defRPr>
                      </a:lvl7pPr>
                      <a:lvl8pPr marL="3199440" algn="l" defTabSz="914126" rtl="0" eaLnBrk="1" latinLnBrk="0" hangingPunct="1">
                        <a:defRPr sz="1799" b="1" kern="1200">
                          <a:solidFill>
                            <a:schemeClr val="lt1"/>
                          </a:solidFill>
                          <a:latin typeface="Arial"/>
                        </a:defRPr>
                      </a:lvl8pPr>
                      <a:lvl9pPr marL="3656503" algn="l" defTabSz="914126" rtl="0" eaLnBrk="1" latinLnBrk="0" hangingPunct="1">
                        <a:defRPr sz="1799" b="1" kern="1200">
                          <a:solidFill>
                            <a:schemeClr val="lt1"/>
                          </a:solidFill>
                          <a:latin typeface="Arial"/>
                        </a:defRPr>
                      </a:lvl9pPr>
                    </a:lstStyle>
                    <a:p>
                      <a:r>
                        <a:rPr lang="en-US" sz="1200" b="1" kern="1200" dirty="0">
                          <a:solidFill>
                            <a:schemeClr val="lt1"/>
                          </a:solidFill>
                          <a:latin typeface="+mn-lt"/>
                          <a:ea typeface="+mn-ea"/>
                          <a:cs typeface="+mn-cs"/>
                        </a:rPr>
                        <a:t>To unsigned integer </a:t>
                      </a:r>
                      <a:r>
                        <a:rPr lang="en-US" sz="1200" dirty="0"/>
                        <a:t>	</a:t>
                      </a:r>
                    </a:p>
                  </a:txBody>
                  <a:tcPr marL="121888" marR="121888">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008CA8"/>
                    </a:solidFill>
                  </a:tcPr>
                </a:tc>
                <a:tc>
                  <a:txBody>
                    <a:bodyPr/>
                    <a:lstStyle>
                      <a:lvl1pPr marL="0" algn="l" defTabSz="914126" rtl="0" eaLnBrk="1" latinLnBrk="0" hangingPunct="1">
                        <a:defRPr sz="1799" kern="1200">
                          <a:solidFill>
                            <a:schemeClr val="dk1"/>
                          </a:solidFill>
                          <a:latin typeface="Arial"/>
                        </a:defRPr>
                      </a:lvl1pPr>
                      <a:lvl2pPr marL="457063" algn="l" defTabSz="914126" rtl="0" eaLnBrk="1" latinLnBrk="0" hangingPunct="1">
                        <a:defRPr sz="1799" kern="1200">
                          <a:solidFill>
                            <a:schemeClr val="dk1"/>
                          </a:solidFill>
                          <a:latin typeface="Arial"/>
                        </a:defRPr>
                      </a:lvl2pPr>
                      <a:lvl3pPr marL="914126" algn="l" defTabSz="914126" rtl="0" eaLnBrk="1" latinLnBrk="0" hangingPunct="1">
                        <a:defRPr sz="1799" kern="1200">
                          <a:solidFill>
                            <a:schemeClr val="dk1"/>
                          </a:solidFill>
                          <a:latin typeface="Arial"/>
                        </a:defRPr>
                      </a:lvl3pPr>
                      <a:lvl4pPr marL="1371189" algn="l" defTabSz="914126" rtl="0" eaLnBrk="1" latinLnBrk="0" hangingPunct="1">
                        <a:defRPr sz="1799" kern="1200">
                          <a:solidFill>
                            <a:schemeClr val="dk1"/>
                          </a:solidFill>
                          <a:latin typeface="Arial"/>
                        </a:defRPr>
                      </a:lvl4pPr>
                      <a:lvl5pPr marL="1828251" algn="l" defTabSz="914126" rtl="0" eaLnBrk="1" latinLnBrk="0" hangingPunct="1">
                        <a:defRPr sz="1799" kern="1200">
                          <a:solidFill>
                            <a:schemeClr val="dk1"/>
                          </a:solidFill>
                          <a:latin typeface="Arial"/>
                        </a:defRPr>
                      </a:lvl5pPr>
                      <a:lvl6pPr marL="2285314" algn="l" defTabSz="914126" rtl="0" eaLnBrk="1" latinLnBrk="0" hangingPunct="1">
                        <a:defRPr sz="1799" kern="1200">
                          <a:solidFill>
                            <a:schemeClr val="dk1"/>
                          </a:solidFill>
                          <a:latin typeface="Arial"/>
                        </a:defRPr>
                      </a:lvl6pPr>
                      <a:lvl7pPr marL="2742377" algn="l" defTabSz="914126" rtl="0" eaLnBrk="1" latinLnBrk="0" hangingPunct="1">
                        <a:defRPr sz="1799" kern="1200">
                          <a:solidFill>
                            <a:schemeClr val="dk1"/>
                          </a:solidFill>
                          <a:latin typeface="Arial"/>
                        </a:defRPr>
                      </a:lvl7pPr>
                      <a:lvl8pPr marL="3199440" algn="l" defTabSz="914126" rtl="0" eaLnBrk="1" latinLnBrk="0" hangingPunct="1">
                        <a:defRPr sz="1799" kern="1200">
                          <a:solidFill>
                            <a:schemeClr val="dk1"/>
                          </a:solidFill>
                          <a:latin typeface="Arial"/>
                        </a:defRPr>
                      </a:lvl8pPr>
                      <a:lvl9pPr marL="3656503" algn="l" defTabSz="914126" rtl="0" eaLnBrk="1" latinLnBrk="0" hangingPunct="1">
                        <a:defRPr sz="1799" kern="1200">
                          <a:solidFill>
                            <a:schemeClr val="dk1"/>
                          </a:solidFill>
                          <a:latin typeface="Arial"/>
                        </a:defRPr>
                      </a:lvl9p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200" dirty="0"/>
                        <a:t>Convert to an</a:t>
                      </a:r>
                      <a:r>
                        <a:rPr lang="en-US" sz="1200" baseline="0" dirty="0"/>
                        <a:t> unsigned integer type</a:t>
                      </a:r>
                      <a:endParaRPr lang="en-US" sz="1200" dirty="0"/>
                    </a:p>
                  </a:txBody>
                  <a:tcPr marL="121888" marR="121888">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008CA8">
                        <a:tint val="40000"/>
                      </a:srgbClr>
                    </a:solidFill>
                  </a:tcPr>
                </a:tc>
                <a:tc>
                  <a:txBody>
                    <a:bodyPr/>
                    <a:lstStyle>
                      <a:lvl1pPr marL="0" algn="l" defTabSz="914126" rtl="0" eaLnBrk="1" latinLnBrk="0" hangingPunct="1">
                        <a:defRPr sz="1799" kern="1200">
                          <a:solidFill>
                            <a:schemeClr val="dk1"/>
                          </a:solidFill>
                          <a:latin typeface="Arial"/>
                        </a:defRPr>
                      </a:lvl1pPr>
                      <a:lvl2pPr marL="457063" algn="l" defTabSz="914126" rtl="0" eaLnBrk="1" latinLnBrk="0" hangingPunct="1">
                        <a:defRPr sz="1799" kern="1200">
                          <a:solidFill>
                            <a:schemeClr val="dk1"/>
                          </a:solidFill>
                          <a:latin typeface="Arial"/>
                        </a:defRPr>
                      </a:lvl2pPr>
                      <a:lvl3pPr marL="914126" algn="l" defTabSz="914126" rtl="0" eaLnBrk="1" latinLnBrk="0" hangingPunct="1">
                        <a:defRPr sz="1799" kern="1200">
                          <a:solidFill>
                            <a:schemeClr val="dk1"/>
                          </a:solidFill>
                          <a:latin typeface="Arial"/>
                        </a:defRPr>
                      </a:lvl3pPr>
                      <a:lvl4pPr marL="1371189" algn="l" defTabSz="914126" rtl="0" eaLnBrk="1" latinLnBrk="0" hangingPunct="1">
                        <a:defRPr sz="1799" kern="1200">
                          <a:solidFill>
                            <a:schemeClr val="dk1"/>
                          </a:solidFill>
                          <a:latin typeface="Arial"/>
                        </a:defRPr>
                      </a:lvl4pPr>
                      <a:lvl5pPr marL="1828251" algn="l" defTabSz="914126" rtl="0" eaLnBrk="1" latinLnBrk="0" hangingPunct="1">
                        <a:defRPr sz="1799" kern="1200">
                          <a:solidFill>
                            <a:schemeClr val="dk1"/>
                          </a:solidFill>
                          <a:latin typeface="Arial"/>
                        </a:defRPr>
                      </a:lvl5pPr>
                      <a:lvl6pPr marL="2285314" algn="l" defTabSz="914126" rtl="0" eaLnBrk="1" latinLnBrk="0" hangingPunct="1">
                        <a:defRPr sz="1799" kern="1200">
                          <a:solidFill>
                            <a:schemeClr val="dk1"/>
                          </a:solidFill>
                          <a:latin typeface="Arial"/>
                        </a:defRPr>
                      </a:lvl6pPr>
                      <a:lvl7pPr marL="2742377" algn="l" defTabSz="914126" rtl="0" eaLnBrk="1" latinLnBrk="0" hangingPunct="1">
                        <a:defRPr sz="1799" kern="1200">
                          <a:solidFill>
                            <a:schemeClr val="dk1"/>
                          </a:solidFill>
                          <a:latin typeface="Arial"/>
                        </a:defRPr>
                      </a:lvl7pPr>
                      <a:lvl8pPr marL="3199440" algn="l" defTabSz="914126" rtl="0" eaLnBrk="1" latinLnBrk="0" hangingPunct="1">
                        <a:defRPr sz="1799" kern="1200">
                          <a:solidFill>
                            <a:schemeClr val="dk1"/>
                          </a:solidFill>
                          <a:latin typeface="Arial"/>
                        </a:defRPr>
                      </a:lvl8pPr>
                      <a:lvl9pPr marL="3656503" algn="l" defTabSz="914126" rtl="0" eaLnBrk="1" latinLnBrk="0" hangingPunct="1">
                        <a:defRPr sz="1799" kern="1200">
                          <a:solidFill>
                            <a:schemeClr val="dk1"/>
                          </a:solidFill>
                          <a:latin typeface="Arial"/>
                        </a:defRPr>
                      </a:lvl9p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200" dirty="0"/>
                        <a:t>res = </a:t>
                      </a:r>
                      <a:r>
                        <a:rPr lang="en-US" sz="1200" dirty="0" err="1"/>
                        <a:t>var.to_uint</a:t>
                      </a:r>
                      <a:r>
                        <a:rPr lang="en-US" sz="1200" dirty="0"/>
                        <a:t>();</a:t>
                      </a:r>
                    </a:p>
                  </a:txBody>
                  <a:tcPr marL="121888" marR="121888">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008CA8">
                        <a:tint val="40000"/>
                      </a:srgbClr>
                    </a:solidFill>
                  </a:tcPr>
                </a:tc>
                <a:extLst>
                  <a:ext uri="{0D108BD9-81ED-4DB2-BD59-A6C34878D82A}">
                    <a16:rowId xmlns:a16="http://schemas.microsoft.com/office/drawing/2014/main" val="10002"/>
                  </a:ext>
                </a:extLst>
              </a:tr>
              <a:tr h="117711">
                <a:tc>
                  <a:txBody>
                    <a:bodyPr/>
                    <a:lstStyle>
                      <a:lvl1pPr marL="0" algn="l" defTabSz="914126" rtl="0" eaLnBrk="1" latinLnBrk="0" hangingPunct="1">
                        <a:defRPr sz="1799" b="1" kern="1200">
                          <a:solidFill>
                            <a:schemeClr val="lt1"/>
                          </a:solidFill>
                          <a:latin typeface="Arial"/>
                        </a:defRPr>
                      </a:lvl1pPr>
                      <a:lvl2pPr marL="457063" algn="l" defTabSz="914126" rtl="0" eaLnBrk="1" latinLnBrk="0" hangingPunct="1">
                        <a:defRPr sz="1799" b="1" kern="1200">
                          <a:solidFill>
                            <a:schemeClr val="lt1"/>
                          </a:solidFill>
                          <a:latin typeface="Arial"/>
                        </a:defRPr>
                      </a:lvl2pPr>
                      <a:lvl3pPr marL="914126" algn="l" defTabSz="914126" rtl="0" eaLnBrk="1" latinLnBrk="0" hangingPunct="1">
                        <a:defRPr sz="1799" b="1" kern="1200">
                          <a:solidFill>
                            <a:schemeClr val="lt1"/>
                          </a:solidFill>
                          <a:latin typeface="Arial"/>
                        </a:defRPr>
                      </a:lvl3pPr>
                      <a:lvl4pPr marL="1371189" algn="l" defTabSz="914126" rtl="0" eaLnBrk="1" latinLnBrk="0" hangingPunct="1">
                        <a:defRPr sz="1799" b="1" kern="1200">
                          <a:solidFill>
                            <a:schemeClr val="lt1"/>
                          </a:solidFill>
                          <a:latin typeface="Arial"/>
                        </a:defRPr>
                      </a:lvl4pPr>
                      <a:lvl5pPr marL="1828251" algn="l" defTabSz="914126" rtl="0" eaLnBrk="1" latinLnBrk="0" hangingPunct="1">
                        <a:defRPr sz="1799" b="1" kern="1200">
                          <a:solidFill>
                            <a:schemeClr val="lt1"/>
                          </a:solidFill>
                          <a:latin typeface="Arial"/>
                        </a:defRPr>
                      </a:lvl5pPr>
                      <a:lvl6pPr marL="2285314" algn="l" defTabSz="914126" rtl="0" eaLnBrk="1" latinLnBrk="0" hangingPunct="1">
                        <a:defRPr sz="1799" b="1" kern="1200">
                          <a:solidFill>
                            <a:schemeClr val="lt1"/>
                          </a:solidFill>
                          <a:latin typeface="Arial"/>
                        </a:defRPr>
                      </a:lvl6pPr>
                      <a:lvl7pPr marL="2742377" algn="l" defTabSz="914126" rtl="0" eaLnBrk="1" latinLnBrk="0" hangingPunct="1">
                        <a:defRPr sz="1799" b="1" kern="1200">
                          <a:solidFill>
                            <a:schemeClr val="lt1"/>
                          </a:solidFill>
                          <a:latin typeface="Arial"/>
                        </a:defRPr>
                      </a:lvl7pPr>
                      <a:lvl8pPr marL="3199440" algn="l" defTabSz="914126" rtl="0" eaLnBrk="1" latinLnBrk="0" hangingPunct="1">
                        <a:defRPr sz="1799" b="1" kern="1200">
                          <a:solidFill>
                            <a:schemeClr val="lt1"/>
                          </a:solidFill>
                          <a:latin typeface="Arial"/>
                        </a:defRPr>
                      </a:lvl8pPr>
                      <a:lvl9pPr marL="3656503" algn="l" defTabSz="914126" rtl="0" eaLnBrk="1" latinLnBrk="0" hangingPunct="1">
                        <a:defRPr sz="1799" b="1" kern="1200">
                          <a:solidFill>
                            <a:schemeClr val="lt1"/>
                          </a:solidFill>
                          <a:latin typeface="Arial"/>
                        </a:defRPr>
                      </a:lvl9pPr>
                    </a:lstStyle>
                    <a:p>
                      <a:r>
                        <a:rPr lang="en-US" sz="1200" b="1" kern="1200" dirty="0">
                          <a:solidFill>
                            <a:schemeClr val="lt1"/>
                          </a:solidFill>
                          <a:latin typeface="+mn-lt"/>
                          <a:ea typeface="+mn-ea"/>
                          <a:cs typeface="+mn-cs"/>
                        </a:rPr>
                        <a:t>To 64-bit integer </a:t>
                      </a:r>
                      <a:r>
                        <a:rPr lang="en-US" sz="1200" dirty="0"/>
                        <a:t>	</a:t>
                      </a:r>
                    </a:p>
                  </a:txBody>
                  <a:tcPr marL="121888" marR="121888">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008CA8"/>
                    </a:solidFill>
                  </a:tcPr>
                </a:tc>
                <a:tc>
                  <a:txBody>
                    <a:bodyPr/>
                    <a:lstStyle>
                      <a:lvl1pPr marL="0" algn="l" defTabSz="914126" rtl="0" eaLnBrk="1" latinLnBrk="0" hangingPunct="1">
                        <a:defRPr sz="1799" kern="1200">
                          <a:solidFill>
                            <a:schemeClr val="dk1"/>
                          </a:solidFill>
                          <a:latin typeface="Arial"/>
                        </a:defRPr>
                      </a:lvl1pPr>
                      <a:lvl2pPr marL="457063" algn="l" defTabSz="914126" rtl="0" eaLnBrk="1" latinLnBrk="0" hangingPunct="1">
                        <a:defRPr sz="1799" kern="1200">
                          <a:solidFill>
                            <a:schemeClr val="dk1"/>
                          </a:solidFill>
                          <a:latin typeface="Arial"/>
                        </a:defRPr>
                      </a:lvl2pPr>
                      <a:lvl3pPr marL="914126" algn="l" defTabSz="914126" rtl="0" eaLnBrk="1" latinLnBrk="0" hangingPunct="1">
                        <a:defRPr sz="1799" kern="1200">
                          <a:solidFill>
                            <a:schemeClr val="dk1"/>
                          </a:solidFill>
                          <a:latin typeface="Arial"/>
                        </a:defRPr>
                      </a:lvl3pPr>
                      <a:lvl4pPr marL="1371189" algn="l" defTabSz="914126" rtl="0" eaLnBrk="1" latinLnBrk="0" hangingPunct="1">
                        <a:defRPr sz="1799" kern="1200">
                          <a:solidFill>
                            <a:schemeClr val="dk1"/>
                          </a:solidFill>
                          <a:latin typeface="Arial"/>
                        </a:defRPr>
                      </a:lvl4pPr>
                      <a:lvl5pPr marL="1828251" algn="l" defTabSz="914126" rtl="0" eaLnBrk="1" latinLnBrk="0" hangingPunct="1">
                        <a:defRPr sz="1799" kern="1200">
                          <a:solidFill>
                            <a:schemeClr val="dk1"/>
                          </a:solidFill>
                          <a:latin typeface="Arial"/>
                        </a:defRPr>
                      </a:lvl5pPr>
                      <a:lvl6pPr marL="2285314" algn="l" defTabSz="914126" rtl="0" eaLnBrk="1" latinLnBrk="0" hangingPunct="1">
                        <a:defRPr sz="1799" kern="1200">
                          <a:solidFill>
                            <a:schemeClr val="dk1"/>
                          </a:solidFill>
                          <a:latin typeface="Arial"/>
                        </a:defRPr>
                      </a:lvl6pPr>
                      <a:lvl7pPr marL="2742377" algn="l" defTabSz="914126" rtl="0" eaLnBrk="1" latinLnBrk="0" hangingPunct="1">
                        <a:defRPr sz="1799" kern="1200">
                          <a:solidFill>
                            <a:schemeClr val="dk1"/>
                          </a:solidFill>
                          <a:latin typeface="Arial"/>
                        </a:defRPr>
                      </a:lvl7pPr>
                      <a:lvl8pPr marL="3199440" algn="l" defTabSz="914126" rtl="0" eaLnBrk="1" latinLnBrk="0" hangingPunct="1">
                        <a:defRPr sz="1799" kern="1200">
                          <a:solidFill>
                            <a:schemeClr val="dk1"/>
                          </a:solidFill>
                          <a:latin typeface="Arial"/>
                        </a:defRPr>
                      </a:lvl8pPr>
                      <a:lvl9pPr marL="3656503" algn="l" defTabSz="914126" rtl="0" eaLnBrk="1" latinLnBrk="0" hangingPunct="1">
                        <a:defRPr sz="1799" kern="1200">
                          <a:solidFill>
                            <a:schemeClr val="dk1"/>
                          </a:solidFill>
                          <a:latin typeface="Arial"/>
                        </a:defRPr>
                      </a:lvl9p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200" dirty="0"/>
                        <a:t>Convert to a</a:t>
                      </a:r>
                      <a:r>
                        <a:rPr lang="en-US" sz="1200" baseline="0" dirty="0"/>
                        <a:t> 64-bit long </a:t>
                      </a:r>
                      <a:r>
                        <a:rPr lang="en-US" sz="1200" baseline="0" dirty="0" err="1"/>
                        <a:t>long</a:t>
                      </a:r>
                      <a:r>
                        <a:rPr lang="en-US" sz="1200" baseline="0" dirty="0"/>
                        <a:t> type</a:t>
                      </a:r>
                      <a:endParaRPr lang="en-US" sz="1200" dirty="0"/>
                    </a:p>
                  </a:txBody>
                  <a:tcPr marL="121888" marR="121888">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008CA8">
                        <a:tint val="20000"/>
                      </a:srgbClr>
                    </a:solidFill>
                  </a:tcPr>
                </a:tc>
                <a:tc>
                  <a:txBody>
                    <a:bodyPr/>
                    <a:lstStyle>
                      <a:lvl1pPr marL="0" algn="l" defTabSz="914126" rtl="0" eaLnBrk="1" latinLnBrk="0" hangingPunct="1">
                        <a:defRPr sz="1799" kern="1200">
                          <a:solidFill>
                            <a:schemeClr val="dk1"/>
                          </a:solidFill>
                          <a:latin typeface="Arial"/>
                        </a:defRPr>
                      </a:lvl1pPr>
                      <a:lvl2pPr marL="457063" algn="l" defTabSz="914126" rtl="0" eaLnBrk="1" latinLnBrk="0" hangingPunct="1">
                        <a:defRPr sz="1799" kern="1200">
                          <a:solidFill>
                            <a:schemeClr val="dk1"/>
                          </a:solidFill>
                          <a:latin typeface="Arial"/>
                        </a:defRPr>
                      </a:lvl2pPr>
                      <a:lvl3pPr marL="914126" algn="l" defTabSz="914126" rtl="0" eaLnBrk="1" latinLnBrk="0" hangingPunct="1">
                        <a:defRPr sz="1799" kern="1200">
                          <a:solidFill>
                            <a:schemeClr val="dk1"/>
                          </a:solidFill>
                          <a:latin typeface="Arial"/>
                        </a:defRPr>
                      </a:lvl3pPr>
                      <a:lvl4pPr marL="1371189" algn="l" defTabSz="914126" rtl="0" eaLnBrk="1" latinLnBrk="0" hangingPunct="1">
                        <a:defRPr sz="1799" kern="1200">
                          <a:solidFill>
                            <a:schemeClr val="dk1"/>
                          </a:solidFill>
                          <a:latin typeface="Arial"/>
                        </a:defRPr>
                      </a:lvl4pPr>
                      <a:lvl5pPr marL="1828251" algn="l" defTabSz="914126" rtl="0" eaLnBrk="1" latinLnBrk="0" hangingPunct="1">
                        <a:defRPr sz="1799" kern="1200">
                          <a:solidFill>
                            <a:schemeClr val="dk1"/>
                          </a:solidFill>
                          <a:latin typeface="Arial"/>
                        </a:defRPr>
                      </a:lvl5pPr>
                      <a:lvl6pPr marL="2285314" algn="l" defTabSz="914126" rtl="0" eaLnBrk="1" latinLnBrk="0" hangingPunct="1">
                        <a:defRPr sz="1799" kern="1200">
                          <a:solidFill>
                            <a:schemeClr val="dk1"/>
                          </a:solidFill>
                          <a:latin typeface="Arial"/>
                        </a:defRPr>
                      </a:lvl6pPr>
                      <a:lvl7pPr marL="2742377" algn="l" defTabSz="914126" rtl="0" eaLnBrk="1" latinLnBrk="0" hangingPunct="1">
                        <a:defRPr sz="1799" kern="1200">
                          <a:solidFill>
                            <a:schemeClr val="dk1"/>
                          </a:solidFill>
                          <a:latin typeface="Arial"/>
                        </a:defRPr>
                      </a:lvl7pPr>
                      <a:lvl8pPr marL="3199440" algn="l" defTabSz="914126" rtl="0" eaLnBrk="1" latinLnBrk="0" hangingPunct="1">
                        <a:defRPr sz="1799" kern="1200">
                          <a:solidFill>
                            <a:schemeClr val="dk1"/>
                          </a:solidFill>
                          <a:latin typeface="Arial"/>
                        </a:defRPr>
                      </a:lvl8pPr>
                      <a:lvl9pPr marL="3656503" algn="l" defTabSz="914126" rtl="0" eaLnBrk="1" latinLnBrk="0" hangingPunct="1">
                        <a:defRPr sz="1799" kern="1200">
                          <a:solidFill>
                            <a:schemeClr val="dk1"/>
                          </a:solidFill>
                          <a:latin typeface="Arial"/>
                        </a:defRPr>
                      </a:lvl9p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200" dirty="0"/>
                        <a:t>res = var.to_int64();</a:t>
                      </a:r>
                    </a:p>
                  </a:txBody>
                  <a:tcPr marL="121888" marR="121888">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008CA8">
                        <a:tint val="20000"/>
                      </a:srgbClr>
                    </a:solidFill>
                  </a:tcPr>
                </a:tc>
                <a:extLst>
                  <a:ext uri="{0D108BD9-81ED-4DB2-BD59-A6C34878D82A}">
                    <a16:rowId xmlns:a16="http://schemas.microsoft.com/office/drawing/2014/main" val="10003"/>
                  </a:ext>
                </a:extLst>
              </a:tr>
              <a:tr h="117711">
                <a:tc>
                  <a:txBody>
                    <a:bodyPr/>
                    <a:lstStyle>
                      <a:lvl1pPr marL="0" algn="l" defTabSz="914126" rtl="0" eaLnBrk="1" latinLnBrk="0" hangingPunct="1">
                        <a:defRPr sz="1799" b="1" kern="1200">
                          <a:solidFill>
                            <a:schemeClr val="lt1"/>
                          </a:solidFill>
                          <a:latin typeface="Arial"/>
                        </a:defRPr>
                      </a:lvl1pPr>
                      <a:lvl2pPr marL="457063" algn="l" defTabSz="914126" rtl="0" eaLnBrk="1" latinLnBrk="0" hangingPunct="1">
                        <a:defRPr sz="1799" b="1" kern="1200">
                          <a:solidFill>
                            <a:schemeClr val="lt1"/>
                          </a:solidFill>
                          <a:latin typeface="Arial"/>
                        </a:defRPr>
                      </a:lvl2pPr>
                      <a:lvl3pPr marL="914126" algn="l" defTabSz="914126" rtl="0" eaLnBrk="1" latinLnBrk="0" hangingPunct="1">
                        <a:defRPr sz="1799" b="1" kern="1200">
                          <a:solidFill>
                            <a:schemeClr val="lt1"/>
                          </a:solidFill>
                          <a:latin typeface="Arial"/>
                        </a:defRPr>
                      </a:lvl3pPr>
                      <a:lvl4pPr marL="1371189" algn="l" defTabSz="914126" rtl="0" eaLnBrk="1" latinLnBrk="0" hangingPunct="1">
                        <a:defRPr sz="1799" b="1" kern="1200">
                          <a:solidFill>
                            <a:schemeClr val="lt1"/>
                          </a:solidFill>
                          <a:latin typeface="Arial"/>
                        </a:defRPr>
                      </a:lvl4pPr>
                      <a:lvl5pPr marL="1828251" algn="l" defTabSz="914126" rtl="0" eaLnBrk="1" latinLnBrk="0" hangingPunct="1">
                        <a:defRPr sz="1799" b="1" kern="1200">
                          <a:solidFill>
                            <a:schemeClr val="lt1"/>
                          </a:solidFill>
                          <a:latin typeface="Arial"/>
                        </a:defRPr>
                      </a:lvl5pPr>
                      <a:lvl6pPr marL="2285314" algn="l" defTabSz="914126" rtl="0" eaLnBrk="1" latinLnBrk="0" hangingPunct="1">
                        <a:defRPr sz="1799" b="1" kern="1200">
                          <a:solidFill>
                            <a:schemeClr val="lt1"/>
                          </a:solidFill>
                          <a:latin typeface="Arial"/>
                        </a:defRPr>
                      </a:lvl6pPr>
                      <a:lvl7pPr marL="2742377" algn="l" defTabSz="914126" rtl="0" eaLnBrk="1" latinLnBrk="0" hangingPunct="1">
                        <a:defRPr sz="1799" b="1" kern="1200">
                          <a:solidFill>
                            <a:schemeClr val="lt1"/>
                          </a:solidFill>
                          <a:latin typeface="Arial"/>
                        </a:defRPr>
                      </a:lvl7pPr>
                      <a:lvl8pPr marL="3199440" algn="l" defTabSz="914126" rtl="0" eaLnBrk="1" latinLnBrk="0" hangingPunct="1">
                        <a:defRPr sz="1799" b="1" kern="1200">
                          <a:solidFill>
                            <a:schemeClr val="lt1"/>
                          </a:solidFill>
                          <a:latin typeface="Arial"/>
                        </a:defRPr>
                      </a:lvl8pPr>
                      <a:lvl9pPr marL="3656503" algn="l" defTabSz="914126" rtl="0" eaLnBrk="1" latinLnBrk="0" hangingPunct="1">
                        <a:defRPr sz="1799" b="1" kern="1200">
                          <a:solidFill>
                            <a:schemeClr val="lt1"/>
                          </a:solidFill>
                          <a:latin typeface="Arial"/>
                        </a:defRPr>
                      </a:lvl9pPr>
                    </a:lstStyle>
                    <a:p>
                      <a:r>
                        <a:rPr lang="en-US" sz="1200" b="1" kern="1200" dirty="0">
                          <a:solidFill>
                            <a:schemeClr val="lt1"/>
                          </a:solidFill>
                          <a:latin typeface="+mn-lt"/>
                          <a:ea typeface="+mn-ea"/>
                          <a:cs typeface="+mn-cs"/>
                        </a:rPr>
                        <a:t>To 64-bit unsigned integer </a:t>
                      </a:r>
                      <a:r>
                        <a:rPr lang="en-US" sz="1200" dirty="0"/>
                        <a:t>	</a:t>
                      </a:r>
                    </a:p>
                  </a:txBody>
                  <a:tcPr marL="121888" marR="121888">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008CA8"/>
                    </a:solidFill>
                  </a:tcPr>
                </a:tc>
                <a:tc>
                  <a:txBody>
                    <a:bodyPr/>
                    <a:lstStyle>
                      <a:lvl1pPr marL="0" algn="l" defTabSz="914126" rtl="0" eaLnBrk="1" latinLnBrk="0" hangingPunct="1">
                        <a:defRPr sz="1799" kern="1200">
                          <a:solidFill>
                            <a:schemeClr val="dk1"/>
                          </a:solidFill>
                          <a:latin typeface="Arial"/>
                        </a:defRPr>
                      </a:lvl1pPr>
                      <a:lvl2pPr marL="457063" algn="l" defTabSz="914126" rtl="0" eaLnBrk="1" latinLnBrk="0" hangingPunct="1">
                        <a:defRPr sz="1799" kern="1200">
                          <a:solidFill>
                            <a:schemeClr val="dk1"/>
                          </a:solidFill>
                          <a:latin typeface="Arial"/>
                        </a:defRPr>
                      </a:lvl2pPr>
                      <a:lvl3pPr marL="914126" algn="l" defTabSz="914126" rtl="0" eaLnBrk="1" latinLnBrk="0" hangingPunct="1">
                        <a:defRPr sz="1799" kern="1200">
                          <a:solidFill>
                            <a:schemeClr val="dk1"/>
                          </a:solidFill>
                          <a:latin typeface="Arial"/>
                        </a:defRPr>
                      </a:lvl3pPr>
                      <a:lvl4pPr marL="1371189" algn="l" defTabSz="914126" rtl="0" eaLnBrk="1" latinLnBrk="0" hangingPunct="1">
                        <a:defRPr sz="1799" kern="1200">
                          <a:solidFill>
                            <a:schemeClr val="dk1"/>
                          </a:solidFill>
                          <a:latin typeface="Arial"/>
                        </a:defRPr>
                      </a:lvl4pPr>
                      <a:lvl5pPr marL="1828251" algn="l" defTabSz="914126" rtl="0" eaLnBrk="1" latinLnBrk="0" hangingPunct="1">
                        <a:defRPr sz="1799" kern="1200">
                          <a:solidFill>
                            <a:schemeClr val="dk1"/>
                          </a:solidFill>
                          <a:latin typeface="Arial"/>
                        </a:defRPr>
                      </a:lvl5pPr>
                      <a:lvl6pPr marL="2285314" algn="l" defTabSz="914126" rtl="0" eaLnBrk="1" latinLnBrk="0" hangingPunct="1">
                        <a:defRPr sz="1799" kern="1200">
                          <a:solidFill>
                            <a:schemeClr val="dk1"/>
                          </a:solidFill>
                          <a:latin typeface="Arial"/>
                        </a:defRPr>
                      </a:lvl6pPr>
                      <a:lvl7pPr marL="2742377" algn="l" defTabSz="914126" rtl="0" eaLnBrk="1" latinLnBrk="0" hangingPunct="1">
                        <a:defRPr sz="1799" kern="1200">
                          <a:solidFill>
                            <a:schemeClr val="dk1"/>
                          </a:solidFill>
                          <a:latin typeface="Arial"/>
                        </a:defRPr>
                      </a:lvl7pPr>
                      <a:lvl8pPr marL="3199440" algn="l" defTabSz="914126" rtl="0" eaLnBrk="1" latinLnBrk="0" hangingPunct="1">
                        <a:defRPr sz="1799" kern="1200">
                          <a:solidFill>
                            <a:schemeClr val="dk1"/>
                          </a:solidFill>
                          <a:latin typeface="Arial"/>
                        </a:defRPr>
                      </a:lvl8pPr>
                      <a:lvl9pPr marL="3656503" algn="l" defTabSz="914126" rtl="0" eaLnBrk="1" latinLnBrk="0" hangingPunct="1">
                        <a:defRPr sz="1799" kern="1200">
                          <a:solidFill>
                            <a:schemeClr val="dk1"/>
                          </a:solidFill>
                          <a:latin typeface="Arial"/>
                        </a:defRPr>
                      </a:lvl9p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200" dirty="0"/>
                        <a:t>Convert to an</a:t>
                      </a:r>
                      <a:r>
                        <a:rPr lang="en-US" sz="1200" baseline="0" dirty="0"/>
                        <a:t> unsigned long </a:t>
                      </a:r>
                      <a:r>
                        <a:rPr lang="en-US" sz="1200" baseline="0" dirty="0" err="1"/>
                        <a:t>long</a:t>
                      </a:r>
                      <a:r>
                        <a:rPr lang="en-US" sz="1200" baseline="0" dirty="0"/>
                        <a:t> type</a:t>
                      </a:r>
                      <a:endParaRPr lang="en-US" sz="1200" dirty="0"/>
                    </a:p>
                  </a:txBody>
                  <a:tcPr marL="121888" marR="121888">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008CA8">
                        <a:tint val="40000"/>
                      </a:srgbClr>
                    </a:solidFill>
                  </a:tcPr>
                </a:tc>
                <a:tc>
                  <a:txBody>
                    <a:bodyPr/>
                    <a:lstStyle>
                      <a:lvl1pPr marL="0" algn="l" defTabSz="914126" rtl="0" eaLnBrk="1" latinLnBrk="0" hangingPunct="1">
                        <a:defRPr sz="1799" kern="1200">
                          <a:solidFill>
                            <a:schemeClr val="dk1"/>
                          </a:solidFill>
                          <a:latin typeface="Arial"/>
                        </a:defRPr>
                      </a:lvl1pPr>
                      <a:lvl2pPr marL="457063" algn="l" defTabSz="914126" rtl="0" eaLnBrk="1" latinLnBrk="0" hangingPunct="1">
                        <a:defRPr sz="1799" kern="1200">
                          <a:solidFill>
                            <a:schemeClr val="dk1"/>
                          </a:solidFill>
                          <a:latin typeface="Arial"/>
                        </a:defRPr>
                      </a:lvl2pPr>
                      <a:lvl3pPr marL="914126" algn="l" defTabSz="914126" rtl="0" eaLnBrk="1" latinLnBrk="0" hangingPunct="1">
                        <a:defRPr sz="1799" kern="1200">
                          <a:solidFill>
                            <a:schemeClr val="dk1"/>
                          </a:solidFill>
                          <a:latin typeface="Arial"/>
                        </a:defRPr>
                      </a:lvl3pPr>
                      <a:lvl4pPr marL="1371189" algn="l" defTabSz="914126" rtl="0" eaLnBrk="1" latinLnBrk="0" hangingPunct="1">
                        <a:defRPr sz="1799" kern="1200">
                          <a:solidFill>
                            <a:schemeClr val="dk1"/>
                          </a:solidFill>
                          <a:latin typeface="Arial"/>
                        </a:defRPr>
                      </a:lvl4pPr>
                      <a:lvl5pPr marL="1828251" algn="l" defTabSz="914126" rtl="0" eaLnBrk="1" latinLnBrk="0" hangingPunct="1">
                        <a:defRPr sz="1799" kern="1200">
                          <a:solidFill>
                            <a:schemeClr val="dk1"/>
                          </a:solidFill>
                          <a:latin typeface="Arial"/>
                        </a:defRPr>
                      </a:lvl5pPr>
                      <a:lvl6pPr marL="2285314" algn="l" defTabSz="914126" rtl="0" eaLnBrk="1" latinLnBrk="0" hangingPunct="1">
                        <a:defRPr sz="1799" kern="1200">
                          <a:solidFill>
                            <a:schemeClr val="dk1"/>
                          </a:solidFill>
                          <a:latin typeface="Arial"/>
                        </a:defRPr>
                      </a:lvl6pPr>
                      <a:lvl7pPr marL="2742377" algn="l" defTabSz="914126" rtl="0" eaLnBrk="1" latinLnBrk="0" hangingPunct="1">
                        <a:defRPr sz="1799" kern="1200">
                          <a:solidFill>
                            <a:schemeClr val="dk1"/>
                          </a:solidFill>
                          <a:latin typeface="Arial"/>
                        </a:defRPr>
                      </a:lvl7pPr>
                      <a:lvl8pPr marL="3199440" algn="l" defTabSz="914126" rtl="0" eaLnBrk="1" latinLnBrk="0" hangingPunct="1">
                        <a:defRPr sz="1799" kern="1200">
                          <a:solidFill>
                            <a:schemeClr val="dk1"/>
                          </a:solidFill>
                          <a:latin typeface="Arial"/>
                        </a:defRPr>
                      </a:lvl8pPr>
                      <a:lvl9pPr marL="3656503" algn="l" defTabSz="914126" rtl="0" eaLnBrk="1" latinLnBrk="0" hangingPunct="1">
                        <a:defRPr sz="1799" kern="1200">
                          <a:solidFill>
                            <a:schemeClr val="dk1"/>
                          </a:solidFill>
                          <a:latin typeface="Arial"/>
                        </a:defRPr>
                      </a:lvl9p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200" dirty="0"/>
                        <a:t>res = var.to_uint64();</a:t>
                      </a:r>
                    </a:p>
                  </a:txBody>
                  <a:tcPr marL="121888" marR="121888">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008CA8">
                        <a:tint val="40000"/>
                      </a:srgbClr>
                    </a:solidFill>
                  </a:tcPr>
                </a:tc>
                <a:extLst>
                  <a:ext uri="{0D108BD9-81ED-4DB2-BD59-A6C34878D82A}">
                    <a16:rowId xmlns:a16="http://schemas.microsoft.com/office/drawing/2014/main" val="10004"/>
                  </a:ext>
                </a:extLst>
              </a:tr>
              <a:tr h="0">
                <a:tc>
                  <a:txBody>
                    <a:bodyPr/>
                    <a:lstStyle>
                      <a:lvl1pPr marL="0" algn="l" defTabSz="914126" rtl="0" eaLnBrk="1" latinLnBrk="0" hangingPunct="1">
                        <a:defRPr sz="1799" b="1" kern="1200">
                          <a:solidFill>
                            <a:schemeClr val="lt1"/>
                          </a:solidFill>
                          <a:latin typeface="Arial"/>
                        </a:defRPr>
                      </a:lvl1pPr>
                      <a:lvl2pPr marL="457063" algn="l" defTabSz="914126" rtl="0" eaLnBrk="1" latinLnBrk="0" hangingPunct="1">
                        <a:defRPr sz="1799" b="1" kern="1200">
                          <a:solidFill>
                            <a:schemeClr val="lt1"/>
                          </a:solidFill>
                          <a:latin typeface="Arial"/>
                        </a:defRPr>
                      </a:lvl2pPr>
                      <a:lvl3pPr marL="914126" algn="l" defTabSz="914126" rtl="0" eaLnBrk="1" latinLnBrk="0" hangingPunct="1">
                        <a:defRPr sz="1799" b="1" kern="1200">
                          <a:solidFill>
                            <a:schemeClr val="lt1"/>
                          </a:solidFill>
                          <a:latin typeface="Arial"/>
                        </a:defRPr>
                      </a:lvl3pPr>
                      <a:lvl4pPr marL="1371189" algn="l" defTabSz="914126" rtl="0" eaLnBrk="1" latinLnBrk="0" hangingPunct="1">
                        <a:defRPr sz="1799" b="1" kern="1200">
                          <a:solidFill>
                            <a:schemeClr val="lt1"/>
                          </a:solidFill>
                          <a:latin typeface="Arial"/>
                        </a:defRPr>
                      </a:lvl4pPr>
                      <a:lvl5pPr marL="1828251" algn="l" defTabSz="914126" rtl="0" eaLnBrk="1" latinLnBrk="0" hangingPunct="1">
                        <a:defRPr sz="1799" b="1" kern="1200">
                          <a:solidFill>
                            <a:schemeClr val="lt1"/>
                          </a:solidFill>
                          <a:latin typeface="Arial"/>
                        </a:defRPr>
                      </a:lvl5pPr>
                      <a:lvl6pPr marL="2285314" algn="l" defTabSz="914126" rtl="0" eaLnBrk="1" latinLnBrk="0" hangingPunct="1">
                        <a:defRPr sz="1799" b="1" kern="1200">
                          <a:solidFill>
                            <a:schemeClr val="lt1"/>
                          </a:solidFill>
                          <a:latin typeface="Arial"/>
                        </a:defRPr>
                      </a:lvl6pPr>
                      <a:lvl7pPr marL="2742377" algn="l" defTabSz="914126" rtl="0" eaLnBrk="1" latinLnBrk="0" hangingPunct="1">
                        <a:defRPr sz="1799" b="1" kern="1200">
                          <a:solidFill>
                            <a:schemeClr val="lt1"/>
                          </a:solidFill>
                          <a:latin typeface="Arial"/>
                        </a:defRPr>
                      </a:lvl7pPr>
                      <a:lvl8pPr marL="3199440" algn="l" defTabSz="914126" rtl="0" eaLnBrk="1" latinLnBrk="0" hangingPunct="1">
                        <a:defRPr sz="1799" b="1" kern="1200">
                          <a:solidFill>
                            <a:schemeClr val="lt1"/>
                          </a:solidFill>
                          <a:latin typeface="Arial"/>
                        </a:defRPr>
                      </a:lvl8pPr>
                      <a:lvl9pPr marL="3656503" algn="l" defTabSz="914126" rtl="0" eaLnBrk="1" latinLnBrk="0" hangingPunct="1">
                        <a:defRPr sz="1799" b="1" kern="1200">
                          <a:solidFill>
                            <a:schemeClr val="lt1"/>
                          </a:solidFill>
                          <a:latin typeface="Arial"/>
                        </a:defRPr>
                      </a:lvl9pPr>
                    </a:lstStyle>
                    <a:p>
                      <a:r>
                        <a:rPr lang="en-US" sz="1200" b="1" kern="1200" dirty="0">
                          <a:solidFill>
                            <a:schemeClr val="lt1"/>
                          </a:solidFill>
                          <a:latin typeface="+mn-lt"/>
                          <a:ea typeface="+mn-ea"/>
                          <a:cs typeface="+mn-cs"/>
                        </a:rPr>
                        <a:t>To double </a:t>
                      </a:r>
                      <a:r>
                        <a:rPr lang="en-US" sz="1200" dirty="0"/>
                        <a:t>	</a:t>
                      </a:r>
                    </a:p>
                  </a:txBody>
                  <a:tcPr marL="121888" marR="121888">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008CA8"/>
                    </a:solidFill>
                  </a:tcPr>
                </a:tc>
                <a:tc>
                  <a:txBody>
                    <a:bodyPr/>
                    <a:lstStyle>
                      <a:lvl1pPr marL="0" algn="l" defTabSz="914126" rtl="0" eaLnBrk="1" latinLnBrk="0" hangingPunct="1">
                        <a:defRPr sz="1799" kern="1200">
                          <a:solidFill>
                            <a:schemeClr val="dk1"/>
                          </a:solidFill>
                          <a:latin typeface="Arial"/>
                        </a:defRPr>
                      </a:lvl1pPr>
                      <a:lvl2pPr marL="457063" algn="l" defTabSz="914126" rtl="0" eaLnBrk="1" latinLnBrk="0" hangingPunct="1">
                        <a:defRPr sz="1799" kern="1200">
                          <a:solidFill>
                            <a:schemeClr val="dk1"/>
                          </a:solidFill>
                          <a:latin typeface="Arial"/>
                        </a:defRPr>
                      </a:lvl2pPr>
                      <a:lvl3pPr marL="914126" algn="l" defTabSz="914126" rtl="0" eaLnBrk="1" latinLnBrk="0" hangingPunct="1">
                        <a:defRPr sz="1799" kern="1200">
                          <a:solidFill>
                            <a:schemeClr val="dk1"/>
                          </a:solidFill>
                          <a:latin typeface="Arial"/>
                        </a:defRPr>
                      </a:lvl3pPr>
                      <a:lvl4pPr marL="1371189" algn="l" defTabSz="914126" rtl="0" eaLnBrk="1" latinLnBrk="0" hangingPunct="1">
                        <a:defRPr sz="1799" kern="1200">
                          <a:solidFill>
                            <a:schemeClr val="dk1"/>
                          </a:solidFill>
                          <a:latin typeface="Arial"/>
                        </a:defRPr>
                      </a:lvl4pPr>
                      <a:lvl5pPr marL="1828251" algn="l" defTabSz="914126" rtl="0" eaLnBrk="1" latinLnBrk="0" hangingPunct="1">
                        <a:defRPr sz="1799" kern="1200">
                          <a:solidFill>
                            <a:schemeClr val="dk1"/>
                          </a:solidFill>
                          <a:latin typeface="Arial"/>
                        </a:defRPr>
                      </a:lvl5pPr>
                      <a:lvl6pPr marL="2285314" algn="l" defTabSz="914126" rtl="0" eaLnBrk="1" latinLnBrk="0" hangingPunct="1">
                        <a:defRPr sz="1799" kern="1200">
                          <a:solidFill>
                            <a:schemeClr val="dk1"/>
                          </a:solidFill>
                          <a:latin typeface="Arial"/>
                        </a:defRPr>
                      </a:lvl6pPr>
                      <a:lvl7pPr marL="2742377" algn="l" defTabSz="914126" rtl="0" eaLnBrk="1" latinLnBrk="0" hangingPunct="1">
                        <a:defRPr sz="1799" kern="1200">
                          <a:solidFill>
                            <a:schemeClr val="dk1"/>
                          </a:solidFill>
                          <a:latin typeface="Arial"/>
                        </a:defRPr>
                      </a:lvl7pPr>
                      <a:lvl8pPr marL="3199440" algn="l" defTabSz="914126" rtl="0" eaLnBrk="1" latinLnBrk="0" hangingPunct="1">
                        <a:defRPr sz="1799" kern="1200">
                          <a:solidFill>
                            <a:schemeClr val="dk1"/>
                          </a:solidFill>
                          <a:latin typeface="Arial"/>
                        </a:defRPr>
                      </a:lvl8pPr>
                      <a:lvl9pPr marL="3656503" algn="l" defTabSz="914126" rtl="0" eaLnBrk="1" latinLnBrk="0" hangingPunct="1">
                        <a:defRPr sz="1799" kern="1200">
                          <a:solidFill>
                            <a:schemeClr val="dk1"/>
                          </a:solidFill>
                          <a:latin typeface="Arial"/>
                        </a:defRPr>
                      </a:lvl9p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200" dirty="0"/>
                        <a:t>Convert to double </a:t>
                      </a:r>
                      <a:r>
                        <a:rPr lang="en-US" sz="1200" baseline="0" dirty="0"/>
                        <a:t>type</a:t>
                      </a:r>
                      <a:endParaRPr lang="en-US" sz="1200" dirty="0"/>
                    </a:p>
                  </a:txBody>
                  <a:tcPr marL="121888" marR="121888">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008CA8">
                        <a:tint val="20000"/>
                      </a:srgbClr>
                    </a:solidFill>
                  </a:tcPr>
                </a:tc>
                <a:tc>
                  <a:txBody>
                    <a:bodyPr/>
                    <a:lstStyle>
                      <a:lvl1pPr marL="0" algn="l" defTabSz="914126" rtl="0" eaLnBrk="1" latinLnBrk="0" hangingPunct="1">
                        <a:defRPr sz="1799" kern="1200">
                          <a:solidFill>
                            <a:schemeClr val="dk1"/>
                          </a:solidFill>
                          <a:latin typeface="Arial"/>
                        </a:defRPr>
                      </a:lvl1pPr>
                      <a:lvl2pPr marL="457063" algn="l" defTabSz="914126" rtl="0" eaLnBrk="1" latinLnBrk="0" hangingPunct="1">
                        <a:defRPr sz="1799" kern="1200">
                          <a:solidFill>
                            <a:schemeClr val="dk1"/>
                          </a:solidFill>
                          <a:latin typeface="Arial"/>
                        </a:defRPr>
                      </a:lvl2pPr>
                      <a:lvl3pPr marL="914126" algn="l" defTabSz="914126" rtl="0" eaLnBrk="1" latinLnBrk="0" hangingPunct="1">
                        <a:defRPr sz="1799" kern="1200">
                          <a:solidFill>
                            <a:schemeClr val="dk1"/>
                          </a:solidFill>
                          <a:latin typeface="Arial"/>
                        </a:defRPr>
                      </a:lvl3pPr>
                      <a:lvl4pPr marL="1371189" algn="l" defTabSz="914126" rtl="0" eaLnBrk="1" latinLnBrk="0" hangingPunct="1">
                        <a:defRPr sz="1799" kern="1200">
                          <a:solidFill>
                            <a:schemeClr val="dk1"/>
                          </a:solidFill>
                          <a:latin typeface="Arial"/>
                        </a:defRPr>
                      </a:lvl4pPr>
                      <a:lvl5pPr marL="1828251" algn="l" defTabSz="914126" rtl="0" eaLnBrk="1" latinLnBrk="0" hangingPunct="1">
                        <a:defRPr sz="1799" kern="1200">
                          <a:solidFill>
                            <a:schemeClr val="dk1"/>
                          </a:solidFill>
                          <a:latin typeface="Arial"/>
                        </a:defRPr>
                      </a:lvl5pPr>
                      <a:lvl6pPr marL="2285314" algn="l" defTabSz="914126" rtl="0" eaLnBrk="1" latinLnBrk="0" hangingPunct="1">
                        <a:defRPr sz="1799" kern="1200">
                          <a:solidFill>
                            <a:schemeClr val="dk1"/>
                          </a:solidFill>
                          <a:latin typeface="Arial"/>
                        </a:defRPr>
                      </a:lvl6pPr>
                      <a:lvl7pPr marL="2742377" algn="l" defTabSz="914126" rtl="0" eaLnBrk="1" latinLnBrk="0" hangingPunct="1">
                        <a:defRPr sz="1799" kern="1200">
                          <a:solidFill>
                            <a:schemeClr val="dk1"/>
                          </a:solidFill>
                          <a:latin typeface="Arial"/>
                        </a:defRPr>
                      </a:lvl7pPr>
                      <a:lvl8pPr marL="3199440" algn="l" defTabSz="914126" rtl="0" eaLnBrk="1" latinLnBrk="0" hangingPunct="1">
                        <a:defRPr sz="1799" kern="1200">
                          <a:solidFill>
                            <a:schemeClr val="dk1"/>
                          </a:solidFill>
                          <a:latin typeface="Arial"/>
                        </a:defRPr>
                      </a:lvl8pPr>
                      <a:lvl9pPr marL="3656503" algn="l" defTabSz="914126" rtl="0" eaLnBrk="1" latinLnBrk="0" hangingPunct="1">
                        <a:defRPr sz="1799" kern="1200">
                          <a:solidFill>
                            <a:schemeClr val="dk1"/>
                          </a:solidFill>
                          <a:latin typeface="Arial"/>
                        </a:defRPr>
                      </a:lvl9p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200" dirty="0">
                          <a:highlight>
                            <a:srgbClr val="FFFF00"/>
                          </a:highlight>
                        </a:rPr>
                        <a:t>res = </a:t>
                      </a:r>
                      <a:r>
                        <a:rPr lang="en-US" sz="1200" dirty="0" err="1">
                          <a:highlight>
                            <a:srgbClr val="FFFF00"/>
                          </a:highlight>
                        </a:rPr>
                        <a:t>var.to_double</a:t>
                      </a:r>
                      <a:r>
                        <a:rPr lang="en-US" sz="1200" dirty="0">
                          <a:highlight>
                            <a:srgbClr val="FFFF00"/>
                          </a:highlight>
                        </a:rPr>
                        <a:t>();</a:t>
                      </a:r>
                    </a:p>
                  </a:txBody>
                  <a:tcPr marL="121888" marR="121888">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008CA8">
                        <a:tint val="20000"/>
                      </a:srgbClr>
                    </a:solidFill>
                  </a:tcPr>
                </a:tc>
                <a:extLst>
                  <a:ext uri="{0D108BD9-81ED-4DB2-BD59-A6C34878D82A}">
                    <a16:rowId xmlns:a16="http://schemas.microsoft.com/office/drawing/2014/main" val="10005"/>
                  </a:ext>
                </a:extLst>
              </a:tr>
              <a:tr h="0">
                <a:tc>
                  <a:txBody>
                    <a:bodyPr/>
                    <a:lstStyle>
                      <a:lvl1pPr marL="0" algn="l" defTabSz="914126" rtl="0" eaLnBrk="1" latinLnBrk="0" hangingPunct="1">
                        <a:defRPr sz="1799" b="1" kern="1200">
                          <a:solidFill>
                            <a:schemeClr val="lt1"/>
                          </a:solidFill>
                          <a:latin typeface="Arial"/>
                        </a:defRPr>
                      </a:lvl1pPr>
                      <a:lvl2pPr marL="457063" algn="l" defTabSz="914126" rtl="0" eaLnBrk="1" latinLnBrk="0" hangingPunct="1">
                        <a:defRPr sz="1799" b="1" kern="1200">
                          <a:solidFill>
                            <a:schemeClr val="lt1"/>
                          </a:solidFill>
                          <a:latin typeface="Arial"/>
                        </a:defRPr>
                      </a:lvl2pPr>
                      <a:lvl3pPr marL="914126" algn="l" defTabSz="914126" rtl="0" eaLnBrk="1" latinLnBrk="0" hangingPunct="1">
                        <a:defRPr sz="1799" b="1" kern="1200">
                          <a:solidFill>
                            <a:schemeClr val="lt1"/>
                          </a:solidFill>
                          <a:latin typeface="Arial"/>
                        </a:defRPr>
                      </a:lvl3pPr>
                      <a:lvl4pPr marL="1371189" algn="l" defTabSz="914126" rtl="0" eaLnBrk="1" latinLnBrk="0" hangingPunct="1">
                        <a:defRPr sz="1799" b="1" kern="1200">
                          <a:solidFill>
                            <a:schemeClr val="lt1"/>
                          </a:solidFill>
                          <a:latin typeface="Arial"/>
                        </a:defRPr>
                      </a:lvl4pPr>
                      <a:lvl5pPr marL="1828251" algn="l" defTabSz="914126" rtl="0" eaLnBrk="1" latinLnBrk="0" hangingPunct="1">
                        <a:defRPr sz="1799" b="1" kern="1200">
                          <a:solidFill>
                            <a:schemeClr val="lt1"/>
                          </a:solidFill>
                          <a:latin typeface="Arial"/>
                        </a:defRPr>
                      </a:lvl5pPr>
                      <a:lvl6pPr marL="2285314" algn="l" defTabSz="914126" rtl="0" eaLnBrk="1" latinLnBrk="0" hangingPunct="1">
                        <a:defRPr sz="1799" b="1" kern="1200">
                          <a:solidFill>
                            <a:schemeClr val="lt1"/>
                          </a:solidFill>
                          <a:latin typeface="Arial"/>
                        </a:defRPr>
                      </a:lvl6pPr>
                      <a:lvl7pPr marL="2742377" algn="l" defTabSz="914126" rtl="0" eaLnBrk="1" latinLnBrk="0" hangingPunct="1">
                        <a:defRPr sz="1799" b="1" kern="1200">
                          <a:solidFill>
                            <a:schemeClr val="lt1"/>
                          </a:solidFill>
                          <a:latin typeface="Arial"/>
                        </a:defRPr>
                      </a:lvl7pPr>
                      <a:lvl8pPr marL="3199440" algn="l" defTabSz="914126" rtl="0" eaLnBrk="1" latinLnBrk="0" hangingPunct="1">
                        <a:defRPr sz="1799" b="1" kern="1200">
                          <a:solidFill>
                            <a:schemeClr val="lt1"/>
                          </a:solidFill>
                          <a:latin typeface="Arial"/>
                        </a:defRPr>
                      </a:lvl8pPr>
                      <a:lvl9pPr marL="3656503" algn="l" defTabSz="914126" rtl="0" eaLnBrk="1" latinLnBrk="0" hangingPunct="1">
                        <a:defRPr sz="1799" b="1" kern="1200">
                          <a:solidFill>
                            <a:schemeClr val="lt1"/>
                          </a:solidFill>
                          <a:latin typeface="Arial"/>
                        </a:defRPr>
                      </a:lvl9pPr>
                    </a:lstStyle>
                    <a:p>
                      <a:r>
                        <a:rPr lang="en-US" sz="1200" dirty="0"/>
                        <a:t>To ap_int</a:t>
                      </a:r>
                    </a:p>
                  </a:txBody>
                  <a:tcPr marL="121888" marR="121888">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008CA8"/>
                    </a:solidFill>
                  </a:tcPr>
                </a:tc>
                <a:tc>
                  <a:txBody>
                    <a:bodyPr/>
                    <a:lstStyle>
                      <a:lvl1pPr marL="0" algn="l" defTabSz="914126" rtl="0" eaLnBrk="1" latinLnBrk="0" hangingPunct="1">
                        <a:defRPr sz="1799" kern="1200">
                          <a:solidFill>
                            <a:schemeClr val="dk1"/>
                          </a:solidFill>
                          <a:latin typeface="Arial"/>
                        </a:defRPr>
                      </a:lvl1pPr>
                      <a:lvl2pPr marL="457063" algn="l" defTabSz="914126" rtl="0" eaLnBrk="1" latinLnBrk="0" hangingPunct="1">
                        <a:defRPr sz="1799" kern="1200">
                          <a:solidFill>
                            <a:schemeClr val="dk1"/>
                          </a:solidFill>
                          <a:latin typeface="Arial"/>
                        </a:defRPr>
                      </a:lvl2pPr>
                      <a:lvl3pPr marL="914126" algn="l" defTabSz="914126" rtl="0" eaLnBrk="1" latinLnBrk="0" hangingPunct="1">
                        <a:defRPr sz="1799" kern="1200">
                          <a:solidFill>
                            <a:schemeClr val="dk1"/>
                          </a:solidFill>
                          <a:latin typeface="Arial"/>
                        </a:defRPr>
                      </a:lvl3pPr>
                      <a:lvl4pPr marL="1371189" algn="l" defTabSz="914126" rtl="0" eaLnBrk="1" latinLnBrk="0" hangingPunct="1">
                        <a:defRPr sz="1799" kern="1200">
                          <a:solidFill>
                            <a:schemeClr val="dk1"/>
                          </a:solidFill>
                          <a:latin typeface="Arial"/>
                        </a:defRPr>
                      </a:lvl4pPr>
                      <a:lvl5pPr marL="1828251" algn="l" defTabSz="914126" rtl="0" eaLnBrk="1" latinLnBrk="0" hangingPunct="1">
                        <a:defRPr sz="1799" kern="1200">
                          <a:solidFill>
                            <a:schemeClr val="dk1"/>
                          </a:solidFill>
                          <a:latin typeface="Arial"/>
                        </a:defRPr>
                      </a:lvl5pPr>
                      <a:lvl6pPr marL="2285314" algn="l" defTabSz="914126" rtl="0" eaLnBrk="1" latinLnBrk="0" hangingPunct="1">
                        <a:defRPr sz="1799" kern="1200">
                          <a:solidFill>
                            <a:schemeClr val="dk1"/>
                          </a:solidFill>
                          <a:latin typeface="Arial"/>
                        </a:defRPr>
                      </a:lvl6pPr>
                      <a:lvl7pPr marL="2742377" algn="l" defTabSz="914126" rtl="0" eaLnBrk="1" latinLnBrk="0" hangingPunct="1">
                        <a:defRPr sz="1799" kern="1200">
                          <a:solidFill>
                            <a:schemeClr val="dk1"/>
                          </a:solidFill>
                          <a:latin typeface="Arial"/>
                        </a:defRPr>
                      </a:lvl7pPr>
                      <a:lvl8pPr marL="3199440" algn="l" defTabSz="914126" rtl="0" eaLnBrk="1" latinLnBrk="0" hangingPunct="1">
                        <a:defRPr sz="1799" kern="1200">
                          <a:solidFill>
                            <a:schemeClr val="dk1"/>
                          </a:solidFill>
                          <a:latin typeface="Arial"/>
                        </a:defRPr>
                      </a:lvl8pPr>
                      <a:lvl9pPr marL="3656503" algn="l" defTabSz="914126" rtl="0" eaLnBrk="1" latinLnBrk="0" hangingPunct="1">
                        <a:defRPr sz="1799" kern="1200">
                          <a:solidFill>
                            <a:schemeClr val="dk1"/>
                          </a:solidFill>
                          <a:latin typeface="Arial"/>
                        </a:defRPr>
                      </a:lvl9p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200" dirty="0"/>
                        <a:t>Convert to</a:t>
                      </a:r>
                      <a:r>
                        <a:rPr lang="en-US" sz="1200" baseline="0" dirty="0"/>
                        <a:t> an ap_int</a:t>
                      </a:r>
                      <a:endParaRPr lang="en-US" sz="1200" dirty="0"/>
                    </a:p>
                  </a:txBody>
                  <a:tcPr marL="121888" marR="121888">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008CA8">
                        <a:tint val="40000"/>
                      </a:srgbClr>
                    </a:solidFill>
                  </a:tcPr>
                </a:tc>
                <a:tc>
                  <a:txBody>
                    <a:bodyPr/>
                    <a:lstStyle>
                      <a:lvl1pPr marL="0" algn="l" defTabSz="914126" rtl="0" eaLnBrk="1" latinLnBrk="0" hangingPunct="1">
                        <a:defRPr sz="1799" kern="1200">
                          <a:solidFill>
                            <a:schemeClr val="dk1"/>
                          </a:solidFill>
                          <a:latin typeface="Arial"/>
                        </a:defRPr>
                      </a:lvl1pPr>
                      <a:lvl2pPr marL="457063" algn="l" defTabSz="914126" rtl="0" eaLnBrk="1" latinLnBrk="0" hangingPunct="1">
                        <a:defRPr sz="1799" kern="1200">
                          <a:solidFill>
                            <a:schemeClr val="dk1"/>
                          </a:solidFill>
                          <a:latin typeface="Arial"/>
                        </a:defRPr>
                      </a:lvl2pPr>
                      <a:lvl3pPr marL="914126" algn="l" defTabSz="914126" rtl="0" eaLnBrk="1" latinLnBrk="0" hangingPunct="1">
                        <a:defRPr sz="1799" kern="1200">
                          <a:solidFill>
                            <a:schemeClr val="dk1"/>
                          </a:solidFill>
                          <a:latin typeface="Arial"/>
                        </a:defRPr>
                      </a:lvl3pPr>
                      <a:lvl4pPr marL="1371189" algn="l" defTabSz="914126" rtl="0" eaLnBrk="1" latinLnBrk="0" hangingPunct="1">
                        <a:defRPr sz="1799" kern="1200">
                          <a:solidFill>
                            <a:schemeClr val="dk1"/>
                          </a:solidFill>
                          <a:latin typeface="Arial"/>
                        </a:defRPr>
                      </a:lvl4pPr>
                      <a:lvl5pPr marL="1828251" algn="l" defTabSz="914126" rtl="0" eaLnBrk="1" latinLnBrk="0" hangingPunct="1">
                        <a:defRPr sz="1799" kern="1200">
                          <a:solidFill>
                            <a:schemeClr val="dk1"/>
                          </a:solidFill>
                          <a:latin typeface="Arial"/>
                        </a:defRPr>
                      </a:lvl5pPr>
                      <a:lvl6pPr marL="2285314" algn="l" defTabSz="914126" rtl="0" eaLnBrk="1" latinLnBrk="0" hangingPunct="1">
                        <a:defRPr sz="1799" kern="1200">
                          <a:solidFill>
                            <a:schemeClr val="dk1"/>
                          </a:solidFill>
                          <a:latin typeface="Arial"/>
                        </a:defRPr>
                      </a:lvl6pPr>
                      <a:lvl7pPr marL="2742377" algn="l" defTabSz="914126" rtl="0" eaLnBrk="1" latinLnBrk="0" hangingPunct="1">
                        <a:defRPr sz="1799" kern="1200">
                          <a:solidFill>
                            <a:schemeClr val="dk1"/>
                          </a:solidFill>
                          <a:latin typeface="Arial"/>
                        </a:defRPr>
                      </a:lvl7pPr>
                      <a:lvl8pPr marL="3199440" algn="l" defTabSz="914126" rtl="0" eaLnBrk="1" latinLnBrk="0" hangingPunct="1">
                        <a:defRPr sz="1799" kern="1200">
                          <a:solidFill>
                            <a:schemeClr val="dk1"/>
                          </a:solidFill>
                          <a:latin typeface="Arial"/>
                        </a:defRPr>
                      </a:lvl8pPr>
                      <a:lvl9pPr marL="3656503" algn="l" defTabSz="914126" rtl="0" eaLnBrk="1" latinLnBrk="0" hangingPunct="1">
                        <a:defRPr sz="1799" kern="1200">
                          <a:solidFill>
                            <a:schemeClr val="dk1"/>
                          </a:solidFill>
                          <a:latin typeface="Arial"/>
                        </a:defRPr>
                      </a:lvl9p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200" dirty="0"/>
                        <a:t>res = </a:t>
                      </a:r>
                      <a:r>
                        <a:rPr lang="en-US" sz="1200" dirty="0" err="1"/>
                        <a:t>var.to_ap_int</a:t>
                      </a:r>
                      <a:r>
                        <a:rPr lang="en-US" sz="1200" dirty="0"/>
                        <a:t>();</a:t>
                      </a:r>
                    </a:p>
                  </a:txBody>
                  <a:tcPr marL="121888" marR="121888">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008CA8">
                        <a:tint val="40000"/>
                      </a:srgbClr>
                    </a:solidFill>
                  </a:tcPr>
                </a:tc>
                <a:extLst>
                  <a:ext uri="{0D108BD9-81ED-4DB2-BD59-A6C34878D82A}">
                    <a16:rowId xmlns:a16="http://schemas.microsoft.com/office/drawing/2014/main" val="10006"/>
                  </a:ext>
                </a:extLst>
              </a:tr>
            </a:tbl>
          </a:graphicData>
        </a:graphic>
      </p:graphicFrame>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AP_FIXED methods</a:t>
            </a:r>
          </a:p>
        </p:txBody>
      </p:sp>
      <p:sp>
        <p:nvSpPr>
          <p:cNvPr id="3" name="Content Placeholder 2"/>
          <p:cNvSpPr>
            <a:spLocks noGrp="1"/>
          </p:cNvSpPr>
          <p:nvPr>
            <p:ph idx="1"/>
          </p:nvPr>
        </p:nvSpPr>
        <p:spPr/>
        <p:txBody>
          <a:bodyPr/>
          <a:lstStyle/>
          <a:p>
            <a:r>
              <a:rPr lang="en-US" dirty="0"/>
              <a:t>Methods for bit manipulation</a:t>
            </a:r>
          </a:p>
        </p:txBody>
      </p:sp>
      <p:sp>
        <p:nvSpPr>
          <p:cNvPr id="11" name="Slide Number Placeholder 10"/>
          <p:cNvSpPr>
            <a:spLocks noGrp="1"/>
          </p:cNvSpPr>
          <p:nvPr>
            <p:ph type="sldNum" sz="quarter" idx="4"/>
          </p:nvPr>
        </p:nvSpPr>
        <p:spPr/>
        <p:txBody>
          <a:bodyPr/>
          <a:lstStyle/>
          <a:p>
            <a:pPr>
              <a:defRPr/>
            </a:pPr>
            <a:r>
              <a:rPr lang="en-US" dirty="0"/>
              <a:t>Data Types 14- </a:t>
            </a:r>
            <a:fld id="{060BD193-E118-4B16-863C-C8C12C675E3E}" type="slidenum">
              <a:rPr lang="en-US" smtClean="0"/>
              <a:pPr>
                <a:defRPr/>
              </a:pPr>
              <a:t>41</a:t>
            </a:fld>
            <a:endParaRPr lang="en-US" dirty="0"/>
          </a:p>
        </p:txBody>
      </p:sp>
      <p:graphicFrame>
        <p:nvGraphicFramePr>
          <p:cNvPr id="9" name="Content Placeholder 14">
            <a:extLst>
              <a:ext uri="{FF2B5EF4-FFF2-40B4-BE49-F238E27FC236}">
                <a16:creationId xmlns:a16="http://schemas.microsoft.com/office/drawing/2014/main" id="{10787318-A937-4663-A72A-43CD064F78A1}"/>
              </a:ext>
            </a:extLst>
          </p:cNvPr>
          <p:cNvGraphicFramePr>
            <a:graphicFrameLocks/>
          </p:cNvGraphicFramePr>
          <p:nvPr>
            <p:extLst>
              <p:ext uri="{D42A27DB-BD31-4B8C-83A1-F6EECF244321}">
                <p14:modId xmlns:p14="http://schemas.microsoft.com/office/powerpoint/2010/main" val="3671532526"/>
              </p:ext>
            </p:extLst>
          </p:nvPr>
        </p:nvGraphicFramePr>
        <p:xfrm>
          <a:off x="797490" y="2323841"/>
          <a:ext cx="10597019" cy="1463040"/>
        </p:xfrm>
        <a:graphic>
          <a:graphicData uri="http://schemas.openxmlformats.org/drawingml/2006/table">
            <a:tbl>
              <a:tblPr firstCol="1" bandRow="1"/>
              <a:tblGrid>
                <a:gridCol w="2162657">
                  <a:extLst>
                    <a:ext uri="{9D8B030D-6E8A-4147-A177-3AD203B41FA5}">
                      <a16:colId xmlns:a16="http://schemas.microsoft.com/office/drawing/2014/main" val="20000"/>
                    </a:ext>
                  </a:extLst>
                </a:gridCol>
                <a:gridCol w="4217181">
                  <a:extLst>
                    <a:ext uri="{9D8B030D-6E8A-4147-A177-3AD203B41FA5}">
                      <a16:colId xmlns:a16="http://schemas.microsoft.com/office/drawing/2014/main" val="20001"/>
                    </a:ext>
                  </a:extLst>
                </a:gridCol>
                <a:gridCol w="4217181">
                  <a:extLst>
                    <a:ext uri="{9D8B030D-6E8A-4147-A177-3AD203B41FA5}">
                      <a16:colId xmlns:a16="http://schemas.microsoft.com/office/drawing/2014/main" val="20002"/>
                    </a:ext>
                  </a:extLst>
                </a:gridCol>
              </a:tblGrid>
              <a:tr h="0">
                <a:tc gridSpan="2">
                  <a:txBody>
                    <a:bodyPr/>
                    <a:lstStyle>
                      <a:lvl1pPr marL="0" algn="l" defTabSz="914126" rtl="0" eaLnBrk="1" latinLnBrk="0" hangingPunct="1">
                        <a:defRPr sz="1799" b="1" kern="1200">
                          <a:solidFill>
                            <a:schemeClr val="lt1"/>
                          </a:solidFill>
                          <a:latin typeface="Arial"/>
                        </a:defRPr>
                      </a:lvl1pPr>
                      <a:lvl2pPr marL="457063" algn="l" defTabSz="914126" rtl="0" eaLnBrk="1" latinLnBrk="0" hangingPunct="1">
                        <a:defRPr sz="1799" b="1" kern="1200">
                          <a:solidFill>
                            <a:schemeClr val="lt1"/>
                          </a:solidFill>
                          <a:latin typeface="Arial"/>
                        </a:defRPr>
                      </a:lvl2pPr>
                      <a:lvl3pPr marL="914126" algn="l" defTabSz="914126" rtl="0" eaLnBrk="1" latinLnBrk="0" hangingPunct="1">
                        <a:defRPr sz="1799" b="1" kern="1200">
                          <a:solidFill>
                            <a:schemeClr val="lt1"/>
                          </a:solidFill>
                          <a:latin typeface="Arial"/>
                        </a:defRPr>
                      </a:lvl3pPr>
                      <a:lvl4pPr marL="1371189" algn="l" defTabSz="914126" rtl="0" eaLnBrk="1" latinLnBrk="0" hangingPunct="1">
                        <a:defRPr sz="1799" b="1" kern="1200">
                          <a:solidFill>
                            <a:schemeClr val="lt1"/>
                          </a:solidFill>
                          <a:latin typeface="Arial"/>
                        </a:defRPr>
                      </a:lvl4pPr>
                      <a:lvl5pPr marL="1828251" algn="l" defTabSz="914126" rtl="0" eaLnBrk="1" latinLnBrk="0" hangingPunct="1">
                        <a:defRPr sz="1799" b="1" kern="1200">
                          <a:solidFill>
                            <a:schemeClr val="lt1"/>
                          </a:solidFill>
                          <a:latin typeface="Arial"/>
                        </a:defRPr>
                      </a:lvl5pPr>
                      <a:lvl6pPr marL="2285314" algn="l" defTabSz="914126" rtl="0" eaLnBrk="1" latinLnBrk="0" hangingPunct="1">
                        <a:defRPr sz="1799" b="1" kern="1200">
                          <a:solidFill>
                            <a:schemeClr val="lt1"/>
                          </a:solidFill>
                          <a:latin typeface="Arial"/>
                        </a:defRPr>
                      </a:lvl6pPr>
                      <a:lvl7pPr marL="2742377" algn="l" defTabSz="914126" rtl="0" eaLnBrk="1" latinLnBrk="0" hangingPunct="1">
                        <a:defRPr sz="1799" b="1" kern="1200">
                          <a:solidFill>
                            <a:schemeClr val="lt1"/>
                          </a:solidFill>
                          <a:latin typeface="Arial"/>
                        </a:defRPr>
                      </a:lvl7pPr>
                      <a:lvl8pPr marL="3199440" algn="l" defTabSz="914126" rtl="0" eaLnBrk="1" latinLnBrk="0" hangingPunct="1">
                        <a:defRPr sz="1799" b="1" kern="1200">
                          <a:solidFill>
                            <a:schemeClr val="lt1"/>
                          </a:solidFill>
                          <a:latin typeface="Arial"/>
                        </a:defRPr>
                      </a:lvl8pPr>
                      <a:lvl9pPr marL="3656503" algn="l" defTabSz="914126" rtl="0" eaLnBrk="1" latinLnBrk="0" hangingPunct="1">
                        <a:defRPr sz="1799" b="1" kern="1200">
                          <a:solidFill>
                            <a:schemeClr val="lt1"/>
                          </a:solidFill>
                          <a:latin typeface="Arial"/>
                        </a:defRPr>
                      </a:lvl9pPr>
                    </a:lstStyle>
                    <a:p>
                      <a:r>
                        <a:rPr lang="en-US" sz="1200" b="1" dirty="0">
                          <a:solidFill>
                            <a:schemeClr val="tx1"/>
                          </a:solidFill>
                        </a:rPr>
                        <a:t>Methods</a:t>
                      </a:r>
                    </a:p>
                  </a:txBody>
                  <a:tcPr marL="121888" marR="121888">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008CA8">
                        <a:lumMod val="40000"/>
                        <a:lumOff val="60000"/>
                      </a:srgbClr>
                    </a:solidFill>
                  </a:tcPr>
                </a:tc>
                <a:tc hMerge="1">
                  <a:txBody>
                    <a:bodyPr/>
                    <a:lstStyle/>
                    <a:p>
                      <a:pPr marL="0" marR="0" indent="0" algn="l" defTabSz="457200" rtl="0" eaLnBrk="1" fontAlgn="auto" latinLnBrk="0" hangingPunct="1">
                        <a:lnSpc>
                          <a:spcPct val="100000"/>
                        </a:lnSpc>
                        <a:spcBef>
                          <a:spcPts val="0"/>
                        </a:spcBef>
                        <a:spcAft>
                          <a:spcPts val="0"/>
                        </a:spcAft>
                        <a:buClrTx/>
                        <a:buSzTx/>
                        <a:buFontTx/>
                        <a:buNone/>
                        <a:tabLst/>
                        <a:defRPr/>
                      </a:pPr>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lvl1pPr marL="0" algn="l" defTabSz="914126" rtl="0" eaLnBrk="1" latinLnBrk="0" hangingPunct="1">
                        <a:defRPr sz="1799" kern="1200">
                          <a:solidFill>
                            <a:schemeClr val="dk1"/>
                          </a:solidFill>
                          <a:latin typeface="Arial"/>
                        </a:defRPr>
                      </a:lvl1pPr>
                      <a:lvl2pPr marL="457063" algn="l" defTabSz="914126" rtl="0" eaLnBrk="1" latinLnBrk="0" hangingPunct="1">
                        <a:defRPr sz="1799" kern="1200">
                          <a:solidFill>
                            <a:schemeClr val="dk1"/>
                          </a:solidFill>
                          <a:latin typeface="Arial"/>
                        </a:defRPr>
                      </a:lvl2pPr>
                      <a:lvl3pPr marL="914126" algn="l" defTabSz="914126" rtl="0" eaLnBrk="1" latinLnBrk="0" hangingPunct="1">
                        <a:defRPr sz="1799" kern="1200">
                          <a:solidFill>
                            <a:schemeClr val="dk1"/>
                          </a:solidFill>
                          <a:latin typeface="Arial"/>
                        </a:defRPr>
                      </a:lvl3pPr>
                      <a:lvl4pPr marL="1371189" algn="l" defTabSz="914126" rtl="0" eaLnBrk="1" latinLnBrk="0" hangingPunct="1">
                        <a:defRPr sz="1799" kern="1200">
                          <a:solidFill>
                            <a:schemeClr val="dk1"/>
                          </a:solidFill>
                          <a:latin typeface="Arial"/>
                        </a:defRPr>
                      </a:lvl4pPr>
                      <a:lvl5pPr marL="1828251" algn="l" defTabSz="914126" rtl="0" eaLnBrk="1" latinLnBrk="0" hangingPunct="1">
                        <a:defRPr sz="1799" kern="1200">
                          <a:solidFill>
                            <a:schemeClr val="dk1"/>
                          </a:solidFill>
                          <a:latin typeface="Arial"/>
                        </a:defRPr>
                      </a:lvl5pPr>
                      <a:lvl6pPr marL="2285314" algn="l" defTabSz="914126" rtl="0" eaLnBrk="1" latinLnBrk="0" hangingPunct="1">
                        <a:defRPr sz="1799" kern="1200">
                          <a:solidFill>
                            <a:schemeClr val="dk1"/>
                          </a:solidFill>
                          <a:latin typeface="Arial"/>
                        </a:defRPr>
                      </a:lvl6pPr>
                      <a:lvl7pPr marL="2742377" algn="l" defTabSz="914126" rtl="0" eaLnBrk="1" latinLnBrk="0" hangingPunct="1">
                        <a:defRPr sz="1799" kern="1200">
                          <a:solidFill>
                            <a:schemeClr val="dk1"/>
                          </a:solidFill>
                          <a:latin typeface="Arial"/>
                        </a:defRPr>
                      </a:lvl7pPr>
                      <a:lvl8pPr marL="3199440" algn="l" defTabSz="914126" rtl="0" eaLnBrk="1" latinLnBrk="0" hangingPunct="1">
                        <a:defRPr sz="1799" kern="1200">
                          <a:solidFill>
                            <a:schemeClr val="dk1"/>
                          </a:solidFill>
                          <a:latin typeface="Arial"/>
                        </a:defRPr>
                      </a:lvl8pPr>
                      <a:lvl9pPr marL="3656503" algn="l" defTabSz="914126" rtl="0" eaLnBrk="1" latinLnBrk="0" hangingPunct="1">
                        <a:defRPr sz="1799" kern="1200">
                          <a:solidFill>
                            <a:schemeClr val="dk1"/>
                          </a:solidFill>
                          <a:latin typeface="Arial"/>
                        </a:defRPr>
                      </a:lvl9pPr>
                    </a:lstStyle>
                    <a:p>
                      <a:r>
                        <a:rPr lang="en-US" sz="1200" b="1" dirty="0">
                          <a:solidFill>
                            <a:schemeClr val="tx1"/>
                          </a:solidFill>
                        </a:rPr>
                        <a:t>Example</a:t>
                      </a:r>
                    </a:p>
                  </a:txBody>
                  <a:tcPr marL="121888" marR="121888">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008CA8">
                        <a:lumMod val="40000"/>
                        <a:lumOff val="60000"/>
                      </a:srgbClr>
                    </a:solidFill>
                  </a:tcPr>
                </a:tc>
                <a:extLst>
                  <a:ext uri="{0D108BD9-81ED-4DB2-BD59-A6C34878D82A}">
                    <a16:rowId xmlns:a16="http://schemas.microsoft.com/office/drawing/2014/main" val="10000"/>
                  </a:ext>
                </a:extLst>
              </a:tr>
              <a:tr h="0">
                <a:tc>
                  <a:txBody>
                    <a:bodyPr/>
                    <a:lstStyle>
                      <a:lvl1pPr marL="0" algn="l" defTabSz="914126" rtl="0" eaLnBrk="1" latinLnBrk="0" hangingPunct="1">
                        <a:defRPr sz="1799" b="1" kern="1200">
                          <a:solidFill>
                            <a:schemeClr val="lt1"/>
                          </a:solidFill>
                          <a:latin typeface="Arial"/>
                        </a:defRPr>
                      </a:lvl1pPr>
                      <a:lvl2pPr marL="457063" algn="l" defTabSz="914126" rtl="0" eaLnBrk="1" latinLnBrk="0" hangingPunct="1">
                        <a:defRPr sz="1799" b="1" kern="1200">
                          <a:solidFill>
                            <a:schemeClr val="lt1"/>
                          </a:solidFill>
                          <a:latin typeface="Arial"/>
                        </a:defRPr>
                      </a:lvl2pPr>
                      <a:lvl3pPr marL="914126" algn="l" defTabSz="914126" rtl="0" eaLnBrk="1" latinLnBrk="0" hangingPunct="1">
                        <a:defRPr sz="1799" b="1" kern="1200">
                          <a:solidFill>
                            <a:schemeClr val="lt1"/>
                          </a:solidFill>
                          <a:latin typeface="Arial"/>
                        </a:defRPr>
                      </a:lvl3pPr>
                      <a:lvl4pPr marL="1371189" algn="l" defTabSz="914126" rtl="0" eaLnBrk="1" latinLnBrk="0" hangingPunct="1">
                        <a:defRPr sz="1799" b="1" kern="1200">
                          <a:solidFill>
                            <a:schemeClr val="lt1"/>
                          </a:solidFill>
                          <a:latin typeface="Arial"/>
                        </a:defRPr>
                      </a:lvl4pPr>
                      <a:lvl5pPr marL="1828251" algn="l" defTabSz="914126" rtl="0" eaLnBrk="1" latinLnBrk="0" hangingPunct="1">
                        <a:defRPr sz="1799" b="1" kern="1200">
                          <a:solidFill>
                            <a:schemeClr val="lt1"/>
                          </a:solidFill>
                          <a:latin typeface="Arial"/>
                        </a:defRPr>
                      </a:lvl5pPr>
                      <a:lvl6pPr marL="2285314" algn="l" defTabSz="914126" rtl="0" eaLnBrk="1" latinLnBrk="0" hangingPunct="1">
                        <a:defRPr sz="1799" b="1" kern="1200">
                          <a:solidFill>
                            <a:schemeClr val="lt1"/>
                          </a:solidFill>
                          <a:latin typeface="Arial"/>
                        </a:defRPr>
                      </a:lvl6pPr>
                      <a:lvl7pPr marL="2742377" algn="l" defTabSz="914126" rtl="0" eaLnBrk="1" latinLnBrk="0" hangingPunct="1">
                        <a:defRPr sz="1799" b="1" kern="1200">
                          <a:solidFill>
                            <a:schemeClr val="lt1"/>
                          </a:solidFill>
                          <a:latin typeface="Arial"/>
                        </a:defRPr>
                      </a:lvl7pPr>
                      <a:lvl8pPr marL="3199440" algn="l" defTabSz="914126" rtl="0" eaLnBrk="1" latinLnBrk="0" hangingPunct="1">
                        <a:defRPr sz="1799" b="1" kern="1200">
                          <a:solidFill>
                            <a:schemeClr val="lt1"/>
                          </a:solidFill>
                          <a:latin typeface="Arial"/>
                        </a:defRPr>
                      </a:lvl8pPr>
                      <a:lvl9pPr marL="3656503" algn="l" defTabSz="914126" rtl="0" eaLnBrk="1" latinLnBrk="0" hangingPunct="1">
                        <a:defRPr sz="1799" b="1" kern="1200">
                          <a:solidFill>
                            <a:schemeClr val="lt1"/>
                          </a:solidFill>
                          <a:latin typeface="Arial"/>
                        </a:defRPr>
                      </a:lvl9pPr>
                    </a:lstStyle>
                    <a:p>
                      <a:r>
                        <a:rPr lang="en-US" sz="1200" b="1" kern="1200" dirty="0">
                          <a:solidFill>
                            <a:schemeClr val="lt1"/>
                          </a:solidFill>
                          <a:latin typeface="+mn-lt"/>
                          <a:ea typeface="+mn-ea"/>
                          <a:cs typeface="+mn-cs"/>
                        </a:rPr>
                        <a:t>Length </a:t>
                      </a:r>
                      <a:r>
                        <a:rPr lang="en-US" sz="1200" dirty="0"/>
                        <a:t>	</a:t>
                      </a:r>
                    </a:p>
                  </a:txBody>
                  <a:tcPr marL="121888" marR="121888">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008CA8"/>
                    </a:solidFill>
                  </a:tcPr>
                </a:tc>
                <a:tc>
                  <a:txBody>
                    <a:bodyPr/>
                    <a:lstStyle>
                      <a:lvl1pPr marL="0" algn="l" defTabSz="914126" rtl="0" eaLnBrk="1" latinLnBrk="0" hangingPunct="1">
                        <a:defRPr sz="1799" kern="1200">
                          <a:solidFill>
                            <a:schemeClr val="dk1"/>
                          </a:solidFill>
                          <a:latin typeface="Arial"/>
                        </a:defRPr>
                      </a:lvl1pPr>
                      <a:lvl2pPr marL="457063" algn="l" defTabSz="914126" rtl="0" eaLnBrk="1" latinLnBrk="0" hangingPunct="1">
                        <a:defRPr sz="1799" kern="1200">
                          <a:solidFill>
                            <a:schemeClr val="dk1"/>
                          </a:solidFill>
                          <a:latin typeface="Arial"/>
                        </a:defRPr>
                      </a:lvl2pPr>
                      <a:lvl3pPr marL="914126" algn="l" defTabSz="914126" rtl="0" eaLnBrk="1" latinLnBrk="0" hangingPunct="1">
                        <a:defRPr sz="1799" kern="1200">
                          <a:solidFill>
                            <a:schemeClr val="dk1"/>
                          </a:solidFill>
                          <a:latin typeface="Arial"/>
                        </a:defRPr>
                      </a:lvl3pPr>
                      <a:lvl4pPr marL="1371189" algn="l" defTabSz="914126" rtl="0" eaLnBrk="1" latinLnBrk="0" hangingPunct="1">
                        <a:defRPr sz="1799" kern="1200">
                          <a:solidFill>
                            <a:schemeClr val="dk1"/>
                          </a:solidFill>
                          <a:latin typeface="Arial"/>
                        </a:defRPr>
                      </a:lvl4pPr>
                      <a:lvl5pPr marL="1828251" algn="l" defTabSz="914126" rtl="0" eaLnBrk="1" latinLnBrk="0" hangingPunct="1">
                        <a:defRPr sz="1799" kern="1200">
                          <a:solidFill>
                            <a:schemeClr val="dk1"/>
                          </a:solidFill>
                          <a:latin typeface="Arial"/>
                        </a:defRPr>
                      </a:lvl5pPr>
                      <a:lvl6pPr marL="2285314" algn="l" defTabSz="914126" rtl="0" eaLnBrk="1" latinLnBrk="0" hangingPunct="1">
                        <a:defRPr sz="1799" kern="1200">
                          <a:solidFill>
                            <a:schemeClr val="dk1"/>
                          </a:solidFill>
                          <a:latin typeface="Arial"/>
                        </a:defRPr>
                      </a:lvl6pPr>
                      <a:lvl7pPr marL="2742377" algn="l" defTabSz="914126" rtl="0" eaLnBrk="1" latinLnBrk="0" hangingPunct="1">
                        <a:defRPr sz="1799" kern="1200">
                          <a:solidFill>
                            <a:schemeClr val="dk1"/>
                          </a:solidFill>
                          <a:latin typeface="Arial"/>
                        </a:defRPr>
                      </a:lvl7pPr>
                      <a:lvl8pPr marL="3199440" algn="l" defTabSz="914126" rtl="0" eaLnBrk="1" latinLnBrk="0" hangingPunct="1">
                        <a:defRPr sz="1799" kern="1200">
                          <a:solidFill>
                            <a:schemeClr val="dk1"/>
                          </a:solidFill>
                          <a:latin typeface="Arial"/>
                        </a:defRPr>
                      </a:lvl8pPr>
                      <a:lvl9pPr marL="3656503" algn="l" defTabSz="914126" rtl="0" eaLnBrk="1" latinLnBrk="0" hangingPunct="1">
                        <a:defRPr sz="1799" kern="1200">
                          <a:solidFill>
                            <a:schemeClr val="dk1"/>
                          </a:solidFill>
                          <a:latin typeface="Arial"/>
                        </a:defRPr>
                      </a:lvl9p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200" dirty="0"/>
                        <a:t>Returns the length of the variable.</a:t>
                      </a:r>
                    </a:p>
                  </a:txBody>
                  <a:tcPr marL="121888" marR="121888">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008CA8">
                        <a:tint val="20000"/>
                      </a:srgbClr>
                    </a:solidFill>
                  </a:tcPr>
                </a:tc>
                <a:tc>
                  <a:txBody>
                    <a:bodyPr/>
                    <a:lstStyle>
                      <a:lvl1pPr marL="0" algn="l" defTabSz="914126" rtl="0" eaLnBrk="1" latinLnBrk="0" hangingPunct="1">
                        <a:defRPr sz="1799" kern="1200">
                          <a:solidFill>
                            <a:schemeClr val="dk1"/>
                          </a:solidFill>
                          <a:latin typeface="Arial"/>
                        </a:defRPr>
                      </a:lvl1pPr>
                      <a:lvl2pPr marL="457063" algn="l" defTabSz="914126" rtl="0" eaLnBrk="1" latinLnBrk="0" hangingPunct="1">
                        <a:defRPr sz="1799" kern="1200">
                          <a:solidFill>
                            <a:schemeClr val="dk1"/>
                          </a:solidFill>
                          <a:latin typeface="Arial"/>
                        </a:defRPr>
                      </a:lvl2pPr>
                      <a:lvl3pPr marL="914126" algn="l" defTabSz="914126" rtl="0" eaLnBrk="1" latinLnBrk="0" hangingPunct="1">
                        <a:defRPr sz="1799" kern="1200">
                          <a:solidFill>
                            <a:schemeClr val="dk1"/>
                          </a:solidFill>
                          <a:latin typeface="Arial"/>
                        </a:defRPr>
                      </a:lvl3pPr>
                      <a:lvl4pPr marL="1371189" algn="l" defTabSz="914126" rtl="0" eaLnBrk="1" latinLnBrk="0" hangingPunct="1">
                        <a:defRPr sz="1799" kern="1200">
                          <a:solidFill>
                            <a:schemeClr val="dk1"/>
                          </a:solidFill>
                          <a:latin typeface="Arial"/>
                        </a:defRPr>
                      </a:lvl4pPr>
                      <a:lvl5pPr marL="1828251" algn="l" defTabSz="914126" rtl="0" eaLnBrk="1" latinLnBrk="0" hangingPunct="1">
                        <a:defRPr sz="1799" kern="1200">
                          <a:solidFill>
                            <a:schemeClr val="dk1"/>
                          </a:solidFill>
                          <a:latin typeface="Arial"/>
                        </a:defRPr>
                      </a:lvl5pPr>
                      <a:lvl6pPr marL="2285314" algn="l" defTabSz="914126" rtl="0" eaLnBrk="1" latinLnBrk="0" hangingPunct="1">
                        <a:defRPr sz="1799" kern="1200">
                          <a:solidFill>
                            <a:schemeClr val="dk1"/>
                          </a:solidFill>
                          <a:latin typeface="Arial"/>
                        </a:defRPr>
                      </a:lvl6pPr>
                      <a:lvl7pPr marL="2742377" algn="l" defTabSz="914126" rtl="0" eaLnBrk="1" latinLnBrk="0" hangingPunct="1">
                        <a:defRPr sz="1799" kern="1200">
                          <a:solidFill>
                            <a:schemeClr val="dk1"/>
                          </a:solidFill>
                          <a:latin typeface="Arial"/>
                        </a:defRPr>
                      </a:lvl7pPr>
                      <a:lvl8pPr marL="3199440" algn="l" defTabSz="914126" rtl="0" eaLnBrk="1" latinLnBrk="0" hangingPunct="1">
                        <a:defRPr sz="1799" kern="1200">
                          <a:solidFill>
                            <a:schemeClr val="dk1"/>
                          </a:solidFill>
                          <a:latin typeface="Arial"/>
                        </a:defRPr>
                      </a:lvl8pPr>
                      <a:lvl9pPr marL="3656503" algn="l" defTabSz="914126" rtl="0" eaLnBrk="1" latinLnBrk="0" hangingPunct="1">
                        <a:defRPr sz="1799" kern="1200">
                          <a:solidFill>
                            <a:schemeClr val="dk1"/>
                          </a:solidFill>
                          <a:latin typeface="Arial"/>
                        </a:defRPr>
                      </a:lvl9p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200" dirty="0"/>
                        <a:t>res=</a:t>
                      </a:r>
                      <a:r>
                        <a:rPr lang="en-US" sz="1200" dirty="0" err="1"/>
                        <a:t>var.length</a:t>
                      </a:r>
                      <a:r>
                        <a:rPr lang="en-US" sz="1200" dirty="0"/>
                        <a:t>;</a:t>
                      </a:r>
                    </a:p>
                  </a:txBody>
                  <a:tcPr marL="121888" marR="121888">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008CA8">
                        <a:tint val="20000"/>
                      </a:srgbClr>
                    </a:solidFill>
                  </a:tcPr>
                </a:tc>
                <a:extLst>
                  <a:ext uri="{0D108BD9-81ED-4DB2-BD59-A6C34878D82A}">
                    <a16:rowId xmlns:a16="http://schemas.microsoft.com/office/drawing/2014/main" val="10001"/>
                  </a:ext>
                </a:extLst>
              </a:tr>
              <a:tr h="117711">
                <a:tc>
                  <a:txBody>
                    <a:bodyPr/>
                    <a:lstStyle>
                      <a:lvl1pPr marL="0" algn="l" defTabSz="914126" rtl="0" eaLnBrk="1" latinLnBrk="0" hangingPunct="1">
                        <a:defRPr sz="1799" b="1" kern="1200">
                          <a:solidFill>
                            <a:schemeClr val="lt1"/>
                          </a:solidFill>
                          <a:latin typeface="Arial"/>
                        </a:defRPr>
                      </a:lvl1pPr>
                      <a:lvl2pPr marL="457063" algn="l" defTabSz="914126" rtl="0" eaLnBrk="1" latinLnBrk="0" hangingPunct="1">
                        <a:defRPr sz="1799" b="1" kern="1200">
                          <a:solidFill>
                            <a:schemeClr val="lt1"/>
                          </a:solidFill>
                          <a:latin typeface="Arial"/>
                        </a:defRPr>
                      </a:lvl2pPr>
                      <a:lvl3pPr marL="914126" algn="l" defTabSz="914126" rtl="0" eaLnBrk="1" latinLnBrk="0" hangingPunct="1">
                        <a:defRPr sz="1799" b="1" kern="1200">
                          <a:solidFill>
                            <a:schemeClr val="lt1"/>
                          </a:solidFill>
                          <a:latin typeface="Arial"/>
                        </a:defRPr>
                      </a:lvl3pPr>
                      <a:lvl4pPr marL="1371189" algn="l" defTabSz="914126" rtl="0" eaLnBrk="1" latinLnBrk="0" hangingPunct="1">
                        <a:defRPr sz="1799" b="1" kern="1200">
                          <a:solidFill>
                            <a:schemeClr val="lt1"/>
                          </a:solidFill>
                          <a:latin typeface="Arial"/>
                        </a:defRPr>
                      </a:lvl4pPr>
                      <a:lvl5pPr marL="1828251" algn="l" defTabSz="914126" rtl="0" eaLnBrk="1" latinLnBrk="0" hangingPunct="1">
                        <a:defRPr sz="1799" b="1" kern="1200">
                          <a:solidFill>
                            <a:schemeClr val="lt1"/>
                          </a:solidFill>
                          <a:latin typeface="Arial"/>
                        </a:defRPr>
                      </a:lvl5pPr>
                      <a:lvl6pPr marL="2285314" algn="l" defTabSz="914126" rtl="0" eaLnBrk="1" latinLnBrk="0" hangingPunct="1">
                        <a:defRPr sz="1799" b="1" kern="1200">
                          <a:solidFill>
                            <a:schemeClr val="lt1"/>
                          </a:solidFill>
                          <a:latin typeface="Arial"/>
                        </a:defRPr>
                      </a:lvl6pPr>
                      <a:lvl7pPr marL="2742377" algn="l" defTabSz="914126" rtl="0" eaLnBrk="1" latinLnBrk="0" hangingPunct="1">
                        <a:defRPr sz="1799" b="1" kern="1200">
                          <a:solidFill>
                            <a:schemeClr val="lt1"/>
                          </a:solidFill>
                          <a:latin typeface="Arial"/>
                        </a:defRPr>
                      </a:lvl7pPr>
                      <a:lvl8pPr marL="3199440" algn="l" defTabSz="914126" rtl="0" eaLnBrk="1" latinLnBrk="0" hangingPunct="1">
                        <a:defRPr sz="1799" b="1" kern="1200">
                          <a:solidFill>
                            <a:schemeClr val="lt1"/>
                          </a:solidFill>
                          <a:latin typeface="Arial"/>
                        </a:defRPr>
                      </a:lvl8pPr>
                      <a:lvl9pPr marL="3656503" algn="l" defTabSz="914126" rtl="0" eaLnBrk="1" latinLnBrk="0" hangingPunct="1">
                        <a:defRPr sz="1799" b="1" kern="1200">
                          <a:solidFill>
                            <a:schemeClr val="lt1"/>
                          </a:solidFill>
                          <a:latin typeface="Arial"/>
                        </a:defRPr>
                      </a:lvl9pPr>
                    </a:lstStyle>
                    <a:p>
                      <a:r>
                        <a:rPr lang="en-US" sz="1200" b="1" kern="1200" dirty="0">
                          <a:solidFill>
                            <a:schemeClr val="lt1"/>
                          </a:solidFill>
                          <a:latin typeface="+mn-lt"/>
                          <a:ea typeface="+mn-ea"/>
                          <a:cs typeface="+mn-cs"/>
                        </a:rPr>
                        <a:t>Concatenation</a:t>
                      </a:r>
                      <a:endParaRPr lang="en-US" sz="1200" dirty="0"/>
                    </a:p>
                  </a:txBody>
                  <a:tcPr marL="121888" marR="121888">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008CA8"/>
                    </a:solidFill>
                  </a:tcPr>
                </a:tc>
                <a:tc>
                  <a:txBody>
                    <a:bodyPr/>
                    <a:lstStyle>
                      <a:lvl1pPr marL="0" algn="l" defTabSz="914126" rtl="0" eaLnBrk="1" latinLnBrk="0" hangingPunct="1">
                        <a:defRPr sz="1799" kern="1200">
                          <a:solidFill>
                            <a:schemeClr val="dk1"/>
                          </a:solidFill>
                          <a:latin typeface="Arial"/>
                        </a:defRPr>
                      </a:lvl1pPr>
                      <a:lvl2pPr marL="457063" algn="l" defTabSz="914126" rtl="0" eaLnBrk="1" latinLnBrk="0" hangingPunct="1">
                        <a:defRPr sz="1799" kern="1200">
                          <a:solidFill>
                            <a:schemeClr val="dk1"/>
                          </a:solidFill>
                          <a:latin typeface="Arial"/>
                        </a:defRPr>
                      </a:lvl2pPr>
                      <a:lvl3pPr marL="914126" algn="l" defTabSz="914126" rtl="0" eaLnBrk="1" latinLnBrk="0" hangingPunct="1">
                        <a:defRPr sz="1799" kern="1200">
                          <a:solidFill>
                            <a:schemeClr val="dk1"/>
                          </a:solidFill>
                          <a:latin typeface="Arial"/>
                        </a:defRPr>
                      </a:lvl3pPr>
                      <a:lvl4pPr marL="1371189" algn="l" defTabSz="914126" rtl="0" eaLnBrk="1" latinLnBrk="0" hangingPunct="1">
                        <a:defRPr sz="1799" kern="1200">
                          <a:solidFill>
                            <a:schemeClr val="dk1"/>
                          </a:solidFill>
                          <a:latin typeface="Arial"/>
                        </a:defRPr>
                      </a:lvl4pPr>
                      <a:lvl5pPr marL="1828251" algn="l" defTabSz="914126" rtl="0" eaLnBrk="1" latinLnBrk="0" hangingPunct="1">
                        <a:defRPr sz="1799" kern="1200">
                          <a:solidFill>
                            <a:schemeClr val="dk1"/>
                          </a:solidFill>
                          <a:latin typeface="Arial"/>
                        </a:defRPr>
                      </a:lvl5pPr>
                      <a:lvl6pPr marL="2285314" algn="l" defTabSz="914126" rtl="0" eaLnBrk="1" latinLnBrk="0" hangingPunct="1">
                        <a:defRPr sz="1799" kern="1200">
                          <a:solidFill>
                            <a:schemeClr val="dk1"/>
                          </a:solidFill>
                          <a:latin typeface="Arial"/>
                        </a:defRPr>
                      </a:lvl6pPr>
                      <a:lvl7pPr marL="2742377" algn="l" defTabSz="914126" rtl="0" eaLnBrk="1" latinLnBrk="0" hangingPunct="1">
                        <a:defRPr sz="1799" kern="1200">
                          <a:solidFill>
                            <a:schemeClr val="dk1"/>
                          </a:solidFill>
                          <a:latin typeface="Arial"/>
                        </a:defRPr>
                      </a:lvl7pPr>
                      <a:lvl8pPr marL="3199440" algn="l" defTabSz="914126" rtl="0" eaLnBrk="1" latinLnBrk="0" hangingPunct="1">
                        <a:defRPr sz="1799" kern="1200">
                          <a:solidFill>
                            <a:schemeClr val="dk1"/>
                          </a:solidFill>
                          <a:latin typeface="Arial"/>
                        </a:defRPr>
                      </a:lvl8pPr>
                      <a:lvl9pPr marL="3656503" algn="l" defTabSz="914126" rtl="0" eaLnBrk="1" latinLnBrk="0" hangingPunct="1">
                        <a:defRPr sz="1799" kern="1200">
                          <a:solidFill>
                            <a:schemeClr val="dk1"/>
                          </a:solidFill>
                          <a:latin typeface="Arial"/>
                        </a:defRPr>
                      </a:lvl9pPr>
                    </a:lstStyle>
                    <a:p>
                      <a:r>
                        <a:rPr lang="en-US" sz="1200" dirty="0"/>
                        <a:t>Concatenation low</a:t>
                      </a:r>
                      <a:r>
                        <a:rPr lang="en-US" sz="1200" baseline="0" dirty="0"/>
                        <a:t> to high</a:t>
                      </a:r>
                      <a:endParaRPr lang="en-US" sz="1200" dirty="0"/>
                    </a:p>
                  </a:txBody>
                  <a:tcPr marL="121888" marR="121888">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008CA8">
                        <a:tint val="40000"/>
                      </a:srgbClr>
                    </a:solidFill>
                  </a:tcPr>
                </a:tc>
                <a:tc>
                  <a:txBody>
                    <a:bodyPr/>
                    <a:lstStyle>
                      <a:lvl1pPr marL="0" algn="l" defTabSz="914126" rtl="0" eaLnBrk="1" latinLnBrk="0" hangingPunct="1">
                        <a:defRPr sz="1799" kern="1200">
                          <a:solidFill>
                            <a:schemeClr val="dk1"/>
                          </a:solidFill>
                          <a:latin typeface="Arial"/>
                        </a:defRPr>
                      </a:lvl1pPr>
                      <a:lvl2pPr marL="457063" algn="l" defTabSz="914126" rtl="0" eaLnBrk="1" latinLnBrk="0" hangingPunct="1">
                        <a:defRPr sz="1799" kern="1200">
                          <a:solidFill>
                            <a:schemeClr val="dk1"/>
                          </a:solidFill>
                          <a:latin typeface="Arial"/>
                        </a:defRPr>
                      </a:lvl2pPr>
                      <a:lvl3pPr marL="914126" algn="l" defTabSz="914126" rtl="0" eaLnBrk="1" latinLnBrk="0" hangingPunct="1">
                        <a:defRPr sz="1799" kern="1200">
                          <a:solidFill>
                            <a:schemeClr val="dk1"/>
                          </a:solidFill>
                          <a:latin typeface="Arial"/>
                        </a:defRPr>
                      </a:lvl3pPr>
                      <a:lvl4pPr marL="1371189" algn="l" defTabSz="914126" rtl="0" eaLnBrk="1" latinLnBrk="0" hangingPunct="1">
                        <a:defRPr sz="1799" kern="1200">
                          <a:solidFill>
                            <a:schemeClr val="dk1"/>
                          </a:solidFill>
                          <a:latin typeface="Arial"/>
                        </a:defRPr>
                      </a:lvl4pPr>
                      <a:lvl5pPr marL="1828251" algn="l" defTabSz="914126" rtl="0" eaLnBrk="1" latinLnBrk="0" hangingPunct="1">
                        <a:defRPr sz="1799" kern="1200">
                          <a:solidFill>
                            <a:schemeClr val="dk1"/>
                          </a:solidFill>
                          <a:latin typeface="Arial"/>
                        </a:defRPr>
                      </a:lvl5pPr>
                      <a:lvl6pPr marL="2285314" algn="l" defTabSz="914126" rtl="0" eaLnBrk="1" latinLnBrk="0" hangingPunct="1">
                        <a:defRPr sz="1799" kern="1200">
                          <a:solidFill>
                            <a:schemeClr val="dk1"/>
                          </a:solidFill>
                          <a:latin typeface="Arial"/>
                        </a:defRPr>
                      </a:lvl6pPr>
                      <a:lvl7pPr marL="2742377" algn="l" defTabSz="914126" rtl="0" eaLnBrk="1" latinLnBrk="0" hangingPunct="1">
                        <a:defRPr sz="1799" kern="1200">
                          <a:solidFill>
                            <a:schemeClr val="dk1"/>
                          </a:solidFill>
                          <a:latin typeface="Arial"/>
                        </a:defRPr>
                      </a:lvl7pPr>
                      <a:lvl8pPr marL="3199440" algn="l" defTabSz="914126" rtl="0" eaLnBrk="1" latinLnBrk="0" hangingPunct="1">
                        <a:defRPr sz="1799" kern="1200">
                          <a:solidFill>
                            <a:schemeClr val="dk1"/>
                          </a:solidFill>
                          <a:latin typeface="Arial"/>
                        </a:defRPr>
                      </a:lvl8pPr>
                      <a:lvl9pPr marL="3656503" algn="l" defTabSz="914126" rtl="0" eaLnBrk="1" latinLnBrk="0" hangingPunct="1">
                        <a:defRPr sz="1799" kern="1200">
                          <a:solidFill>
                            <a:schemeClr val="dk1"/>
                          </a:solidFill>
                          <a:latin typeface="Arial"/>
                        </a:defRPr>
                      </a:lvl9pPr>
                    </a:lstStyle>
                    <a:p>
                      <a:r>
                        <a:rPr lang="en-US" sz="1200" dirty="0"/>
                        <a:t>       res=</a:t>
                      </a:r>
                      <a:r>
                        <a:rPr lang="en-US" sz="1200" dirty="0" err="1"/>
                        <a:t>var_hi.concat</a:t>
                      </a:r>
                      <a:r>
                        <a:rPr lang="en-US" sz="1200" dirty="0"/>
                        <a:t>(</a:t>
                      </a:r>
                      <a:r>
                        <a:rPr lang="en-US" sz="1200" dirty="0" err="1"/>
                        <a:t>var_lo</a:t>
                      </a:r>
                      <a:r>
                        <a:rPr lang="en-US" sz="1200" dirty="0"/>
                        <a:t>);</a:t>
                      </a:r>
                    </a:p>
                    <a:p>
                      <a:r>
                        <a:rPr lang="en-US" sz="1200" dirty="0"/>
                        <a:t> Or  res= (</a:t>
                      </a:r>
                      <a:r>
                        <a:rPr lang="en-US" sz="1200" dirty="0" err="1"/>
                        <a:t>var</a:t>
                      </a:r>
                      <a:r>
                        <a:rPr lang="en-US" sz="1200" baseline="0" dirty="0" err="1"/>
                        <a:t>_hi</a:t>
                      </a:r>
                      <a:r>
                        <a:rPr lang="en-US" sz="1200" dirty="0" err="1"/>
                        <a:t>,var_</a:t>
                      </a:r>
                      <a:r>
                        <a:rPr lang="en-US" sz="1200" baseline="0" dirty="0" err="1"/>
                        <a:t>lo</a:t>
                      </a:r>
                      <a:r>
                        <a:rPr lang="en-US" sz="1200" dirty="0"/>
                        <a:t>)</a:t>
                      </a:r>
                    </a:p>
                  </a:txBody>
                  <a:tcPr marL="121888" marR="121888">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008CA8">
                        <a:tint val="40000"/>
                      </a:srgbClr>
                    </a:solidFill>
                  </a:tcPr>
                </a:tc>
                <a:extLst>
                  <a:ext uri="{0D108BD9-81ED-4DB2-BD59-A6C34878D82A}">
                    <a16:rowId xmlns:a16="http://schemas.microsoft.com/office/drawing/2014/main" val="10002"/>
                  </a:ext>
                </a:extLst>
              </a:tr>
              <a:tr h="117711">
                <a:tc>
                  <a:txBody>
                    <a:bodyPr/>
                    <a:lstStyle>
                      <a:lvl1pPr marL="0" algn="l" defTabSz="914126" rtl="0" eaLnBrk="1" latinLnBrk="0" hangingPunct="1">
                        <a:defRPr sz="1799" b="1" kern="1200">
                          <a:solidFill>
                            <a:schemeClr val="lt1"/>
                          </a:solidFill>
                          <a:latin typeface="Arial"/>
                        </a:defRPr>
                      </a:lvl1pPr>
                      <a:lvl2pPr marL="457063" algn="l" defTabSz="914126" rtl="0" eaLnBrk="1" latinLnBrk="0" hangingPunct="1">
                        <a:defRPr sz="1799" b="1" kern="1200">
                          <a:solidFill>
                            <a:schemeClr val="lt1"/>
                          </a:solidFill>
                          <a:latin typeface="Arial"/>
                        </a:defRPr>
                      </a:lvl2pPr>
                      <a:lvl3pPr marL="914126" algn="l" defTabSz="914126" rtl="0" eaLnBrk="1" latinLnBrk="0" hangingPunct="1">
                        <a:defRPr sz="1799" b="1" kern="1200">
                          <a:solidFill>
                            <a:schemeClr val="lt1"/>
                          </a:solidFill>
                          <a:latin typeface="Arial"/>
                        </a:defRPr>
                      </a:lvl3pPr>
                      <a:lvl4pPr marL="1371189" algn="l" defTabSz="914126" rtl="0" eaLnBrk="1" latinLnBrk="0" hangingPunct="1">
                        <a:defRPr sz="1799" b="1" kern="1200">
                          <a:solidFill>
                            <a:schemeClr val="lt1"/>
                          </a:solidFill>
                          <a:latin typeface="Arial"/>
                        </a:defRPr>
                      </a:lvl4pPr>
                      <a:lvl5pPr marL="1828251" algn="l" defTabSz="914126" rtl="0" eaLnBrk="1" latinLnBrk="0" hangingPunct="1">
                        <a:defRPr sz="1799" b="1" kern="1200">
                          <a:solidFill>
                            <a:schemeClr val="lt1"/>
                          </a:solidFill>
                          <a:latin typeface="Arial"/>
                        </a:defRPr>
                      </a:lvl5pPr>
                      <a:lvl6pPr marL="2285314" algn="l" defTabSz="914126" rtl="0" eaLnBrk="1" latinLnBrk="0" hangingPunct="1">
                        <a:defRPr sz="1799" b="1" kern="1200">
                          <a:solidFill>
                            <a:schemeClr val="lt1"/>
                          </a:solidFill>
                          <a:latin typeface="Arial"/>
                        </a:defRPr>
                      </a:lvl6pPr>
                      <a:lvl7pPr marL="2742377" algn="l" defTabSz="914126" rtl="0" eaLnBrk="1" latinLnBrk="0" hangingPunct="1">
                        <a:defRPr sz="1799" b="1" kern="1200">
                          <a:solidFill>
                            <a:schemeClr val="lt1"/>
                          </a:solidFill>
                          <a:latin typeface="Arial"/>
                        </a:defRPr>
                      </a:lvl7pPr>
                      <a:lvl8pPr marL="3199440" algn="l" defTabSz="914126" rtl="0" eaLnBrk="1" latinLnBrk="0" hangingPunct="1">
                        <a:defRPr sz="1799" b="1" kern="1200">
                          <a:solidFill>
                            <a:schemeClr val="lt1"/>
                          </a:solidFill>
                          <a:latin typeface="Arial"/>
                        </a:defRPr>
                      </a:lvl8pPr>
                      <a:lvl9pPr marL="3656503" algn="l" defTabSz="914126" rtl="0" eaLnBrk="1" latinLnBrk="0" hangingPunct="1">
                        <a:defRPr sz="1799" b="1" kern="1200">
                          <a:solidFill>
                            <a:schemeClr val="lt1"/>
                          </a:solidFill>
                          <a:latin typeface="Arial"/>
                        </a:defRPr>
                      </a:lvl9pPr>
                    </a:lstStyle>
                    <a:p>
                      <a:r>
                        <a:rPr lang="en-US" sz="1200" dirty="0"/>
                        <a:t>Range or Bit-select</a:t>
                      </a:r>
                    </a:p>
                  </a:txBody>
                  <a:tcPr marL="121888" marR="121888">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008CA8"/>
                    </a:solidFill>
                  </a:tcPr>
                </a:tc>
                <a:tc>
                  <a:txBody>
                    <a:bodyPr/>
                    <a:lstStyle>
                      <a:lvl1pPr marL="0" algn="l" defTabSz="914126" rtl="0" eaLnBrk="1" latinLnBrk="0" hangingPunct="1">
                        <a:defRPr sz="1799" kern="1200">
                          <a:solidFill>
                            <a:schemeClr val="dk1"/>
                          </a:solidFill>
                          <a:latin typeface="Arial"/>
                        </a:defRPr>
                      </a:lvl1pPr>
                      <a:lvl2pPr marL="457063" algn="l" defTabSz="914126" rtl="0" eaLnBrk="1" latinLnBrk="0" hangingPunct="1">
                        <a:defRPr sz="1799" kern="1200">
                          <a:solidFill>
                            <a:schemeClr val="dk1"/>
                          </a:solidFill>
                          <a:latin typeface="Arial"/>
                        </a:defRPr>
                      </a:lvl2pPr>
                      <a:lvl3pPr marL="914126" algn="l" defTabSz="914126" rtl="0" eaLnBrk="1" latinLnBrk="0" hangingPunct="1">
                        <a:defRPr sz="1799" kern="1200">
                          <a:solidFill>
                            <a:schemeClr val="dk1"/>
                          </a:solidFill>
                          <a:latin typeface="Arial"/>
                        </a:defRPr>
                      </a:lvl3pPr>
                      <a:lvl4pPr marL="1371189" algn="l" defTabSz="914126" rtl="0" eaLnBrk="1" latinLnBrk="0" hangingPunct="1">
                        <a:defRPr sz="1799" kern="1200">
                          <a:solidFill>
                            <a:schemeClr val="dk1"/>
                          </a:solidFill>
                          <a:latin typeface="Arial"/>
                        </a:defRPr>
                      </a:lvl4pPr>
                      <a:lvl5pPr marL="1828251" algn="l" defTabSz="914126" rtl="0" eaLnBrk="1" latinLnBrk="0" hangingPunct="1">
                        <a:defRPr sz="1799" kern="1200">
                          <a:solidFill>
                            <a:schemeClr val="dk1"/>
                          </a:solidFill>
                          <a:latin typeface="Arial"/>
                        </a:defRPr>
                      </a:lvl5pPr>
                      <a:lvl6pPr marL="2285314" algn="l" defTabSz="914126" rtl="0" eaLnBrk="1" latinLnBrk="0" hangingPunct="1">
                        <a:defRPr sz="1799" kern="1200">
                          <a:solidFill>
                            <a:schemeClr val="dk1"/>
                          </a:solidFill>
                          <a:latin typeface="Arial"/>
                        </a:defRPr>
                      </a:lvl6pPr>
                      <a:lvl7pPr marL="2742377" algn="l" defTabSz="914126" rtl="0" eaLnBrk="1" latinLnBrk="0" hangingPunct="1">
                        <a:defRPr sz="1799" kern="1200">
                          <a:solidFill>
                            <a:schemeClr val="dk1"/>
                          </a:solidFill>
                          <a:latin typeface="Arial"/>
                        </a:defRPr>
                      </a:lvl7pPr>
                      <a:lvl8pPr marL="3199440" algn="l" defTabSz="914126" rtl="0" eaLnBrk="1" latinLnBrk="0" hangingPunct="1">
                        <a:defRPr sz="1799" kern="1200">
                          <a:solidFill>
                            <a:schemeClr val="dk1"/>
                          </a:solidFill>
                          <a:latin typeface="Arial"/>
                        </a:defRPr>
                      </a:lvl8pPr>
                      <a:lvl9pPr marL="3656503" algn="l" defTabSz="914126" rtl="0" eaLnBrk="1" latinLnBrk="0" hangingPunct="1">
                        <a:defRPr sz="1799" kern="1200">
                          <a:solidFill>
                            <a:schemeClr val="dk1"/>
                          </a:solidFill>
                          <a:latin typeface="Arial"/>
                        </a:defRPr>
                      </a:lvl9p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200" dirty="0"/>
                        <a:t>Return a bit-range from high</a:t>
                      </a:r>
                      <a:r>
                        <a:rPr lang="en-US" sz="1200" baseline="0" dirty="0"/>
                        <a:t> to low or a specific bit.</a:t>
                      </a:r>
                      <a:endParaRPr lang="en-US" sz="1200" dirty="0"/>
                    </a:p>
                  </a:txBody>
                  <a:tcPr marL="121888" marR="121888">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008CA8">
                        <a:tint val="20000"/>
                      </a:srgbClr>
                    </a:solidFill>
                  </a:tcPr>
                </a:tc>
                <a:tc>
                  <a:txBody>
                    <a:bodyPr/>
                    <a:lstStyle>
                      <a:lvl1pPr marL="0" algn="l" defTabSz="914126" rtl="0" eaLnBrk="1" latinLnBrk="0" hangingPunct="1">
                        <a:defRPr sz="1799" kern="1200">
                          <a:solidFill>
                            <a:schemeClr val="dk1"/>
                          </a:solidFill>
                          <a:latin typeface="Arial"/>
                        </a:defRPr>
                      </a:lvl1pPr>
                      <a:lvl2pPr marL="457063" algn="l" defTabSz="914126" rtl="0" eaLnBrk="1" latinLnBrk="0" hangingPunct="1">
                        <a:defRPr sz="1799" kern="1200">
                          <a:solidFill>
                            <a:schemeClr val="dk1"/>
                          </a:solidFill>
                          <a:latin typeface="Arial"/>
                        </a:defRPr>
                      </a:lvl2pPr>
                      <a:lvl3pPr marL="914126" algn="l" defTabSz="914126" rtl="0" eaLnBrk="1" latinLnBrk="0" hangingPunct="1">
                        <a:defRPr sz="1799" kern="1200">
                          <a:solidFill>
                            <a:schemeClr val="dk1"/>
                          </a:solidFill>
                          <a:latin typeface="Arial"/>
                        </a:defRPr>
                      </a:lvl3pPr>
                      <a:lvl4pPr marL="1371189" algn="l" defTabSz="914126" rtl="0" eaLnBrk="1" latinLnBrk="0" hangingPunct="1">
                        <a:defRPr sz="1799" kern="1200">
                          <a:solidFill>
                            <a:schemeClr val="dk1"/>
                          </a:solidFill>
                          <a:latin typeface="Arial"/>
                        </a:defRPr>
                      </a:lvl4pPr>
                      <a:lvl5pPr marL="1828251" algn="l" defTabSz="914126" rtl="0" eaLnBrk="1" latinLnBrk="0" hangingPunct="1">
                        <a:defRPr sz="1799" kern="1200">
                          <a:solidFill>
                            <a:schemeClr val="dk1"/>
                          </a:solidFill>
                          <a:latin typeface="Arial"/>
                        </a:defRPr>
                      </a:lvl5pPr>
                      <a:lvl6pPr marL="2285314" algn="l" defTabSz="914126" rtl="0" eaLnBrk="1" latinLnBrk="0" hangingPunct="1">
                        <a:defRPr sz="1799" kern="1200">
                          <a:solidFill>
                            <a:schemeClr val="dk1"/>
                          </a:solidFill>
                          <a:latin typeface="Arial"/>
                        </a:defRPr>
                      </a:lvl6pPr>
                      <a:lvl7pPr marL="2742377" algn="l" defTabSz="914126" rtl="0" eaLnBrk="1" latinLnBrk="0" hangingPunct="1">
                        <a:defRPr sz="1799" kern="1200">
                          <a:solidFill>
                            <a:schemeClr val="dk1"/>
                          </a:solidFill>
                          <a:latin typeface="Arial"/>
                        </a:defRPr>
                      </a:lvl7pPr>
                      <a:lvl8pPr marL="3199440" algn="l" defTabSz="914126" rtl="0" eaLnBrk="1" latinLnBrk="0" hangingPunct="1">
                        <a:defRPr sz="1799" kern="1200">
                          <a:solidFill>
                            <a:schemeClr val="dk1"/>
                          </a:solidFill>
                          <a:latin typeface="Arial"/>
                        </a:defRPr>
                      </a:lvl8pPr>
                      <a:lvl9pPr marL="3656503" algn="l" defTabSz="914126" rtl="0" eaLnBrk="1" latinLnBrk="0" hangingPunct="1">
                        <a:defRPr sz="1799" kern="1200">
                          <a:solidFill>
                            <a:schemeClr val="dk1"/>
                          </a:solidFill>
                          <a:latin typeface="Arial"/>
                        </a:defRPr>
                      </a:lvl9p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200" dirty="0"/>
                        <a:t>      res=</a:t>
                      </a:r>
                      <a:r>
                        <a:rPr lang="en-US" sz="1200" dirty="0" err="1"/>
                        <a:t>var.range</a:t>
                      </a:r>
                      <a:r>
                        <a:rPr lang="en-US" sz="1200" dirty="0"/>
                        <a:t>(high </a:t>
                      </a:r>
                      <a:r>
                        <a:rPr lang="en-US" sz="1200" dirty="0" err="1"/>
                        <a:t>bit,low</a:t>
                      </a:r>
                      <a:r>
                        <a:rPr lang="en-US" sz="1200" dirty="0"/>
                        <a:t> bit); </a:t>
                      </a:r>
                    </a:p>
                    <a:p>
                      <a:pPr marL="0" marR="0" indent="0" algn="l" defTabSz="457200" rtl="0" eaLnBrk="1" fontAlgn="auto" latinLnBrk="0" hangingPunct="1">
                        <a:lnSpc>
                          <a:spcPct val="100000"/>
                        </a:lnSpc>
                        <a:spcBef>
                          <a:spcPts val="0"/>
                        </a:spcBef>
                        <a:spcAft>
                          <a:spcPts val="0"/>
                        </a:spcAft>
                        <a:buClrTx/>
                        <a:buSzTx/>
                        <a:buFontTx/>
                        <a:buNone/>
                        <a:tabLst/>
                        <a:defRPr/>
                      </a:pPr>
                      <a:r>
                        <a:rPr lang="en-US" sz="1200" dirty="0"/>
                        <a:t>Or </a:t>
                      </a:r>
                      <a:r>
                        <a:rPr lang="en-US" sz="1200" baseline="0" dirty="0"/>
                        <a:t> res=</a:t>
                      </a:r>
                      <a:r>
                        <a:rPr lang="en-US" sz="1200" baseline="0" dirty="0" err="1"/>
                        <a:t>var</a:t>
                      </a:r>
                      <a:r>
                        <a:rPr lang="en-US" sz="1200" baseline="0" dirty="0"/>
                        <a:t>[bit-number</a:t>
                      </a:r>
                      <a:r>
                        <a:rPr lang="en-US" sz="1200" dirty="0"/>
                        <a:t>]</a:t>
                      </a:r>
                    </a:p>
                  </a:txBody>
                  <a:tcPr marL="121888" marR="121888">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008CA8">
                        <a:tint val="20000"/>
                      </a:srgbClr>
                    </a:solidFill>
                  </a:tcPr>
                </a:tc>
                <a:extLst>
                  <a:ext uri="{0D108BD9-81ED-4DB2-BD59-A6C34878D82A}">
                    <a16:rowId xmlns:a16="http://schemas.microsoft.com/office/drawing/2014/main" val="10003"/>
                  </a:ext>
                </a:extLst>
              </a:tr>
            </a:tbl>
          </a:graphicData>
        </a:graphic>
      </p:graphicFrame>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AP_FIXED methods</a:t>
            </a:r>
          </a:p>
        </p:txBody>
      </p:sp>
      <p:sp>
        <p:nvSpPr>
          <p:cNvPr id="11" name="Slide Number Placeholder 10"/>
          <p:cNvSpPr>
            <a:spLocks noGrp="1"/>
          </p:cNvSpPr>
          <p:nvPr>
            <p:ph type="sldNum" sz="quarter" idx="10"/>
          </p:nvPr>
        </p:nvSpPr>
        <p:spPr/>
        <p:txBody>
          <a:bodyPr/>
          <a:lstStyle/>
          <a:p>
            <a:pPr defTabSz="914400">
              <a:defRPr/>
            </a:pPr>
            <a:r>
              <a:rPr lang="en-US" dirty="0">
                <a:solidFill>
                  <a:srgbClr val="0C0C0C">
                    <a:tint val="75000"/>
                  </a:srgbClr>
                </a:solidFill>
                <a:latin typeface="Arial"/>
              </a:rPr>
              <a:t>Data Types 14- </a:t>
            </a:r>
            <a:fld id="{060BD193-E118-4B16-863C-C8C12C675E3E}" type="slidenum">
              <a:rPr lang="en-US">
                <a:solidFill>
                  <a:srgbClr val="0C0C0C">
                    <a:tint val="75000"/>
                  </a:srgbClr>
                </a:solidFill>
                <a:latin typeface="Arial"/>
              </a:rPr>
              <a:pPr defTabSz="914400">
                <a:defRPr/>
              </a:pPr>
              <a:t>42</a:t>
            </a:fld>
            <a:endParaRPr lang="en-US" dirty="0">
              <a:solidFill>
                <a:srgbClr val="0C0C0C">
                  <a:tint val="75000"/>
                </a:srgbClr>
              </a:solidFill>
              <a:latin typeface="Arial"/>
            </a:endParaRPr>
          </a:p>
        </p:txBody>
      </p:sp>
      <p:sp>
        <p:nvSpPr>
          <p:cNvPr id="3" name="Content Placeholder 2"/>
          <p:cNvSpPr>
            <a:spLocks noGrp="1"/>
          </p:cNvSpPr>
          <p:nvPr>
            <p:ph idx="4294967295"/>
          </p:nvPr>
        </p:nvSpPr>
        <p:spPr>
          <a:xfrm>
            <a:off x="1689101" y="1327150"/>
            <a:ext cx="10501312" cy="4268788"/>
          </a:xfrm>
        </p:spPr>
        <p:txBody>
          <a:bodyPr/>
          <a:lstStyle/>
          <a:p>
            <a:r>
              <a:rPr lang="en-US" dirty="0"/>
              <a:t>Methods for bit manipulation</a:t>
            </a:r>
          </a:p>
        </p:txBody>
      </p:sp>
      <p:sp>
        <p:nvSpPr>
          <p:cNvPr id="8" name="Slide Number Placeholder 4"/>
          <p:cNvSpPr txBox="1">
            <a:spLocks/>
          </p:cNvSpPr>
          <p:nvPr/>
        </p:nvSpPr>
        <p:spPr>
          <a:xfrm>
            <a:off x="611030" y="6347782"/>
            <a:ext cx="1117309" cy="244475"/>
          </a:xfrm>
          <a:prstGeom prst="rect">
            <a:avLst/>
          </a:prstGeom>
        </p:spPr>
        <p:txBody>
          <a:bodyPr/>
          <a:lstStyle/>
          <a:p>
            <a:pPr defTabSz="457200" fontAlgn="base">
              <a:spcBef>
                <a:spcPct val="0"/>
              </a:spcBef>
              <a:spcAft>
                <a:spcPct val="0"/>
              </a:spcAft>
              <a:defRPr/>
            </a:pPr>
            <a:r>
              <a:rPr lang="en-US" sz="1000" dirty="0">
                <a:solidFill>
                  <a:srgbClr val="FFFFFF"/>
                </a:solidFill>
                <a:latin typeface="Arial" charset="0"/>
                <a:ea typeface="ＭＳ Ｐゴシック" pitchFamily="34" charset="-128"/>
                <a:cs typeface="Arial" charset="0"/>
              </a:rPr>
              <a:t>14- </a:t>
            </a:r>
            <a:fld id="{0E88F696-905B-490D-9D4B-033243675593}" type="slidenum">
              <a:rPr lang="en-US" sz="1000">
                <a:solidFill>
                  <a:srgbClr val="FFFFFF"/>
                </a:solidFill>
                <a:latin typeface="Arial" charset="0"/>
                <a:ea typeface="ＭＳ Ｐゴシック" pitchFamily="34" charset="-128"/>
                <a:cs typeface="Arial" charset="0"/>
              </a:rPr>
              <a:pPr defTabSz="457200" fontAlgn="base">
                <a:spcBef>
                  <a:spcPct val="0"/>
                </a:spcBef>
                <a:spcAft>
                  <a:spcPct val="0"/>
                </a:spcAft>
                <a:defRPr/>
              </a:pPr>
              <a:t>42</a:t>
            </a:fld>
            <a:endParaRPr lang="en-US" sz="1000" dirty="0">
              <a:solidFill>
                <a:srgbClr val="FFFFFF"/>
              </a:solidFill>
              <a:latin typeface="Arial" charset="0"/>
              <a:ea typeface="ＭＳ Ｐゴシック" pitchFamily="34" charset="-128"/>
              <a:cs typeface="Arial" charset="0"/>
            </a:endParaRPr>
          </a:p>
        </p:txBody>
      </p:sp>
      <p:graphicFrame>
        <p:nvGraphicFramePr>
          <p:cNvPr id="9" name="Content Placeholder 14">
            <a:extLst>
              <a:ext uri="{FF2B5EF4-FFF2-40B4-BE49-F238E27FC236}">
                <a16:creationId xmlns:a16="http://schemas.microsoft.com/office/drawing/2014/main" id="{10787318-A937-4663-A72A-43CD064F78A1}"/>
              </a:ext>
            </a:extLst>
          </p:cNvPr>
          <p:cNvGraphicFramePr>
            <a:graphicFrameLocks/>
          </p:cNvGraphicFramePr>
          <p:nvPr/>
        </p:nvGraphicFramePr>
        <p:xfrm>
          <a:off x="874281" y="2081470"/>
          <a:ext cx="10597019" cy="1463040"/>
        </p:xfrm>
        <a:graphic>
          <a:graphicData uri="http://schemas.openxmlformats.org/drawingml/2006/table">
            <a:tbl>
              <a:tblPr firstCol="1" bandRow="1"/>
              <a:tblGrid>
                <a:gridCol w="2162657">
                  <a:extLst>
                    <a:ext uri="{9D8B030D-6E8A-4147-A177-3AD203B41FA5}">
                      <a16:colId xmlns:a16="http://schemas.microsoft.com/office/drawing/2014/main" val="20000"/>
                    </a:ext>
                  </a:extLst>
                </a:gridCol>
                <a:gridCol w="4217181">
                  <a:extLst>
                    <a:ext uri="{9D8B030D-6E8A-4147-A177-3AD203B41FA5}">
                      <a16:colId xmlns:a16="http://schemas.microsoft.com/office/drawing/2014/main" val="20001"/>
                    </a:ext>
                  </a:extLst>
                </a:gridCol>
                <a:gridCol w="4217181">
                  <a:extLst>
                    <a:ext uri="{9D8B030D-6E8A-4147-A177-3AD203B41FA5}">
                      <a16:colId xmlns:a16="http://schemas.microsoft.com/office/drawing/2014/main" val="20002"/>
                    </a:ext>
                  </a:extLst>
                </a:gridCol>
              </a:tblGrid>
              <a:tr h="0">
                <a:tc gridSpan="2">
                  <a:txBody>
                    <a:bodyPr/>
                    <a:lstStyle>
                      <a:lvl1pPr marL="0" algn="l" defTabSz="914126" rtl="0" eaLnBrk="1" latinLnBrk="0" hangingPunct="1">
                        <a:defRPr sz="1799" b="1" kern="1200">
                          <a:solidFill>
                            <a:schemeClr val="lt1"/>
                          </a:solidFill>
                          <a:latin typeface="Arial"/>
                        </a:defRPr>
                      </a:lvl1pPr>
                      <a:lvl2pPr marL="457063" algn="l" defTabSz="914126" rtl="0" eaLnBrk="1" latinLnBrk="0" hangingPunct="1">
                        <a:defRPr sz="1799" b="1" kern="1200">
                          <a:solidFill>
                            <a:schemeClr val="lt1"/>
                          </a:solidFill>
                          <a:latin typeface="Arial"/>
                        </a:defRPr>
                      </a:lvl2pPr>
                      <a:lvl3pPr marL="914126" algn="l" defTabSz="914126" rtl="0" eaLnBrk="1" latinLnBrk="0" hangingPunct="1">
                        <a:defRPr sz="1799" b="1" kern="1200">
                          <a:solidFill>
                            <a:schemeClr val="lt1"/>
                          </a:solidFill>
                          <a:latin typeface="Arial"/>
                        </a:defRPr>
                      </a:lvl3pPr>
                      <a:lvl4pPr marL="1371189" algn="l" defTabSz="914126" rtl="0" eaLnBrk="1" latinLnBrk="0" hangingPunct="1">
                        <a:defRPr sz="1799" b="1" kern="1200">
                          <a:solidFill>
                            <a:schemeClr val="lt1"/>
                          </a:solidFill>
                          <a:latin typeface="Arial"/>
                        </a:defRPr>
                      </a:lvl4pPr>
                      <a:lvl5pPr marL="1828251" algn="l" defTabSz="914126" rtl="0" eaLnBrk="1" latinLnBrk="0" hangingPunct="1">
                        <a:defRPr sz="1799" b="1" kern="1200">
                          <a:solidFill>
                            <a:schemeClr val="lt1"/>
                          </a:solidFill>
                          <a:latin typeface="Arial"/>
                        </a:defRPr>
                      </a:lvl5pPr>
                      <a:lvl6pPr marL="2285314" algn="l" defTabSz="914126" rtl="0" eaLnBrk="1" latinLnBrk="0" hangingPunct="1">
                        <a:defRPr sz="1799" b="1" kern="1200">
                          <a:solidFill>
                            <a:schemeClr val="lt1"/>
                          </a:solidFill>
                          <a:latin typeface="Arial"/>
                        </a:defRPr>
                      </a:lvl6pPr>
                      <a:lvl7pPr marL="2742377" algn="l" defTabSz="914126" rtl="0" eaLnBrk="1" latinLnBrk="0" hangingPunct="1">
                        <a:defRPr sz="1799" b="1" kern="1200">
                          <a:solidFill>
                            <a:schemeClr val="lt1"/>
                          </a:solidFill>
                          <a:latin typeface="Arial"/>
                        </a:defRPr>
                      </a:lvl7pPr>
                      <a:lvl8pPr marL="3199440" algn="l" defTabSz="914126" rtl="0" eaLnBrk="1" latinLnBrk="0" hangingPunct="1">
                        <a:defRPr sz="1799" b="1" kern="1200">
                          <a:solidFill>
                            <a:schemeClr val="lt1"/>
                          </a:solidFill>
                          <a:latin typeface="Arial"/>
                        </a:defRPr>
                      </a:lvl8pPr>
                      <a:lvl9pPr marL="3656503" algn="l" defTabSz="914126" rtl="0" eaLnBrk="1" latinLnBrk="0" hangingPunct="1">
                        <a:defRPr sz="1799" b="1" kern="1200">
                          <a:solidFill>
                            <a:schemeClr val="lt1"/>
                          </a:solidFill>
                          <a:latin typeface="Arial"/>
                        </a:defRPr>
                      </a:lvl9pPr>
                    </a:lstStyle>
                    <a:p>
                      <a:r>
                        <a:rPr lang="en-US" sz="1200" b="1" dirty="0">
                          <a:solidFill>
                            <a:schemeClr val="tx1"/>
                          </a:solidFill>
                        </a:rPr>
                        <a:t>Methods</a:t>
                      </a:r>
                    </a:p>
                  </a:txBody>
                  <a:tcPr marL="121888" marR="121888">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008CA8">
                        <a:lumMod val="40000"/>
                        <a:lumOff val="60000"/>
                      </a:srgbClr>
                    </a:solidFill>
                  </a:tcPr>
                </a:tc>
                <a:tc hMerge="1">
                  <a:txBody>
                    <a:bodyPr/>
                    <a:lstStyle/>
                    <a:p>
                      <a:pPr marL="0" marR="0" indent="0" algn="l" defTabSz="457200" rtl="0" eaLnBrk="1" fontAlgn="auto" latinLnBrk="0" hangingPunct="1">
                        <a:lnSpc>
                          <a:spcPct val="100000"/>
                        </a:lnSpc>
                        <a:spcBef>
                          <a:spcPts val="0"/>
                        </a:spcBef>
                        <a:spcAft>
                          <a:spcPts val="0"/>
                        </a:spcAft>
                        <a:buClrTx/>
                        <a:buSzTx/>
                        <a:buFontTx/>
                        <a:buNone/>
                        <a:tabLst/>
                        <a:defRPr/>
                      </a:pPr>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lvl1pPr marL="0" algn="l" defTabSz="914126" rtl="0" eaLnBrk="1" latinLnBrk="0" hangingPunct="1">
                        <a:defRPr sz="1799" kern="1200">
                          <a:solidFill>
                            <a:schemeClr val="dk1"/>
                          </a:solidFill>
                          <a:latin typeface="Arial"/>
                        </a:defRPr>
                      </a:lvl1pPr>
                      <a:lvl2pPr marL="457063" algn="l" defTabSz="914126" rtl="0" eaLnBrk="1" latinLnBrk="0" hangingPunct="1">
                        <a:defRPr sz="1799" kern="1200">
                          <a:solidFill>
                            <a:schemeClr val="dk1"/>
                          </a:solidFill>
                          <a:latin typeface="Arial"/>
                        </a:defRPr>
                      </a:lvl2pPr>
                      <a:lvl3pPr marL="914126" algn="l" defTabSz="914126" rtl="0" eaLnBrk="1" latinLnBrk="0" hangingPunct="1">
                        <a:defRPr sz="1799" kern="1200">
                          <a:solidFill>
                            <a:schemeClr val="dk1"/>
                          </a:solidFill>
                          <a:latin typeface="Arial"/>
                        </a:defRPr>
                      </a:lvl3pPr>
                      <a:lvl4pPr marL="1371189" algn="l" defTabSz="914126" rtl="0" eaLnBrk="1" latinLnBrk="0" hangingPunct="1">
                        <a:defRPr sz="1799" kern="1200">
                          <a:solidFill>
                            <a:schemeClr val="dk1"/>
                          </a:solidFill>
                          <a:latin typeface="Arial"/>
                        </a:defRPr>
                      </a:lvl4pPr>
                      <a:lvl5pPr marL="1828251" algn="l" defTabSz="914126" rtl="0" eaLnBrk="1" latinLnBrk="0" hangingPunct="1">
                        <a:defRPr sz="1799" kern="1200">
                          <a:solidFill>
                            <a:schemeClr val="dk1"/>
                          </a:solidFill>
                          <a:latin typeface="Arial"/>
                        </a:defRPr>
                      </a:lvl5pPr>
                      <a:lvl6pPr marL="2285314" algn="l" defTabSz="914126" rtl="0" eaLnBrk="1" latinLnBrk="0" hangingPunct="1">
                        <a:defRPr sz="1799" kern="1200">
                          <a:solidFill>
                            <a:schemeClr val="dk1"/>
                          </a:solidFill>
                          <a:latin typeface="Arial"/>
                        </a:defRPr>
                      </a:lvl6pPr>
                      <a:lvl7pPr marL="2742377" algn="l" defTabSz="914126" rtl="0" eaLnBrk="1" latinLnBrk="0" hangingPunct="1">
                        <a:defRPr sz="1799" kern="1200">
                          <a:solidFill>
                            <a:schemeClr val="dk1"/>
                          </a:solidFill>
                          <a:latin typeface="Arial"/>
                        </a:defRPr>
                      </a:lvl7pPr>
                      <a:lvl8pPr marL="3199440" algn="l" defTabSz="914126" rtl="0" eaLnBrk="1" latinLnBrk="0" hangingPunct="1">
                        <a:defRPr sz="1799" kern="1200">
                          <a:solidFill>
                            <a:schemeClr val="dk1"/>
                          </a:solidFill>
                          <a:latin typeface="Arial"/>
                        </a:defRPr>
                      </a:lvl8pPr>
                      <a:lvl9pPr marL="3656503" algn="l" defTabSz="914126" rtl="0" eaLnBrk="1" latinLnBrk="0" hangingPunct="1">
                        <a:defRPr sz="1799" kern="1200">
                          <a:solidFill>
                            <a:schemeClr val="dk1"/>
                          </a:solidFill>
                          <a:latin typeface="Arial"/>
                        </a:defRPr>
                      </a:lvl9pPr>
                    </a:lstStyle>
                    <a:p>
                      <a:r>
                        <a:rPr lang="en-US" sz="1200" b="1" dirty="0">
                          <a:solidFill>
                            <a:schemeClr val="tx1"/>
                          </a:solidFill>
                        </a:rPr>
                        <a:t>Example</a:t>
                      </a:r>
                    </a:p>
                  </a:txBody>
                  <a:tcPr marL="121888" marR="121888">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008CA8">
                        <a:lumMod val="40000"/>
                        <a:lumOff val="60000"/>
                      </a:srgbClr>
                    </a:solidFill>
                  </a:tcPr>
                </a:tc>
                <a:extLst>
                  <a:ext uri="{0D108BD9-81ED-4DB2-BD59-A6C34878D82A}">
                    <a16:rowId xmlns:a16="http://schemas.microsoft.com/office/drawing/2014/main" val="10000"/>
                  </a:ext>
                </a:extLst>
              </a:tr>
              <a:tr h="0">
                <a:tc>
                  <a:txBody>
                    <a:bodyPr/>
                    <a:lstStyle>
                      <a:lvl1pPr marL="0" algn="l" defTabSz="914126" rtl="0" eaLnBrk="1" latinLnBrk="0" hangingPunct="1">
                        <a:defRPr sz="1799" b="1" kern="1200">
                          <a:solidFill>
                            <a:schemeClr val="lt1"/>
                          </a:solidFill>
                          <a:latin typeface="Arial"/>
                        </a:defRPr>
                      </a:lvl1pPr>
                      <a:lvl2pPr marL="457063" algn="l" defTabSz="914126" rtl="0" eaLnBrk="1" latinLnBrk="0" hangingPunct="1">
                        <a:defRPr sz="1799" b="1" kern="1200">
                          <a:solidFill>
                            <a:schemeClr val="lt1"/>
                          </a:solidFill>
                          <a:latin typeface="Arial"/>
                        </a:defRPr>
                      </a:lvl2pPr>
                      <a:lvl3pPr marL="914126" algn="l" defTabSz="914126" rtl="0" eaLnBrk="1" latinLnBrk="0" hangingPunct="1">
                        <a:defRPr sz="1799" b="1" kern="1200">
                          <a:solidFill>
                            <a:schemeClr val="lt1"/>
                          </a:solidFill>
                          <a:latin typeface="Arial"/>
                        </a:defRPr>
                      </a:lvl3pPr>
                      <a:lvl4pPr marL="1371189" algn="l" defTabSz="914126" rtl="0" eaLnBrk="1" latinLnBrk="0" hangingPunct="1">
                        <a:defRPr sz="1799" b="1" kern="1200">
                          <a:solidFill>
                            <a:schemeClr val="lt1"/>
                          </a:solidFill>
                          <a:latin typeface="Arial"/>
                        </a:defRPr>
                      </a:lvl4pPr>
                      <a:lvl5pPr marL="1828251" algn="l" defTabSz="914126" rtl="0" eaLnBrk="1" latinLnBrk="0" hangingPunct="1">
                        <a:defRPr sz="1799" b="1" kern="1200">
                          <a:solidFill>
                            <a:schemeClr val="lt1"/>
                          </a:solidFill>
                          <a:latin typeface="Arial"/>
                        </a:defRPr>
                      </a:lvl5pPr>
                      <a:lvl6pPr marL="2285314" algn="l" defTabSz="914126" rtl="0" eaLnBrk="1" latinLnBrk="0" hangingPunct="1">
                        <a:defRPr sz="1799" b="1" kern="1200">
                          <a:solidFill>
                            <a:schemeClr val="lt1"/>
                          </a:solidFill>
                          <a:latin typeface="Arial"/>
                        </a:defRPr>
                      </a:lvl6pPr>
                      <a:lvl7pPr marL="2742377" algn="l" defTabSz="914126" rtl="0" eaLnBrk="1" latinLnBrk="0" hangingPunct="1">
                        <a:defRPr sz="1799" b="1" kern="1200">
                          <a:solidFill>
                            <a:schemeClr val="lt1"/>
                          </a:solidFill>
                          <a:latin typeface="Arial"/>
                        </a:defRPr>
                      </a:lvl7pPr>
                      <a:lvl8pPr marL="3199440" algn="l" defTabSz="914126" rtl="0" eaLnBrk="1" latinLnBrk="0" hangingPunct="1">
                        <a:defRPr sz="1799" b="1" kern="1200">
                          <a:solidFill>
                            <a:schemeClr val="lt1"/>
                          </a:solidFill>
                          <a:latin typeface="Arial"/>
                        </a:defRPr>
                      </a:lvl8pPr>
                      <a:lvl9pPr marL="3656503" algn="l" defTabSz="914126" rtl="0" eaLnBrk="1" latinLnBrk="0" hangingPunct="1">
                        <a:defRPr sz="1799" b="1" kern="1200">
                          <a:solidFill>
                            <a:schemeClr val="lt1"/>
                          </a:solidFill>
                          <a:latin typeface="Arial"/>
                        </a:defRPr>
                      </a:lvl9pPr>
                    </a:lstStyle>
                    <a:p>
                      <a:r>
                        <a:rPr lang="en-US" sz="1200" b="1" kern="1200" dirty="0">
                          <a:solidFill>
                            <a:schemeClr val="lt1"/>
                          </a:solidFill>
                          <a:latin typeface="+mn-lt"/>
                          <a:ea typeface="+mn-ea"/>
                          <a:cs typeface="+mn-cs"/>
                        </a:rPr>
                        <a:t>Length </a:t>
                      </a:r>
                      <a:r>
                        <a:rPr lang="en-US" sz="1200" dirty="0"/>
                        <a:t>	</a:t>
                      </a:r>
                    </a:p>
                  </a:txBody>
                  <a:tcPr marL="121888" marR="121888">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008CA8"/>
                    </a:solidFill>
                  </a:tcPr>
                </a:tc>
                <a:tc>
                  <a:txBody>
                    <a:bodyPr/>
                    <a:lstStyle>
                      <a:lvl1pPr marL="0" algn="l" defTabSz="914126" rtl="0" eaLnBrk="1" latinLnBrk="0" hangingPunct="1">
                        <a:defRPr sz="1799" kern="1200">
                          <a:solidFill>
                            <a:schemeClr val="dk1"/>
                          </a:solidFill>
                          <a:latin typeface="Arial"/>
                        </a:defRPr>
                      </a:lvl1pPr>
                      <a:lvl2pPr marL="457063" algn="l" defTabSz="914126" rtl="0" eaLnBrk="1" latinLnBrk="0" hangingPunct="1">
                        <a:defRPr sz="1799" kern="1200">
                          <a:solidFill>
                            <a:schemeClr val="dk1"/>
                          </a:solidFill>
                          <a:latin typeface="Arial"/>
                        </a:defRPr>
                      </a:lvl2pPr>
                      <a:lvl3pPr marL="914126" algn="l" defTabSz="914126" rtl="0" eaLnBrk="1" latinLnBrk="0" hangingPunct="1">
                        <a:defRPr sz="1799" kern="1200">
                          <a:solidFill>
                            <a:schemeClr val="dk1"/>
                          </a:solidFill>
                          <a:latin typeface="Arial"/>
                        </a:defRPr>
                      </a:lvl3pPr>
                      <a:lvl4pPr marL="1371189" algn="l" defTabSz="914126" rtl="0" eaLnBrk="1" latinLnBrk="0" hangingPunct="1">
                        <a:defRPr sz="1799" kern="1200">
                          <a:solidFill>
                            <a:schemeClr val="dk1"/>
                          </a:solidFill>
                          <a:latin typeface="Arial"/>
                        </a:defRPr>
                      </a:lvl4pPr>
                      <a:lvl5pPr marL="1828251" algn="l" defTabSz="914126" rtl="0" eaLnBrk="1" latinLnBrk="0" hangingPunct="1">
                        <a:defRPr sz="1799" kern="1200">
                          <a:solidFill>
                            <a:schemeClr val="dk1"/>
                          </a:solidFill>
                          <a:latin typeface="Arial"/>
                        </a:defRPr>
                      </a:lvl5pPr>
                      <a:lvl6pPr marL="2285314" algn="l" defTabSz="914126" rtl="0" eaLnBrk="1" latinLnBrk="0" hangingPunct="1">
                        <a:defRPr sz="1799" kern="1200">
                          <a:solidFill>
                            <a:schemeClr val="dk1"/>
                          </a:solidFill>
                          <a:latin typeface="Arial"/>
                        </a:defRPr>
                      </a:lvl6pPr>
                      <a:lvl7pPr marL="2742377" algn="l" defTabSz="914126" rtl="0" eaLnBrk="1" latinLnBrk="0" hangingPunct="1">
                        <a:defRPr sz="1799" kern="1200">
                          <a:solidFill>
                            <a:schemeClr val="dk1"/>
                          </a:solidFill>
                          <a:latin typeface="Arial"/>
                        </a:defRPr>
                      </a:lvl7pPr>
                      <a:lvl8pPr marL="3199440" algn="l" defTabSz="914126" rtl="0" eaLnBrk="1" latinLnBrk="0" hangingPunct="1">
                        <a:defRPr sz="1799" kern="1200">
                          <a:solidFill>
                            <a:schemeClr val="dk1"/>
                          </a:solidFill>
                          <a:latin typeface="Arial"/>
                        </a:defRPr>
                      </a:lvl8pPr>
                      <a:lvl9pPr marL="3656503" algn="l" defTabSz="914126" rtl="0" eaLnBrk="1" latinLnBrk="0" hangingPunct="1">
                        <a:defRPr sz="1799" kern="1200">
                          <a:solidFill>
                            <a:schemeClr val="dk1"/>
                          </a:solidFill>
                          <a:latin typeface="Arial"/>
                        </a:defRPr>
                      </a:lvl9p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200" dirty="0"/>
                        <a:t>Returns the length of the variable.</a:t>
                      </a:r>
                    </a:p>
                  </a:txBody>
                  <a:tcPr marL="121888" marR="121888">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008CA8">
                        <a:tint val="20000"/>
                      </a:srgbClr>
                    </a:solidFill>
                  </a:tcPr>
                </a:tc>
                <a:tc>
                  <a:txBody>
                    <a:bodyPr/>
                    <a:lstStyle>
                      <a:lvl1pPr marL="0" algn="l" defTabSz="914126" rtl="0" eaLnBrk="1" latinLnBrk="0" hangingPunct="1">
                        <a:defRPr sz="1799" kern="1200">
                          <a:solidFill>
                            <a:schemeClr val="dk1"/>
                          </a:solidFill>
                          <a:latin typeface="Arial"/>
                        </a:defRPr>
                      </a:lvl1pPr>
                      <a:lvl2pPr marL="457063" algn="l" defTabSz="914126" rtl="0" eaLnBrk="1" latinLnBrk="0" hangingPunct="1">
                        <a:defRPr sz="1799" kern="1200">
                          <a:solidFill>
                            <a:schemeClr val="dk1"/>
                          </a:solidFill>
                          <a:latin typeface="Arial"/>
                        </a:defRPr>
                      </a:lvl2pPr>
                      <a:lvl3pPr marL="914126" algn="l" defTabSz="914126" rtl="0" eaLnBrk="1" latinLnBrk="0" hangingPunct="1">
                        <a:defRPr sz="1799" kern="1200">
                          <a:solidFill>
                            <a:schemeClr val="dk1"/>
                          </a:solidFill>
                          <a:latin typeface="Arial"/>
                        </a:defRPr>
                      </a:lvl3pPr>
                      <a:lvl4pPr marL="1371189" algn="l" defTabSz="914126" rtl="0" eaLnBrk="1" latinLnBrk="0" hangingPunct="1">
                        <a:defRPr sz="1799" kern="1200">
                          <a:solidFill>
                            <a:schemeClr val="dk1"/>
                          </a:solidFill>
                          <a:latin typeface="Arial"/>
                        </a:defRPr>
                      </a:lvl4pPr>
                      <a:lvl5pPr marL="1828251" algn="l" defTabSz="914126" rtl="0" eaLnBrk="1" latinLnBrk="0" hangingPunct="1">
                        <a:defRPr sz="1799" kern="1200">
                          <a:solidFill>
                            <a:schemeClr val="dk1"/>
                          </a:solidFill>
                          <a:latin typeface="Arial"/>
                        </a:defRPr>
                      </a:lvl5pPr>
                      <a:lvl6pPr marL="2285314" algn="l" defTabSz="914126" rtl="0" eaLnBrk="1" latinLnBrk="0" hangingPunct="1">
                        <a:defRPr sz="1799" kern="1200">
                          <a:solidFill>
                            <a:schemeClr val="dk1"/>
                          </a:solidFill>
                          <a:latin typeface="Arial"/>
                        </a:defRPr>
                      </a:lvl6pPr>
                      <a:lvl7pPr marL="2742377" algn="l" defTabSz="914126" rtl="0" eaLnBrk="1" latinLnBrk="0" hangingPunct="1">
                        <a:defRPr sz="1799" kern="1200">
                          <a:solidFill>
                            <a:schemeClr val="dk1"/>
                          </a:solidFill>
                          <a:latin typeface="Arial"/>
                        </a:defRPr>
                      </a:lvl7pPr>
                      <a:lvl8pPr marL="3199440" algn="l" defTabSz="914126" rtl="0" eaLnBrk="1" latinLnBrk="0" hangingPunct="1">
                        <a:defRPr sz="1799" kern="1200">
                          <a:solidFill>
                            <a:schemeClr val="dk1"/>
                          </a:solidFill>
                          <a:latin typeface="Arial"/>
                        </a:defRPr>
                      </a:lvl8pPr>
                      <a:lvl9pPr marL="3656503" algn="l" defTabSz="914126" rtl="0" eaLnBrk="1" latinLnBrk="0" hangingPunct="1">
                        <a:defRPr sz="1799" kern="1200">
                          <a:solidFill>
                            <a:schemeClr val="dk1"/>
                          </a:solidFill>
                          <a:latin typeface="Arial"/>
                        </a:defRPr>
                      </a:lvl9p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200" dirty="0"/>
                        <a:t>res=</a:t>
                      </a:r>
                      <a:r>
                        <a:rPr lang="en-US" sz="1200" dirty="0" err="1"/>
                        <a:t>var.length</a:t>
                      </a:r>
                      <a:r>
                        <a:rPr lang="en-US" sz="1200" dirty="0"/>
                        <a:t>;</a:t>
                      </a:r>
                    </a:p>
                  </a:txBody>
                  <a:tcPr marL="121888" marR="121888">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008CA8">
                        <a:tint val="20000"/>
                      </a:srgbClr>
                    </a:solidFill>
                  </a:tcPr>
                </a:tc>
                <a:extLst>
                  <a:ext uri="{0D108BD9-81ED-4DB2-BD59-A6C34878D82A}">
                    <a16:rowId xmlns:a16="http://schemas.microsoft.com/office/drawing/2014/main" val="10001"/>
                  </a:ext>
                </a:extLst>
              </a:tr>
              <a:tr h="117711">
                <a:tc>
                  <a:txBody>
                    <a:bodyPr/>
                    <a:lstStyle>
                      <a:lvl1pPr marL="0" algn="l" defTabSz="914126" rtl="0" eaLnBrk="1" latinLnBrk="0" hangingPunct="1">
                        <a:defRPr sz="1799" b="1" kern="1200">
                          <a:solidFill>
                            <a:schemeClr val="lt1"/>
                          </a:solidFill>
                          <a:latin typeface="Arial"/>
                        </a:defRPr>
                      </a:lvl1pPr>
                      <a:lvl2pPr marL="457063" algn="l" defTabSz="914126" rtl="0" eaLnBrk="1" latinLnBrk="0" hangingPunct="1">
                        <a:defRPr sz="1799" b="1" kern="1200">
                          <a:solidFill>
                            <a:schemeClr val="lt1"/>
                          </a:solidFill>
                          <a:latin typeface="Arial"/>
                        </a:defRPr>
                      </a:lvl2pPr>
                      <a:lvl3pPr marL="914126" algn="l" defTabSz="914126" rtl="0" eaLnBrk="1" latinLnBrk="0" hangingPunct="1">
                        <a:defRPr sz="1799" b="1" kern="1200">
                          <a:solidFill>
                            <a:schemeClr val="lt1"/>
                          </a:solidFill>
                          <a:latin typeface="Arial"/>
                        </a:defRPr>
                      </a:lvl3pPr>
                      <a:lvl4pPr marL="1371189" algn="l" defTabSz="914126" rtl="0" eaLnBrk="1" latinLnBrk="0" hangingPunct="1">
                        <a:defRPr sz="1799" b="1" kern="1200">
                          <a:solidFill>
                            <a:schemeClr val="lt1"/>
                          </a:solidFill>
                          <a:latin typeface="Arial"/>
                        </a:defRPr>
                      </a:lvl4pPr>
                      <a:lvl5pPr marL="1828251" algn="l" defTabSz="914126" rtl="0" eaLnBrk="1" latinLnBrk="0" hangingPunct="1">
                        <a:defRPr sz="1799" b="1" kern="1200">
                          <a:solidFill>
                            <a:schemeClr val="lt1"/>
                          </a:solidFill>
                          <a:latin typeface="Arial"/>
                        </a:defRPr>
                      </a:lvl5pPr>
                      <a:lvl6pPr marL="2285314" algn="l" defTabSz="914126" rtl="0" eaLnBrk="1" latinLnBrk="0" hangingPunct="1">
                        <a:defRPr sz="1799" b="1" kern="1200">
                          <a:solidFill>
                            <a:schemeClr val="lt1"/>
                          </a:solidFill>
                          <a:latin typeface="Arial"/>
                        </a:defRPr>
                      </a:lvl6pPr>
                      <a:lvl7pPr marL="2742377" algn="l" defTabSz="914126" rtl="0" eaLnBrk="1" latinLnBrk="0" hangingPunct="1">
                        <a:defRPr sz="1799" b="1" kern="1200">
                          <a:solidFill>
                            <a:schemeClr val="lt1"/>
                          </a:solidFill>
                          <a:latin typeface="Arial"/>
                        </a:defRPr>
                      </a:lvl7pPr>
                      <a:lvl8pPr marL="3199440" algn="l" defTabSz="914126" rtl="0" eaLnBrk="1" latinLnBrk="0" hangingPunct="1">
                        <a:defRPr sz="1799" b="1" kern="1200">
                          <a:solidFill>
                            <a:schemeClr val="lt1"/>
                          </a:solidFill>
                          <a:latin typeface="Arial"/>
                        </a:defRPr>
                      </a:lvl8pPr>
                      <a:lvl9pPr marL="3656503" algn="l" defTabSz="914126" rtl="0" eaLnBrk="1" latinLnBrk="0" hangingPunct="1">
                        <a:defRPr sz="1799" b="1" kern="1200">
                          <a:solidFill>
                            <a:schemeClr val="lt1"/>
                          </a:solidFill>
                          <a:latin typeface="Arial"/>
                        </a:defRPr>
                      </a:lvl9pPr>
                    </a:lstStyle>
                    <a:p>
                      <a:r>
                        <a:rPr lang="en-US" sz="1200" b="1" kern="1200" dirty="0">
                          <a:solidFill>
                            <a:schemeClr val="lt1"/>
                          </a:solidFill>
                          <a:latin typeface="+mn-lt"/>
                          <a:ea typeface="+mn-ea"/>
                          <a:cs typeface="+mn-cs"/>
                        </a:rPr>
                        <a:t>Concatenation</a:t>
                      </a:r>
                      <a:endParaRPr lang="en-US" sz="1200" dirty="0"/>
                    </a:p>
                  </a:txBody>
                  <a:tcPr marL="121888" marR="121888">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008CA8"/>
                    </a:solidFill>
                  </a:tcPr>
                </a:tc>
                <a:tc>
                  <a:txBody>
                    <a:bodyPr/>
                    <a:lstStyle>
                      <a:lvl1pPr marL="0" algn="l" defTabSz="914126" rtl="0" eaLnBrk="1" latinLnBrk="0" hangingPunct="1">
                        <a:defRPr sz="1799" kern="1200">
                          <a:solidFill>
                            <a:schemeClr val="dk1"/>
                          </a:solidFill>
                          <a:latin typeface="Arial"/>
                        </a:defRPr>
                      </a:lvl1pPr>
                      <a:lvl2pPr marL="457063" algn="l" defTabSz="914126" rtl="0" eaLnBrk="1" latinLnBrk="0" hangingPunct="1">
                        <a:defRPr sz="1799" kern="1200">
                          <a:solidFill>
                            <a:schemeClr val="dk1"/>
                          </a:solidFill>
                          <a:latin typeface="Arial"/>
                        </a:defRPr>
                      </a:lvl2pPr>
                      <a:lvl3pPr marL="914126" algn="l" defTabSz="914126" rtl="0" eaLnBrk="1" latinLnBrk="0" hangingPunct="1">
                        <a:defRPr sz="1799" kern="1200">
                          <a:solidFill>
                            <a:schemeClr val="dk1"/>
                          </a:solidFill>
                          <a:latin typeface="Arial"/>
                        </a:defRPr>
                      </a:lvl3pPr>
                      <a:lvl4pPr marL="1371189" algn="l" defTabSz="914126" rtl="0" eaLnBrk="1" latinLnBrk="0" hangingPunct="1">
                        <a:defRPr sz="1799" kern="1200">
                          <a:solidFill>
                            <a:schemeClr val="dk1"/>
                          </a:solidFill>
                          <a:latin typeface="Arial"/>
                        </a:defRPr>
                      </a:lvl4pPr>
                      <a:lvl5pPr marL="1828251" algn="l" defTabSz="914126" rtl="0" eaLnBrk="1" latinLnBrk="0" hangingPunct="1">
                        <a:defRPr sz="1799" kern="1200">
                          <a:solidFill>
                            <a:schemeClr val="dk1"/>
                          </a:solidFill>
                          <a:latin typeface="Arial"/>
                        </a:defRPr>
                      </a:lvl5pPr>
                      <a:lvl6pPr marL="2285314" algn="l" defTabSz="914126" rtl="0" eaLnBrk="1" latinLnBrk="0" hangingPunct="1">
                        <a:defRPr sz="1799" kern="1200">
                          <a:solidFill>
                            <a:schemeClr val="dk1"/>
                          </a:solidFill>
                          <a:latin typeface="Arial"/>
                        </a:defRPr>
                      </a:lvl6pPr>
                      <a:lvl7pPr marL="2742377" algn="l" defTabSz="914126" rtl="0" eaLnBrk="1" latinLnBrk="0" hangingPunct="1">
                        <a:defRPr sz="1799" kern="1200">
                          <a:solidFill>
                            <a:schemeClr val="dk1"/>
                          </a:solidFill>
                          <a:latin typeface="Arial"/>
                        </a:defRPr>
                      </a:lvl7pPr>
                      <a:lvl8pPr marL="3199440" algn="l" defTabSz="914126" rtl="0" eaLnBrk="1" latinLnBrk="0" hangingPunct="1">
                        <a:defRPr sz="1799" kern="1200">
                          <a:solidFill>
                            <a:schemeClr val="dk1"/>
                          </a:solidFill>
                          <a:latin typeface="Arial"/>
                        </a:defRPr>
                      </a:lvl8pPr>
                      <a:lvl9pPr marL="3656503" algn="l" defTabSz="914126" rtl="0" eaLnBrk="1" latinLnBrk="0" hangingPunct="1">
                        <a:defRPr sz="1799" kern="1200">
                          <a:solidFill>
                            <a:schemeClr val="dk1"/>
                          </a:solidFill>
                          <a:latin typeface="Arial"/>
                        </a:defRPr>
                      </a:lvl9pPr>
                    </a:lstStyle>
                    <a:p>
                      <a:r>
                        <a:rPr lang="en-US" sz="1200" dirty="0"/>
                        <a:t>Concatenation low</a:t>
                      </a:r>
                      <a:r>
                        <a:rPr lang="en-US" sz="1200" baseline="0" dirty="0"/>
                        <a:t> to high</a:t>
                      </a:r>
                      <a:endParaRPr lang="en-US" sz="1200" dirty="0"/>
                    </a:p>
                  </a:txBody>
                  <a:tcPr marL="121888" marR="121888">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008CA8">
                        <a:tint val="40000"/>
                      </a:srgbClr>
                    </a:solidFill>
                  </a:tcPr>
                </a:tc>
                <a:tc>
                  <a:txBody>
                    <a:bodyPr/>
                    <a:lstStyle>
                      <a:lvl1pPr marL="0" algn="l" defTabSz="914126" rtl="0" eaLnBrk="1" latinLnBrk="0" hangingPunct="1">
                        <a:defRPr sz="1799" kern="1200">
                          <a:solidFill>
                            <a:schemeClr val="dk1"/>
                          </a:solidFill>
                          <a:latin typeface="Arial"/>
                        </a:defRPr>
                      </a:lvl1pPr>
                      <a:lvl2pPr marL="457063" algn="l" defTabSz="914126" rtl="0" eaLnBrk="1" latinLnBrk="0" hangingPunct="1">
                        <a:defRPr sz="1799" kern="1200">
                          <a:solidFill>
                            <a:schemeClr val="dk1"/>
                          </a:solidFill>
                          <a:latin typeface="Arial"/>
                        </a:defRPr>
                      </a:lvl2pPr>
                      <a:lvl3pPr marL="914126" algn="l" defTabSz="914126" rtl="0" eaLnBrk="1" latinLnBrk="0" hangingPunct="1">
                        <a:defRPr sz="1799" kern="1200">
                          <a:solidFill>
                            <a:schemeClr val="dk1"/>
                          </a:solidFill>
                          <a:latin typeface="Arial"/>
                        </a:defRPr>
                      </a:lvl3pPr>
                      <a:lvl4pPr marL="1371189" algn="l" defTabSz="914126" rtl="0" eaLnBrk="1" latinLnBrk="0" hangingPunct="1">
                        <a:defRPr sz="1799" kern="1200">
                          <a:solidFill>
                            <a:schemeClr val="dk1"/>
                          </a:solidFill>
                          <a:latin typeface="Arial"/>
                        </a:defRPr>
                      </a:lvl4pPr>
                      <a:lvl5pPr marL="1828251" algn="l" defTabSz="914126" rtl="0" eaLnBrk="1" latinLnBrk="0" hangingPunct="1">
                        <a:defRPr sz="1799" kern="1200">
                          <a:solidFill>
                            <a:schemeClr val="dk1"/>
                          </a:solidFill>
                          <a:latin typeface="Arial"/>
                        </a:defRPr>
                      </a:lvl5pPr>
                      <a:lvl6pPr marL="2285314" algn="l" defTabSz="914126" rtl="0" eaLnBrk="1" latinLnBrk="0" hangingPunct="1">
                        <a:defRPr sz="1799" kern="1200">
                          <a:solidFill>
                            <a:schemeClr val="dk1"/>
                          </a:solidFill>
                          <a:latin typeface="Arial"/>
                        </a:defRPr>
                      </a:lvl6pPr>
                      <a:lvl7pPr marL="2742377" algn="l" defTabSz="914126" rtl="0" eaLnBrk="1" latinLnBrk="0" hangingPunct="1">
                        <a:defRPr sz="1799" kern="1200">
                          <a:solidFill>
                            <a:schemeClr val="dk1"/>
                          </a:solidFill>
                          <a:latin typeface="Arial"/>
                        </a:defRPr>
                      </a:lvl7pPr>
                      <a:lvl8pPr marL="3199440" algn="l" defTabSz="914126" rtl="0" eaLnBrk="1" latinLnBrk="0" hangingPunct="1">
                        <a:defRPr sz="1799" kern="1200">
                          <a:solidFill>
                            <a:schemeClr val="dk1"/>
                          </a:solidFill>
                          <a:latin typeface="Arial"/>
                        </a:defRPr>
                      </a:lvl8pPr>
                      <a:lvl9pPr marL="3656503" algn="l" defTabSz="914126" rtl="0" eaLnBrk="1" latinLnBrk="0" hangingPunct="1">
                        <a:defRPr sz="1799" kern="1200">
                          <a:solidFill>
                            <a:schemeClr val="dk1"/>
                          </a:solidFill>
                          <a:latin typeface="Arial"/>
                        </a:defRPr>
                      </a:lvl9pPr>
                    </a:lstStyle>
                    <a:p>
                      <a:r>
                        <a:rPr lang="en-US" sz="1200" dirty="0"/>
                        <a:t>       res=</a:t>
                      </a:r>
                      <a:r>
                        <a:rPr lang="en-US" sz="1200" dirty="0" err="1"/>
                        <a:t>var_hi.concat</a:t>
                      </a:r>
                      <a:r>
                        <a:rPr lang="en-US" sz="1200" dirty="0"/>
                        <a:t>(</a:t>
                      </a:r>
                      <a:r>
                        <a:rPr lang="en-US" sz="1200" dirty="0" err="1"/>
                        <a:t>var_lo</a:t>
                      </a:r>
                      <a:r>
                        <a:rPr lang="en-US" sz="1200" dirty="0"/>
                        <a:t>);</a:t>
                      </a:r>
                    </a:p>
                    <a:p>
                      <a:r>
                        <a:rPr lang="en-US" sz="1200" dirty="0"/>
                        <a:t> Or  res= (</a:t>
                      </a:r>
                      <a:r>
                        <a:rPr lang="en-US" sz="1200" dirty="0" err="1"/>
                        <a:t>var</a:t>
                      </a:r>
                      <a:r>
                        <a:rPr lang="en-US" sz="1200" baseline="0" dirty="0" err="1"/>
                        <a:t>_hi</a:t>
                      </a:r>
                      <a:r>
                        <a:rPr lang="en-US" sz="1200" dirty="0" err="1"/>
                        <a:t>,var_</a:t>
                      </a:r>
                      <a:r>
                        <a:rPr lang="en-US" sz="1200" baseline="0" dirty="0" err="1"/>
                        <a:t>lo</a:t>
                      </a:r>
                      <a:r>
                        <a:rPr lang="en-US" sz="1200" dirty="0"/>
                        <a:t>)</a:t>
                      </a:r>
                    </a:p>
                  </a:txBody>
                  <a:tcPr marL="121888" marR="121888">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008CA8">
                        <a:tint val="40000"/>
                      </a:srgbClr>
                    </a:solidFill>
                  </a:tcPr>
                </a:tc>
                <a:extLst>
                  <a:ext uri="{0D108BD9-81ED-4DB2-BD59-A6C34878D82A}">
                    <a16:rowId xmlns:a16="http://schemas.microsoft.com/office/drawing/2014/main" val="10002"/>
                  </a:ext>
                </a:extLst>
              </a:tr>
              <a:tr h="117711">
                <a:tc>
                  <a:txBody>
                    <a:bodyPr/>
                    <a:lstStyle>
                      <a:lvl1pPr marL="0" algn="l" defTabSz="914126" rtl="0" eaLnBrk="1" latinLnBrk="0" hangingPunct="1">
                        <a:defRPr sz="1799" b="1" kern="1200">
                          <a:solidFill>
                            <a:schemeClr val="lt1"/>
                          </a:solidFill>
                          <a:latin typeface="Arial"/>
                        </a:defRPr>
                      </a:lvl1pPr>
                      <a:lvl2pPr marL="457063" algn="l" defTabSz="914126" rtl="0" eaLnBrk="1" latinLnBrk="0" hangingPunct="1">
                        <a:defRPr sz="1799" b="1" kern="1200">
                          <a:solidFill>
                            <a:schemeClr val="lt1"/>
                          </a:solidFill>
                          <a:latin typeface="Arial"/>
                        </a:defRPr>
                      </a:lvl2pPr>
                      <a:lvl3pPr marL="914126" algn="l" defTabSz="914126" rtl="0" eaLnBrk="1" latinLnBrk="0" hangingPunct="1">
                        <a:defRPr sz="1799" b="1" kern="1200">
                          <a:solidFill>
                            <a:schemeClr val="lt1"/>
                          </a:solidFill>
                          <a:latin typeface="Arial"/>
                        </a:defRPr>
                      </a:lvl3pPr>
                      <a:lvl4pPr marL="1371189" algn="l" defTabSz="914126" rtl="0" eaLnBrk="1" latinLnBrk="0" hangingPunct="1">
                        <a:defRPr sz="1799" b="1" kern="1200">
                          <a:solidFill>
                            <a:schemeClr val="lt1"/>
                          </a:solidFill>
                          <a:latin typeface="Arial"/>
                        </a:defRPr>
                      </a:lvl4pPr>
                      <a:lvl5pPr marL="1828251" algn="l" defTabSz="914126" rtl="0" eaLnBrk="1" latinLnBrk="0" hangingPunct="1">
                        <a:defRPr sz="1799" b="1" kern="1200">
                          <a:solidFill>
                            <a:schemeClr val="lt1"/>
                          </a:solidFill>
                          <a:latin typeface="Arial"/>
                        </a:defRPr>
                      </a:lvl5pPr>
                      <a:lvl6pPr marL="2285314" algn="l" defTabSz="914126" rtl="0" eaLnBrk="1" latinLnBrk="0" hangingPunct="1">
                        <a:defRPr sz="1799" b="1" kern="1200">
                          <a:solidFill>
                            <a:schemeClr val="lt1"/>
                          </a:solidFill>
                          <a:latin typeface="Arial"/>
                        </a:defRPr>
                      </a:lvl6pPr>
                      <a:lvl7pPr marL="2742377" algn="l" defTabSz="914126" rtl="0" eaLnBrk="1" latinLnBrk="0" hangingPunct="1">
                        <a:defRPr sz="1799" b="1" kern="1200">
                          <a:solidFill>
                            <a:schemeClr val="lt1"/>
                          </a:solidFill>
                          <a:latin typeface="Arial"/>
                        </a:defRPr>
                      </a:lvl7pPr>
                      <a:lvl8pPr marL="3199440" algn="l" defTabSz="914126" rtl="0" eaLnBrk="1" latinLnBrk="0" hangingPunct="1">
                        <a:defRPr sz="1799" b="1" kern="1200">
                          <a:solidFill>
                            <a:schemeClr val="lt1"/>
                          </a:solidFill>
                          <a:latin typeface="Arial"/>
                        </a:defRPr>
                      </a:lvl8pPr>
                      <a:lvl9pPr marL="3656503" algn="l" defTabSz="914126" rtl="0" eaLnBrk="1" latinLnBrk="0" hangingPunct="1">
                        <a:defRPr sz="1799" b="1" kern="1200">
                          <a:solidFill>
                            <a:schemeClr val="lt1"/>
                          </a:solidFill>
                          <a:latin typeface="Arial"/>
                        </a:defRPr>
                      </a:lvl9pPr>
                    </a:lstStyle>
                    <a:p>
                      <a:r>
                        <a:rPr lang="en-US" sz="1200" dirty="0"/>
                        <a:t>Range or Bit-select</a:t>
                      </a:r>
                    </a:p>
                  </a:txBody>
                  <a:tcPr marL="121888" marR="121888">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008CA8"/>
                    </a:solidFill>
                  </a:tcPr>
                </a:tc>
                <a:tc>
                  <a:txBody>
                    <a:bodyPr/>
                    <a:lstStyle>
                      <a:lvl1pPr marL="0" algn="l" defTabSz="914126" rtl="0" eaLnBrk="1" latinLnBrk="0" hangingPunct="1">
                        <a:defRPr sz="1799" kern="1200">
                          <a:solidFill>
                            <a:schemeClr val="dk1"/>
                          </a:solidFill>
                          <a:latin typeface="Arial"/>
                        </a:defRPr>
                      </a:lvl1pPr>
                      <a:lvl2pPr marL="457063" algn="l" defTabSz="914126" rtl="0" eaLnBrk="1" latinLnBrk="0" hangingPunct="1">
                        <a:defRPr sz="1799" kern="1200">
                          <a:solidFill>
                            <a:schemeClr val="dk1"/>
                          </a:solidFill>
                          <a:latin typeface="Arial"/>
                        </a:defRPr>
                      </a:lvl2pPr>
                      <a:lvl3pPr marL="914126" algn="l" defTabSz="914126" rtl="0" eaLnBrk="1" latinLnBrk="0" hangingPunct="1">
                        <a:defRPr sz="1799" kern="1200">
                          <a:solidFill>
                            <a:schemeClr val="dk1"/>
                          </a:solidFill>
                          <a:latin typeface="Arial"/>
                        </a:defRPr>
                      </a:lvl3pPr>
                      <a:lvl4pPr marL="1371189" algn="l" defTabSz="914126" rtl="0" eaLnBrk="1" latinLnBrk="0" hangingPunct="1">
                        <a:defRPr sz="1799" kern="1200">
                          <a:solidFill>
                            <a:schemeClr val="dk1"/>
                          </a:solidFill>
                          <a:latin typeface="Arial"/>
                        </a:defRPr>
                      </a:lvl4pPr>
                      <a:lvl5pPr marL="1828251" algn="l" defTabSz="914126" rtl="0" eaLnBrk="1" latinLnBrk="0" hangingPunct="1">
                        <a:defRPr sz="1799" kern="1200">
                          <a:solidFill>
                            <a:schemeClr val="dk1"/>
                          </a:solidFill>
                          <a:latin typeface="Arial"/>
                        </a:defRPr>
                      </a:lvl5pPr>
                      <a:lvl6pPr marL="2285314" algn="l" defTabSz="914126" rtl="0" eaLnBrk="1" latinLnBrk="0" hangingPunct="1">
                        <a:defRPr sz="1799" kern="1200">
                          <a:solidFill>
                            <a:schemeClr val="dk1"/>
                          </a:solidFill>
                          <a:latin typeface="Arial"/>
                        </a:defRPr>
                      </a:lvl6pPr>
                      <a:lvl7pPr marL="2742377" algn="l" defTabSz="914126" rtl="0" eaLnBrk="1" latinLnBrk="0" hangingPunct="1">
                        <a:defRPr sz="1799" kern="1200">
                          <a:solidFill>
                            <a:schemeClr val="dk1"/>
                          </a:solidFill>
                          <a:latin typeface="Arial"/>
                        </a:defRPr>
                      </a:lvl7pPr>
                      <a:lvl8pPr marL="3199440" algn="l" defTabSz="914126" rtl="0" eaLnBrk="1" latinLnBrk="0" hangingPunct="1">
                        <a:defRPr sz="1799" kern="1200">
                          <a:solidFill>
                            <a:schemeClr val="dk1"/>
                          </a:solidFill>
                          <a:latin typeface="Arial"/>
                        </a:defRPr>
                      </a:lvl8pPr>
                      <a:lvl9pPr marL="3656503" algn="l" defTabSz="914126" rtl="0" eaLnBrk="1" latinLnBrk="0" hangingPunct="1">
                        <a:defRPr sz="1799" kern="1200">
                          <a:solidFill>
                            <a:schemeClr val="dk1"/>
                          </a:solidFill>
                          <a:latin typeface="Arial"/>
                        </a:defRPr>
                      </a:lvl9p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200" dirty="0"/>
                        <a:t>Return a bit-range from high</a:t>
                      </a:r>
                      <a:r>
                        <a:rPr lang="en-US" sz="1200" baseline="0" dirty="0"/>
                        <a:t> to low or a specific bit.</a:t>
                      </a:r>
                      <a:endParaRPr lang="en-US" sz="1200" dirty="0"/>
                    </a:p>
                  </a:txBody>
                  <a:tcPr marL="121888" marR="121888">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008CA8">
                        <a:tint val="20000"/>
                      </a:srgbClr>
                    </a:solidFill>
                  </a:tcPr>
                </a:tc>
                <a:tc>
                  <a:txBody>
                    <a:bodyPr/>
                    <a:lstStyle>
                      <a:lvl1pPr marL="0" algn="l" defTabSz="914126" rtl="0" eaLnBrk="1" latinLnBrk="0" hangingPunct="1">
                        <a:defRPr sz="1799" kern="1200">
                          <a:solidFill>
                            <a:schemeClr val="dk1"/>
                          </a:solidFill>
                          <a:latin typeface="Arial"/>
                        </a:defRPr>
                      </a:lvl1pPr>
                      <a:lvl2pPr marL="457063" algn="l" defTabSz="914126" rtl="0" eaLnBrk="1" latinLnBrk="0" hangingPunct="1">
                        <a:defRPr sz="1799" kern="1200">
                          <a:solidFill>
                            <a:schemeClr val="dk1"/>
                          </a:solidFill>
                          <a:latin typeface="Arial"/>
                        </a:defRPr>
                      </a:lvl2pPr>
                      <a:lvl3pPr marL="914126" algn="l" defTabSz="914126" rtl="0" eaLnBrk="1" latinLnBrk="0" hangingPunct="1">
                        <a:defRPr sz="1799" kern="1200">
                          <a:solidFill>
                            <a:schemeClr val="dk1"/>
                          </a:solidFill>
                          <a:latin typeface="Arial"/>
                        </a:defRPr>
                      </a:lvl3pPr>
                      <a:lvl4pPr marL="1371189" algn="l" defTabSz="914126" rtl="0" eaLnBrk="1" latinLnBrk="0" hangingPunct="1">
                        <a:defRPr sz="1799" kern="1200">
                          <a:solidFill>
                            <a:schemeClr val="dk1"/>
                          </a:solidFill>
                          <a:latin typeface="Arial"/>
                        </a:defRPr>
                      </a:lvl4pPr>
                      <a:lvl5pPr marL="1828251" algn="l" defTabSz="914126" rtl="0" eaLnBrk="1" latinLnBrk="0" hangingPunct="1">
                        <a:defRPr sz="1799" kern="1200">
                          <a:solidFill>
                            <a:schemeClr val="dk1"/>
                          </a:solidFill>
                          <a:latin typeface="Arial"/>
                        </a:defRPr>
                      </a:lvl5pPr>
                      <a:lvl6pPr marL="2285314" algn="l" defTabSz="914126" rtl="0" eaLnBrk="1" latinLnBrk="0" hangingPunct="1">
                        <a:defRPr sz="1799" kern="1200">
                          <a:solidFill>
                            <a:schemeClr val="dk1"/>
                          </a:solidFill>
                          <a:latin typeface="Arial"/>
                        </a:defRPr>
                      </a:lvl6pPr>
                      <a:lvl7pPr marL="2742377" algn="l" defTabSz="914126" rtl="0" eaLnBrk="1" latinLnBrk="0" hangingPunct="1">
                        <a:defRPr sz="1799" kern="1200">
                          <a:solidFill>
                            <a:schemeClr val="dk1"/>
                          </a:solidFill>
                          <a:latin typeface="Arial"/>
                        </a:defRPr>
                      </a:lvl7pPr>
                      <a:lvl8pPr marL="3199440" algn="l" defTabSz="914126" rtl="0" eaLnBrk="1" latinLnBrk="0" hangingPunct="1">
                        <a:defRPr sz="1799" kern="1200">
                          <a:solidFill>
                            <a:schemeClr val="dk1"/>
                          </a:solidFill>
                          <a:latin typeface="Arial"/>
                        </a:defRPr>
                      </a:lvl8pPr>
                      <a:lvl9pPr marL="3656503" algn="l" defTabSz="914126" rtl="0" eaLnBrk="1" latinLnBrk="0" hangingPunct="1">
                        <a:defRPr sz="1799" kern="1200">
                          <a:solidFill>
                            <a:schemeClr val="dk1"/>
                          </a:solidFill>
                          <a:latin typeface="Arial"/>
                        </a:defRPr>
                      </a:lvl9p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200" dirty="0"/>
                        <a:t>      res=</a:t>
                      </a:r>
                      <a:r>
                        <a:rPr lang="en-US" sz="1200" dirty="0" err="1"/>
                        <a:t>var.range</a:t>
                      </a:r>
                      <a:r>
                        <a:rPr lang="en-US" sz="1200" dirty="0"/>
                        <a:t>(high </a:t>
                      </a:r>
                      <a:r>
                        <a:rPr lang="en-US" sz="1200" dirty="0" err="1"/>
                        <a:t>bit,low</a:t>
                      </a:r>
                      <a:r>
                        <a:rPr lang="en-US" sz="1200" dirty="0"/>
                        <a:t> bit); </a:t>
                      </a:r>
                    </a:p>
                    <a:p>
                      <a:pPr marL="0" marR="0" indent="0" algn="l" defTabSz="457200" rtl="0" eaLnBrk="1" fontAlgn="auto" latinLnBrk="0" hangingPunct="1">
                        <a:lnSpc>
                          <a:spcPct val="100000"/>
                        </a:lnSpc>
                        <a:spcBef>
                          <a:spcPts val="0"/>
                        </a:spcBef>
                        <a:spcAft>
                          <a:spcPts val="0"/>
                        </a:spcAft>
                        <a:buClrTx/>
                        <a:buSzTx/>
                        <a:buFontTx/>
                        <a:buNone/>
                        <a:tabLst/>
                        <a:defRPr/>
                      </a:pPr>
                      <a:r>
                        <a:rPr lang="en-US" sz="1200" dirty="0"/>
                        <a:t>Or </a:t>
                      </a:r>
                      <a:r>
                        <a:rPr lang="en-US" sz="1200" baseline="0" dirty="0"/>
                        <a:t> res=</a:t>
                      </a:r>
                      <a:r>
                        <a:rPr lang="en-US" sz="1200" baseline="0" dirty="0" err="1"/>
                        <a:t>var</a:t>
                      </a:r>
                      <a:r>
                        <a:rPr lang="en-US" sz="1200" baseline="0" dirty="0"/>
                        <a:t>[bit-number</a:t>
                      </a:r>
                      <a:r>
                        <a:rPr lang="en-US" sz="1200" dirty="0"/>
                        <a:t>]</a:t>
                      </a:r>
                    </a:p>
                  </a:txBody>
                  <a:tcPr marL="121888" marR="121888">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008CA8">
                        <a:tint val="20000"/>
                      </a:srgbClr>
                    </a:solidFill>
                  </a:tcPr>
                </a:tc>
                <a:extLst>
                  <a:ext uri="{0D108BD9-81ED-4DB2-BD59-A6C34878D82A}">
                    <a16:rowId xmlns:a16="http://schemas.microsoft.com/office/drawing/2014/main" val="10003"/>
                  </a:ext>
                </a:extLst>
              </a:tr>
            </a:tbl>
          </a:graphicData>
        </a:graphic>
      </p:graphicFrame>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8FD92E-1223-4938-9BAE-602DC65D450B}"/>
              </a:ext>
            </a:extLst>
          </p:cNvPr>
          <p:cNvSpPr>
            <a:spLocks noGrp="1"/>
          </p:cNvSpPr>
          <p:nvPr>
            <p:ph type="title"/>
          </p:nvPr>
        </p:nvSpPr>
        <p:spPr/>
        <p:txBody>
          <a:bodyPr/>
          <a:lstStyle/>
          <a:p>
            <a:r>
              <a:rPr lang="en-US" altLang="zh-CN" dirty="0"/>
              <a:t>Floating Point Support</a:t>
            </a:r>
            <a:endParaRPr lang="zh-CN" altLang="en-US" dirty="0"/>
          </a:p>
        </p:txBody>
      </p:sp>
    </p:spTree>
    <p:extLst>
      <p:ext uri="{BB962C8B-B14F-4D97-AF65-F5344CB8AC3E}">
        <p14:creationId xmlns:p14="http://schemas.microsoft.com/office/powerpoint/2010/main" val="30041051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7" name="Rectangle 2"/>
          <p:cNvSpPr>
            <a:spLocks noGrp="1"/>
          </p:cNvSpPr>
          <p:nvPr>
            <p:ph type="title"/>
          </p:nvPr>
        </p:nvSpPr>
        <p:spPr/>
        <p:txBody>
          <a:bodyPr/>
          <a:lstStyle/>
          <a:p>
            <a:r>
              <a:rPr lang="en-US" altLang="zh-CN" dirty="0">
                <a:ea typeface="宋体" charset="-122"/>
              </a:rPr>
              <a:t>Floating Point Support</a:t>
            </a:r>
          </a:p>
        </p:txBody>
      </p:sp>
      <p:sp>
        <p:nvSpPr>
          <p:cNvPr id="24578" name="Rectangle 3"/>
          <p:cNvSpPr>
            <a:spLocks noGrp="1"/>
          </p:cNvSpPr>
          <p:nvPr>
            <p:ph idx="1"/>
          </p:nvPr>
        </p:nvSpPr>
        <p:spPr/>
        <p:txBody>
          <a:bodyPr>
            <a:normAutofit/>
          </a:bodyPr>
          <a:lstStyle/>
          <a:p>
            <a:r>
              <a:rPr lang="en-US" altLang="zh-CN" sz="2200" dirty="0">
                <a:ea typeface="宋体" charset="-122"/>
              </a:rPr>
              <a:t>Synthesis for floating point </a:t>
            </a:r>
          </a:p>
          <a:p>
            <a:pPr lvl="1"/>
            <a:r>
              <a:rPr lang="en-US" altLang="zh-CN" sz="1900" dirty="0">
                <a:ea typeface="宋体" charset="-122"/>
              </a:rPr>
              <a:t>Data types (IEEE-754 standard compliant)</a:t>
            </a:r>
          </a:p>
          <a:p>
            <a:pPr lvl="2"/>
            <a:r>
              <a:rPr lang="en-US" altLang="zh-CN" sz="2200" dirty="0">
                <a:ea typeface="宋体" charset="-122"/>
              </a:rPr>
              <a:t>Single-precision </a:t>
            </a:r>
            <a:endParaRPr lang="en-US" altLang="zh-CN" sz="1700" dirty="0">
              <a:ea typeface="宋体" charset="-122"/>
            </a:endParaRPr>
          </a:p>
          <a:p>
            <a:pPr lvl="3"/>
            <a:r>
              <a:rPr lang="en-US" altLang="zh-CN" sz="1500" dirty="0">
                <a:ea typeface="宋体" charset="-122"/>
              </a:rPr>
              <a:t>32 bit: 24-bit fraction, 8-bit exponent </a:t>
            </a:r>
          </a:p>
          <a:p>
            <a:pPr lvl="2"/>
            <a:r>
              <a:rPr lang="en-US" altLang="zh-CN" sz="2200" dirty="0">
                <a:ea typeface="宋体" charset="-122"/>
              </a:rPr>
              <a:t>Double-precision </a:t>
            </a:r>
            <a:endParaRPr lang="en-US" altLang="zh-CN" sz="1700" dirty="0">
              <a:ea typeface="宋体" charset="-122"/>
            </a:endParaRPr>
          </a:p>
          <a:p>
            <a:pPr lvl="3"/>
            <a:r>
              <a:rPr lang="en-US" altLang="zh-CN" sz="1500" dirty="0">
                <a:ea typeface="宋体" charset="-122"/>
              </a:rPr>
              <a:t>64 bit: 53-bit fraction, 11-bit exponent</a:t>
            </a:r>
          </a:p>
          <a:p>
            <a:r>
              <a:rPr lang="en-US" altLang="zh-CN" sz="2200" dirty="0">
                <a:ea typeface="宋体" charset="-122"/>
              </a:rPr>
              <a:t>Support for Operators</a:t>
            </a:r>
          </a:p>
          <a:p>
            <a:pPr lvl="1"/>
            <a:r>
              <a:rPr lang="en-US" altLang="zh-CN" sz="1900" dirty="0" err="1">
                <a:ea typeface="宋体" charset="-122"/>
              </a:rPr>
              <a:t>Vitis</a:t>
            </a:r>
            <a:r>
              <a:rPr lang="en-US" altLang="zh-CN" sz="1900" dirty="0">
                <a:ea typeface="宋体" charset="-122"/>
              </a:rPr>
              <a:t> HLS supports the Floating Point (FP) cores for each Xilinx technology</a:t>
            </a:r>
          </a:p>
          <a:p>
            <a:pPr lvl="2"/>
            <a:r>
              <a:rPr lang="en-US" altLang="zh-CN" sz="1900" dirty="0">
                <a:ea typeface="宋体" charset="-122"/>
                <a:sym typeface="Wingdings" pitchFamily="2" charset="2"/>
              </a:rPr>
              <a:t>If Xilinx has a FP core, </a:t>
            </a:r>
            <a:r>
              <a:rPr lang="en-US" altLang="zh-CN" sz="1900" dirty="0" err="1">
                <a:ea typeface="宋体" charset="-122"/>
                <a:sym typeface="Wingdings" pitchFamily="2" charset="2"/>
              </a:rPr>
              <a:t>Vitis</a:t>
            </a:r>
            <a:r>
              <a:rPr lang="en-US" altLang="zh-CN" sz="1900" dirty="0">
                <a:ea typeface="宋体" charset="-122"/>
                <a:sym typeface="Wingdings" pitchFamily="2" charset="2"/>
              </a:rPr>
              <a:t> HLS supports it</a:t>
            </a:r>
          </a:p>
          <a:p>
            <a:pPr lvl="2"/>
            <a:r>
              <a:rPr lang="en-US" altLang="zh-CN" sz="1900" dirty="0">
                <a:ea typeface="宋体" charset="-122"/>
                <a:sym typeface="Wingdings" pitchFamily="2" charset="2"/>
              </a:rPr>
              <a:t>It will automatically be synthesized</a:t>
            </a:r>
          </a:p>
          <a:p>
            <a:pPr lvl="1"/>
            <a:r>
              <a:rPr lang="en-US" altLang="zh-CN" sz="1900" dirty="0">
                <a:ea typeface="宋体" charset="-122"/>
                <a:sym typeface="Wingdings" pitchFamily="2" charset="2"/>
              </a:rPr>
              <a:t>If there is no such FP core in the Xilinx technology</a:t>
            </a:r>
            <a:endParaRPr lang="en-US" altLang="zh-CN" sz="1900" strike="sngStrike" dirty="0">
              <a:ea typeface="宋体" charset="-122"/>
              <a:sym typeface="Wingdings" pitchFamily="2" charset="2"/>
            </a:endParaRPr>
          </a:p>
          <a:p>
            <a:pPr lvl="2"/>
            <a:r>
              <a:rPr lang="en-US" altLang="zh-CN" sz="1700" dirty="0">
                <a:ea typeface="宋体" charset="-122"/>
                <a:sym typeface="Wingdings" pitchFamily="2" charset="2"/>
              </a:rPr>
              <a:t>Design should be re-coded to fixed-point types</a:t>
            </a:r>
          </a:p>
        </p:txBody>
      </p:sp>
      <p:sp>
        <p:nvSpPr>
          <p:cNvPr id="8" name="Slide Number Placeholder 7"/>
          <p:cNvSpPr>
            <a:spLocks noGrp="1"/>
          </p:cNvSpPr>
          <p:nvPr>
            <p:ph type="sldNum" sz="quarter" idx="4"/>
          </p:nvPr>
        </p:nvSpPr>
        <p:spPr/>
        <p:txBody>
          <a:bodyPr/>
          <a:lstStyle/>
          <a:p>
            <a:pPr>
              <a:defRPr/>
            </a:pPr>
            <a:r>
              <a:rPr lang="en-US" dirty="0"/>
              <a:t>Data Types 14- </a:t>
            </a:r>
            <a:fld id="{060BD193-E118-4B16-863C-C8C12C675E3E}" type="slidenum">
              <a:rPr lang="en-US" smtClean="0"/>
              <a:pPr>
                <a:defRPr/>
              </a:pPr>
              <a:t>44</a:t>
            </a:fld>
            <a:endParaRPr lang="en-US" dirty="0"/>
          </a:p>
        </p:txBody>
      </p:sp>
    </p:spTree>
  </p:cSld>
  <p:clrMapOvr>
    <a:masterClrMapping/>
  </p:clrMapOvr>
  <p:transition/>
</p:sld>
</file>

<file path=ppt/slides/slide4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4577" name="Rectangle 2"/>
          <p:cNvSpPr>
            <a:spLocks noGrp="1"/>
          </p:cNvSpPr>
          <p:nvPr>
            <p:ph type="title"/>
          </p:nvPr>
        </p:nvSpPr>
        <p:spPr/>
        <p:txBody>
          <a:bodyPr/>
          <a:lstStyle/>
          <a:p>
            <a:r>
              <a:rPr lang="en-US" altLang="zh-CN" dirty="0">
                <a:ea typeface="宋体" charset="-122"/>
              </a:rPr>
              <a:t>Floating Point Support</a:t>
            </a:r>
          </a:p>
        </p:txBody>
      </p:sp>
      <p:sp>
        <p:nvSpPr>
          <p:cNvPr id="8" name="Slide Number Placeholder 7"/>
          <p:cNvSpPr>
            <a:spLocks noGrp="1"/>
          </p:cNvSpPr>
          <p:nvPr>
            <p:ph type="sldNum" sz="quarter" idx="10"/>
          </p:nvPr>
        </p:nvSpPr>
        <p:spPr/>
        <p:txBody>
          <a:bodyPr/>
          <a:lstStyle/>
          <a:p>
            <a:pPr defTabSz="914400">
              <a:defRPr/>
            </a:pPr>
            <a:r>
              <a:rPr lang="en-US" dirty="0">
                <a:solidFill>
                  <a:srgbClr val="0C0C0C">
                    <a:tint val="75000"/>
                  </a:srgbClr>
                </a:solidFill>
                <a:latin typeface="Arial"/>
              </a:rPr>
              <a:t>Data Types 14- </a:t>
            </a:r>
            <a:fld id="{060BD193-E118-4B16-863C-C8C12C675E3E}" type="slidenum">
              <a:rPr lang="en-US">
                <a:solidFill>
                  <a:srgbClr val="0C0C0C">
                    <a:tint val="75000"/>
                  </a:srgbClr>
                </a:solidFill>
                <a:latin typeface="Arial"/>
              </a:rPr>
              <a:pPr defTabSz="914400">
                <a:defRPr/>
              </a:pPr>
              <a:t>45</a:t>
            </a:fld>
            <a:endParaRPr lang="en-US" dirty="0">
              <a:solidFill>
                <a:srgbClr val="0C0C0C">
                  <a:tint val="75000"/>
                </a:srgbClr>
              </a:solidFill>
              <a:latin typeface="Arial"/>
            </a:endParaRPr>
          </a:p>
        </p:txBody>
      </p:sp>
      <p:sp>
        <p:nvSpPr>
          <p:cNvPr id="24578" name="Rectangle 3"/>
          <p:cNvSpPr>
            <a:spLocks noGrp="1"/>
          </p:cNvSpPr>
          <p:nvPr>
            <p:ph idx="4294967295"/>
          </p:nvPr>
        </p:nvSpPr>
        <p:spPr>
          <a:xfrm>
            <a:off x="1689101" y="1327151"/>
            <a:ext cx="10501312" cy="4932363"/>
          </a:xfrm>
        </p:spPr>
        <p:txBody>
          <a:bodyPr>
            <a:normAutofit lnSpcReduction="10000"/>
          </a:bodyPr>
          <a:lstStyle/>
          <a:p>
            <a:r>
              <a:rPr lang="en-US" altLang="zh-CN" sz="2200" dirty="0">
                <a:ea typeface="宋体" charset="-122"/>
              </a:rPr>
              <a:t>Synthesis for floating point </a:t>
            </a:r>
          </a:p>
          <a:p>
            <a:pPr lvl="1"/>
            <a:r>
              <a:rPr lang="en-US" altLang="zh-CN" sz="1900" dirty="0">
                <a:ea typeface="宋体" charset="-122"/>
              </a:rPr>
              <a:t>Data types (IEEE-754 standard compliant)</a:t>
            </a:r>
          </a:p>
          <a:p>
            <a:pPr lvl="2"/>
            <a:r>
              <a:rPr lang="en-US" altLang="zh-CN" sz="2200" dirty="0">
                <a:solidFill>
                  <a:srgbClr val="FF0000"/>
                </a:solidFill>
                <a:ea typeface="宋体" charset="-122"/>
              </a:rPr>
              <a:t>Single-precision </a:t>
            </a:r>
            <a:endParaRPr lang="en-US" altLang="zh-CN" sz="1700" dirty="0">
              <a:solidFill>
                <a:srgbClr val="FF0000"/>
              </a:solidFill>
              <a:ea typeface="宋体" charset="-122"/>
            </a:endParaRPr>
          </a:p>
          <a:p>
            <a:pPr lvl="3"/>
            <a:r>
              <a:rPr lang="en-US" altLang="zh-CN" sz="1500" dirty="0">
                <a:solidFill>
                  <a:srgbClr val="FF0000"/>
                </a:solidFill>
                <a:ea typeface="宋体" charset="-122"/>
              </a:rPr>
              <a:t>32 bit: 24-bit fraction, 8-bit exponent </a:t>
            </a:r>
          </a:p>
          <a:p>
            <a:pPr lvl="2"/>
            <a:r>
              <a:rPr lang="en-US" altLang="zh-CN" sz="2200" dirty="0">
                <a:solidFill>
                  <a:srgbClr val="FF0000"/>
                </a:solidFill>
                <a:ea typeface="宋体" charset="-122"/>
              </a:rPr>
              <a:t>Double-precision </a:t>
            </a:r>
            <a:endParaRPr lang="en-US" altLang="zh-CN" sz="1700" dirty="0">
              <a:solidFill>
                <a:srgbClr val="FF0000"/>
              </a:solidFill>
              <a:ea typeface="宋体" charset="-122"/>
            </a:endParaRPr>
          </a:p>
          <a:p>
            <a:pPr lvl="3"/>
            <a:r>
              <a:rPr lang="en-US" altLang="zh-CN" sz="1500" dirty="0">
                <a:solidFill>
                  <a:srgbClr val="FF0000"/>
                </a:solidFill>
                <a:ea typeface="宋体" charset="-122"/>
              </a:rPr>
              <a:t>64 bit: 53-bit fraction, 11-bit exponent</a:t>
            </a:r>
          </a:p>
          <a:p>
            <a:pPr lvl="2"/>
            <a:r>
              <a:rPr lang="en-US" altLang="zh-CN" sz="2200" dirty="0">
                <a:highlight>
                  <a:srgbClr val="FFFF00"/>
                </a:highlight>
                <a:ea typeface="宋体" charset="-122"/>
              </a:rPr>
              <a:t>Half-precision</a:t>
            </a:r>
          </a:p>
          <a:p>
            <a:pPr lvl="3"/>
            <a:r>
              <a:rPr lang="en-US" sz="1500" strike="sngStrike" dirty="0">
                <a:highlight>
                  <a:srgbClr val="FFFF00"/>
                </a:highlight>
                <a:sym typeface="Wingdings" pitchFamily="2" charset="2"/>
              </a:rPr>
              <a:t>16-bit:1-bit sign, 5-bit exponent, 10-bit mantissa</a:t>
            </a:r>
          </a:p>
          <a:p>
            <a:pPr lvl="3"/>
            <a:r>
              <a:rPr lang="en-US" sz="1500" dirty="0">
                <a:sym typeface="Wingdings" pitchFamily="2" charset="2"/>
              </a:rPr>
              <a:t>16-bit:11-bit fraction, 5-bit exponent.</a:t>
            </a:r>
            <a:endParaRPr lang="en-US" sz="1500" dirty="0">
              <a:highlight>
                <a:srgbClr val="FFFF00"/>
              </a:highlight>
              <a:sym typeface="Wingdings" pitchFamily="2" charset="2"/>
            </a:endParaRPr>
          </a:p>
          <a:p>
            <a:r>
              <a:rPr lang="en-US" altLang="zh-CN" sz="2200" dirty="0">
                <a:ea typeface="宋体" charset="-122"/>
              </a:rPr>
              <a:t>Support for Operators</a:t>
            </a:r>
          </a:p>
          <a:p>
            <a:pPr lvl="1"/>
            <a:r>
              <a:rPr lang="en-US" altLang="zh-CN" sz="1900" dirty="0" err="1">
                <a:highlight>
                  <a:srgbClr val="FFFF00"/>
                </a:highlight>
                <a:ea typeface="宋体" charset="-122"/>
              </a:rPr>
              <a:t>Vitis</a:t>
            </a:r>
            <a:r>
              <a:rPr lang="en-US" altLang="zh-CN" sz="1900" dirty="0">
                <a:highlight>
                  <a:srgbClr val="FFFF00"/>
                </a:highlight>
                <a:ea typeface="宋体" charset="-122"/>
              </a:rPr>
              <a:t> </a:t>
            </a:r>
            <a:r>
              <a:rPr lang="en-US" altLang="zh-CN" sz="1900" dirty="0">
                <a:ea typeface="宋体" charset="-122"/>
              </a:rPr>
              <a:t>HLS supports the Floating Point (FP) cores for each Xilinx technology</a:t>
            </a:r>
          </a:p>
          <a:p>
            <a:pPr lvl="2"/>
            <a:r>
              <a:rPr lang="en-US" altLang="zh-CN" sz="1900" dirty="0">
                <a:ea typeface="宋体" charset="-122"/>
                <a:sym typeface="Wingdings" pitchFamily="2" charset="2"/>
              </a:rPr>
              <a:t>If Xilinx has a FP core, </a:t>
            </a:r>
            <a:r>
              <a:rPr lang="en-US" altLang="zh-CN" sz="1900" dirty="0" err="1">
                <a:highlight>
                  <a:srgbClr val="FFFF00"/>
                </a:highlight>
                <a:ea typeface="宋体" charset="-122"/>
                <a:sym typeface="Wingdings" pitchFamily="2" charset="2"/>
              </a:rPr>
              <a:t>Vitis</a:t>
            </a:r>
            <a:r>
              <a:rPr lang="en-US" altLang="zh-CN" sz="1900" dirty="0">
                <a:ea typeface="宋体" charset="-122"/>
                <a:sym typeface="Wingdings" pitchFamily="2" charset="2"/>
              </a:rPr>
              <a:t> HLS supports it</a:t>
            </a:r>
          </a:p>
          <a:p>
            <a:pPr lvl="2"/>
            <a:r>
              <a:rPr lang="en-US" altLang="zh-CN" sz="1900" dirty="0">
                <a:ea typeface="宋体" charset="-122"/>
                <a:sym typeface="Wingdings" pitchFamily="2" charset="2"/>
              </a:rPr>
              <a:t>It will automatically be synthesized</a:t>
            </a:r>
          </a:p>
          <a:p>
            <a:pPr lvl="1"/>
            <a:r>
              <a:rPr lang="en-US" altLang="zh-CN" sz="1900" dirty="0">
                <a:ea typeface="宋体" charset="-122"/>
                <a:sym typeface="Wingdings" pitchFamily="2" charset="2"/>
              </a:rPr>
              <a:t>If there is no such FP core in the Xilinx technology</a:t>
            </a:r>
            <a:r>
              <a:rPr lang="en-US" altLang="zh-CN" sz="1900" strike="sngStrike" dirty="0">
                <a:ea typeface="宋体" charset="-122"/>
                <a:sym typeface="Wingdings" pitchFamily="2" charset="2"/>
              </a:rPr>
              <a:t>, it will not be in the library</a:t>
            </a:r>
          </a:p>
          <a:p>
            <a:pPr lvl="2"/>
            <a:r>
              <a:rPr lang="en-US" altLang="zh-CN" sz="1700" strike="sngStrike" dirty="0">
                <a:ea typeface="宋体" charset="-122"/>
                <a:sym typeface="Wingdings" pitchFamily="2" charset="2"/>
              </a:rPr>
              <a:t>The design will be still synthesized</a:t>
            </a:r>
          </a:p>
          <a:p>
            <a:pPr lvl="2"/>
            <a:r>
              <a:rPr lang="en-US" altLang="zh-CN" sz="1700" dirty="0">
                <a:highlight>
                  <a:srgbClr val="FFFF00"/>
                </a:highlight>
                <a:ea typeface="宋体" charset="-122"/>
                <a:sym typeface="Wingdings" pitchFamily="2" charset="2"/>
              </a:rPr>
              <a:t>Design should be re-coded to fixed-point types</a:t>
            </a:r>
          </a:p>
        </p:txBody>
      </p:sp>
      <p:sp>
        <p:nvSpPr>
          <p:cNvPr id="11" name="Slide Number Placeholder 4"/>
          <p:cNvSpPr txBox="1">
            <a:spLocks/>
          </p:cNvSpPr>
          <p:nvPr/>
        </p:nvSpPr>
        <p:spPr>
          <a:xfrm>
            <a:off x="611030" y="6347782"/>
            <a:ext cx="1117309" cy="244475"/>
          </a:xfrm>
          <a:prstGeom prst="rect">
            <a:avLst/>
          </a:prstGeom>
        </p:spPr>
        <p:txBody>
          <a:bodyPr/>
          <a:lstStyle/>
          <a:p>
            <a:pPr defTabSz="457200" fontAlgn="base">
              <a:spcBef>
                <a:spcPct val="0"/>
              </a:spcBef>
              <a:spcAft>
                <a:spcPct val="0"/>
              </a:spcAft>
              <a:defRPr/>
            </a:pPr>
            <a:r>
              <a:rPr lang="en-US" sz="1000">
                <a:solidFill>
                  <a:srgbClr val="FFFFFF"/>
                </a:solidFill>
                <a:latin typeface="Arial" charset="0"/>
                <a:ea typeface="ＭＳ Ｐゴシック" pitchFamily="34" charset="-128"/>
                <a:cs typeface="Arial" charset="0"/>
              </a:rPr>
              <a:t>14- </a:t>
            </a:r>
            <a:fld id="{0E88F696-905B-490D-9D4B-033243675593}" type="slidenum">
              <a:rPr lang="en-US" sz="1000">
                <a:solidFill>
                  <a:srgbClr val="FFFFFF"/>
                </a:solidFill>
                <a:latin typeface="Arial" charset="0"/>
                <a:ea typeface="ＭＳ Ｐゴシック" pitchFamily="34" charset="-128"/>
                <a:cs typeface="Arial" charset="0"/>
              </a:rPr>
              <a:pPr defTabSz="457200" fontAlgn="base">
                <a:spcBef>
                  <a:spcPct val="0"/>
                </a:spcBef>
                <a:spcAft>
                  <a:spcPct val="0"/>
                </a:spcAft>
                <a:defRPr/>
              </a:pPr>
              <a:t>45</a:t>
            </a:fld>
            <a:endParaRPr lang="en-US" sz="1000" dirty="0">
              <a:solidFill>
                <a:srgbClr val="FFFFFF"/>
              </a:solidFill>
              <a:latin typeface="Arial" charset="0"/>
              <a:ea typeface="ＭＳ Ｐゴシック" pitchFamily="34" charset="-128"/>
              <a:cs typeface="Arial" charset="0"/>
            </a:endParaRPr>
          </a:p>
        </p:txBody>
      </p:sp>
    </p:spTree>
  </p:cSld>
  <p:clrMapOvr>
    <a:masterClrMapping/>
  </p:clrMapOvr>
  <p:transition/>
</p:sld>
</file>

<file path=ppt/slides/slide4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strike="sngStrike" dirty="0"/>
              <a:t>Half-Precision Floating Point Operations</a:t>
            </a:r>
          </a:p>
        </p:txBody>
      </p:sp>
      <p:sp>
        <p:nvSpPr>
          <p:cNvPr id="3" name="Slide Number Placeholder 2"/>
          <p:cNvSpPr>
            <a:spLocks noGrp="1"/>
          </p:cNvSpPr>
          <p:nvPr>
            <p:ph type="sldNum" sz="quarter" idx="10"/>
          </p:nvPr>
        </p:nvSpPr>
        <p:spPr/>
        <p:txBody>
          <a:bodyPr/>
          <a:lstStyle/>
          <a:p>
            <a:pPr defTabSz="914400">
              <a:defRPr/>
            </a:pPr>
            <a:r>
              <a:rPr lang="en-US" dirty="0">
                <a:solidFill>
                  <a:srgbClr val="0C0C0C">
                    <a:tint val="75000"/>
                  </a:srgbClr>
                </a:solidFill>
                <a:latin typeface="Arial"/>
              </a:rPr>
              <a:t>Data Types 14- </a:t>
            </a:r>
            <a:fld id="{060BD193-E118-4B16-863C-C8C12C675E3E}" type="slidenum">
              <a:rPr lang="en-US">
                <a:solidFill>
                  <a:srgbClr val="0C0C0C">
                    <a:tint val="75000"/>
                  </a:srgbClr>
                </a:solidFill>
                <a:latin typeface="Arial"/>
              </a:rPr>
              <a:pPr defTabSz="914400">
                <a:defRPr/>
              </a:pPr>
              <a:t>46</a:t>
            </a:fld>
            <a:endParaRPr lang="en-US" dirty="0">
              <a:solidFill>
                <a:srgbClr val="0C0C0C">
                  <a:tint val="75000"/>
                </a:srgbClr>
              </a:solidFill>
              <a:latin typeface="Arial"/>
            </a:endParaRPr>
          </a:p>
        </p:txBody>
      </p:sp>
      <p:sp>
        <p:nvSpPr>
          <p:cNvPr id="2" name="Content Placeholder 1"/>
          <p:cNvSpPr>
            <a:spLocks noGrp="1"/>
          </p:cNvSpPr>
          <p:nvPr>
            <p:ph idx="4294967295"/>
          </p:nvPr>
        </p:nvSpPr>
        <p:spPr>
          <a:xfrm>
            <a:off x="1689101" y="1327150"/>
            <a:ext cx="10501312" cy="4268788"/>
          </a:xfrm>
        </p:spPr>
        <p:txBody>
          <a:bodyPr/>
          <a:lstStyle/>
          <a:p>
            <a:r>
              <a:rPr lang="en-US" dirty="0"/>
              <a:t>Supported operations</a:t>
            </a:r>
          </a:p>
          <a:p>
            <a:pPr lvl="1"/>
            <a:r>
              <a:rPr lang="en-US" dirty="0"/>
              <a:t>Addition</a:t>
            </a:r>
          </a:p>
          <a:p>
            <a:pPr lvl="1"/>
            <a:r>
              <a:rPr lang="en-US" dirty="0"/>
              <a:t>Division</a:t>
            </a:r>
          </a:p>
          <a:p>
            <a:pPr lvl="1"/>
            <a:r>
              <a:rPr lang="en-US" dirty="0"/>
              <a:t>Multiplication</a:t>
            </a:r>
          </a:p>
          <a:p>
            <a:pPr lvl="1"/>
            <a:r>
              <a:rPr lang="en-US" dirty="0"/>
              <a:t>Subtraction</a:t>
            </a:r>
          </a:p>
          <a:p>
            <a:r>
              <a:rPr lang="en-US" dirty="0"/>
              <a:t>Include “</a:t>
            </a:r>
            <a:r>
              <a:rPr lang="en-US" dirty="0" err="1"/>
              <a:t>hls_half.h</a:t>
            </a:r>
            <a:r>
              <a:rPr lang="en-US" dirty="0"/>
              <a:t>”</a:t>
            </a:r>
          </a:p>
          <a:p>
            <a:pPr marL="288838" lvl="1" indent="0">
              <a:buNone/>
            </a:pPr>
            <a:r>
              <a:rPr lang="en-US" sz="1600" dirty="0">
                <a:latin typeface="Courier New" panose="02070309020205020404" pitchFamily="49" charset="0"/>
                <a:cs typeface="Courier New" panose="02070309020205020404" pitchFamily="49" charset="0"/>
              </a:rPr>
              <a:t>// Include half-float header file</a:t>
            </a:r>
          </a:p>
          <a:p>
            <a:pPr marL="288838" lvl="1" indent="0">
              <a:buNone/>
            </a:pPr>
            <a:r>
              <a:rPr lang="en-US" sz="1600" dirty="0">
                <a:latin typeface="Courier New" panose="02070309020205020404" pitchFamily="49" charset="0"/>
                <a:cs typeface="Courier New" panose="02070309020205020404" pitchFamily="49" charset="0"/>
              </a:rPr>
              <a:t>#include “</a:t>
            </a:r>
            <a:r>
              <a:rPr lang="en-US" sz="1600" dirty="0" err="1">
                <a:latin typeface="Courier New" panose="02070309020205020404" pitchFamily="49" charset="0"/>
                <a:cs typeface="Courier New" panose="02070309020205020404" pitchFamily="49" charset="0"/>
              </a:rPr>
              <a:t>hls_half.h</a:t>
            </a:r>
            <a:r>
              <a:rPr lang="en-US" sz="1600" dirty="0">
                <a:latin typeface="Courier New" panose="02070309020205020404" pitchFamily="49" charset="0"/>
                <a:cs typeface="Courier New" panose="02070309020205020404" pitchFamily="49" charset="0"/>
              </a:rPr>
              <a:t>”</a:t>
            </a:r>
          </a:p>
          <a:p>
            <a:pPr marL="288838" lvl="1" indent="0">
              <a:buNone/>
            </a:pPr>
            <a:r>
              <a:rPr lang="en-US" sz="1600" dirty="0">
                <a:latin typeface="Courier New" panose="02070309020205020404" pitchFamily="49" charset="0"/>
                <a:cs typeface="Courier New" panose="02070309020205020404" pitchFamily="49" charset="0"/>
              </a:rPr>
              <a:t>// Use data-type “half”</a:t>
            </a:r>
          </a:p>
          <a:p>
            <a:pPr marL="288838" lvl="1" indent="0">
              <a:buNone/>
            </a:pPr>
            <a:r>
              <a:rPr lang="en-US" sz="1600" dirty="0" err="1">
                <a:latin typeface="Courier New" panose="02070309020205020404" pitchFamily="49" charset="0"/>
                <a:cs typeface="Courier New" panose="02070309020205020404" pitchFamily="49" charset="0"/>
              </a:rPr>
              <a:t>typedef</a:t>
            </a:r>
            <a:r>
              <a:rPr lang="en-US" sz="1600" dirty="0">
                <a:latin typeface="Courier New" panose="02070309020205020404" pitchFamily="49" charset="0"/>
                <a:cs typeface="Courier New" panose="02070309020205020404" pitchFamily="49" charset="0"/>
              </a:rPr>
              <a:t> half </a:t>
            </a:r>
            <a:r>
              <a:rPr lang="en-US" sz="1600" dirty="0" err="1">
                <a:latin typeface="Courier New" panose="02070309020205020404" pitchFamily="49" charset="0"/>
                <a:cs typeface="Courier New" panose="02070309020205020404" pitchFamily="49" charset="0"/>
              </a:rPr>
              <a:t>data_t</a:t>
            </a:r>
            <a:r>
              <a:rPr lang="en-US" sz="1600" dirty="0">
                <a:latin typeface="Courier New" panose="02070309020205020404" pitchFamily="49" charset="0"/>
                <a:cs typeface="Courier New" panose="02070309020205020404" pitchFamily="49" charset="0"/>
              </a:rPr>
              <a:t>;</a:t>
            </a:r>
          </a:p>
          <a:p>
            <a:pPr marL="288838" lvl="1" indent="0">
              <a:buNone/>
            </a:pPr>
            <a:r>
              <a:rPr lang="en-US" sz="1600" dirty="0">
                <a:latin typeface="Courier New" panose="02070309020205020404" pitchFamily="49" charset="0"/>
                <a:cs typeface="Courier New" panose="02070309020205020404" pitchFamily="49" charset="0"/>
              </a:rPr>
              <a:t>// Use </a:t>
            </a:r>
            <a:r>
              <a:rPr lang="en-US" sz="1600" dirty="0" err="1">
                <a:latin typeface="Courier New" panose="02070309020205020404" pitchFamily="49" charset="0"/>
                <a:cs typeface="Courier New" panose="02070309020205020404" pitchFamily="49" charset="0"/>
              </a:rPr>
              <a:t>typedef</a:t>
            </a:r>
            <a:r>
              <a:rPr lang="en-US" sz="1600" dirty="0">
                <a:latin typeface="Courier New" panose="02070309020205020404" pitchFamily="49" charset="0"/>
                <a:cs typeface="Courier New" panose="02070309020205020404" pitchFamily="49" charset="0"/>
              </a:rPr>
              <a:t> or “half” on arrays and pointers</a:t>
            </a:r>
          </a:p>
          <a:p>
            <a:pPr marL="288838" lvl="1" indent="0">
              <a:buNone/>
            </a:pPr>
            <a:r>
              <a:rPr lang="en-US" sz="1600" dirty="0">
                <a:latin typeface="Courier New" panose="02070309020205020404" pitchFamily="49" charset="0"/>
                <a:cs typeface="Courier New" panose="02070309020205020404" pitchFamily="49" charset="0"/>
              </a:rPr>
              <a:t>void top( </a:t>
            </a:r>
            <a:r>
              <a:rPr lang="en-US" sz="1600" dirty="0" err="1">
                <a:latin typeface="Courier New" panose="02070309020205020404" pitchFamily="49" charset="0"/>
                <a:cs typeface="Courier New" panose="02070309020205020404" pitchFamily="49" charset="0"/>
              </a:rPr>
              <a:t>data_t</a:t>
            </a:r>
            <a:r>
              <a:rPr lang="en-US" sz="1600" dirty="0">
                <a:latin typeface="Courier New" panose="02070309020205020404" pitchFamily="49" charset="0"/>
                <a:cs typeface="Courier New" panose="02070309020205020404" pitchFamily="49" charset="0"/>
              </a:rPr>
              <a:t> in[SIZE], half &amp;</a:t>
            </a:r>
            <a:r>
              <a:rPr lang="en-US" sz="1600" dirty="0" err="1">
                <a:latin typeface="Courier New" panose="02070309020205020404" pitchFamily="49" charset="0"/>
                <a:cs typeface="Courier New" panose="02070309020205020404" pitchFamily="49" charset="0"/>
              </a:rPr>
              <a:t>out_sum</a:t>
            </a:r>
            <a:r>
              <a:rPr lang="en-US" sz="1600" dirty="0">
                <a:latin typeface="Courier New" panose="02070309020205020404" pitchFamily="49" charset="0"/>
                <a:cs typeface="Courier New" panose="02070309020205020404" pitchFamily="49" charset="0"/>
              </a:rPr>
              <a:t>);</a:t>
            </a:r>
          </a:p>
        </p:txBody>
      </p:sp>
    </p:spTree>
    <p:extLst>
      <p:ext uri="{BB962C8B-B14F-4D97-AF65-F5344CB8AC3E}">
        <p14:creationId xmlns:p14="http://schemas.microsoft.com/office/powerpoint/2010/main" val="3836582633"/>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strike="sngStrike" dirty="0"/>
              <a:t>Floating-Point Cores</a:t>
            </a:r>
          </a:p>
        </p:txBody>
      </p:sp>
      <p:sp>
        <p:nvSpPr>
          <p:cNvPr id="2" name="Slide Number Placeholder 1"/>
          <p:cNvSpPr>
            <a:spLocks noGrp="1"/>
          </p:cNvSpPr>
          <p:nvPr>
            <p:ph type="sldNum" sz="quarter" idx="10"/>
          </p:nvPr>
        </p:nvSpPr>
        <p:spPr/>
        <p:txBody>
          <a:bodyPr/>
          <a:lstStyle/>
          <a:p>
            <a:pPr defTabSz="914400">
              <a:defRPr/>
            </a:pPr>
            <a:r>
              <a:rPr lang="en-US" dirty="0">
                <a:solidFill>
                  <a:srgbClr val="0C0C0C">
                    <a:tint val="75000"/>
                  </a:srgbClr>
                </a:solidFill>
                <a:latin typeface="Arial"/>
              </a:rPr>
              <a:t>Data Types 14- </a:t>
            </a:r>
            <a:fld id="{060BD193-E118-4B16-863C-C8C12C675E3E}" type="slidenum">
              <a:rPr lang="en-US">
                <a:solidFill>
                  <a:srgbClr val="0C0C0C">
                    <a:tint val="75000"/>
                  </a:srgbClr>
                </a:solidFill>
                <a:latin typeface="Arial"/>
              </a:rPr>
              <a:pPr defTabSz="914400">
                <a:defRPr/>
              </a:pPr>
              <a:t>47</a:t>
            </a:fld>
            <a:endParaRPr lang="en-US" dirty="0">
              <a:solidFill>
                <a:srgbClr val="0C0C0C">
                  <a:tint val="75000"/>
                </a:srgbClr>
              </a:solidFill>
              <a:latin typeface="Arial"/>
            </a:endParaRPr>
          </a:p>
        </p:txBody>
      </p:sp>
      <p:pic>
        <p:nvPicPr>
          <p:cNvPr id="5" name="Picture 4"/>
          <p:cNvPicPr>
            <a:picLocks noChangeAspect="1"/>
          </p:cNvPicPr>
          <p:nvPr/>
        </p:nvPicPr>
        <p:blipFill>
          <a:blip r:embed="rId3"/>
          <a:stretch>
            <a:fillRect/>
          </a:stretch>
        </p:blipFill>
        <p:spPr>
          <a:xfrm>
            <a:off x="1308026" y="832067"/>
            <a:ext cx="4583830" cy="5650637"/>
          </a:xfrm>
          <a:prstGeom prst="rect">
            <a:avLst/>
          </a:prstGeom>
        </p:spPr>
      </p:pic>
      <p:pic>
        <p:nvPicPr>
          <p:cNvPr id="6" name="Picture 5"/>
          <p:cNvPicPr>
            <a:picLocks noChangeAspect="1"/>
          </p:cNvPicPr>
          <p:nvPr/>
        </p:nvPicPr>
        <p:blipFill>
          <a:blip r:embed="rId4"/>
          <a:stretch>
            <a:fillRect/>
          </a:stretch>
        </p:blipFill>
        <p:spPr>
          <a:xfrm>
            <a:off x="5982213" y="832067"/>
            <a:ext cx="5376879" cy="5602595"/>
          </a:xfrm>
          <a:prstGeom prst="rect">
            <a:avLst/>
          </a:prstGeom>
        </p:spPr>
      </p:pic>
    </p:spTree>
    <p:extLst>
      <p:ext uri="{BB962C8B-B14F-4D97-AF65-F5344CB8AC3E}">
        <p14:creationId xmlns:p14="http://schemas.microsoft.com/office/powerpoint/2010/main" val="4243061139"/>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Content Placeholder 1">
            <a:extLst>
              <a:ext uri="{FF2B5EF4-FFF2-40B4-BE49-F238E27FC236}">
                <a16:creationId xmlns:a16="http://schemas.microsoft.com/office/drawing/2014/main" id="{896D5655-A0FC-47AB-9EF8-B49F985B88A5}"/>
              </a:ext>
            </a:extLst>
          </p:cNvPr>
          <p:cNvSpPr txBox="1">
            <a:spLocks/>
          </p:cNvSpPr>
          <p:nvPr/>
        </p:nvSpPr>
        <p:spPr>
          <a:xfrm>
            <a:off x="554993" y="1079932"/>
            <a:ext cx="11082014" cy="3551340"/>
          </a:xfrm>
          <a:prstGeom prst="rect">
            <a:avLst/>
          </a:prstGeom>
        </p:spPr>
        <p:txBody>
          <a:bodyPr vert="horz" lIns="91440" tIns="45720" rIns="91440" bIns="45720" rtlCol="0">
            <a:noAutofit/>
          </a:bodyPr>
          <a:lstStyle>
            <a:lvl1pPr marL="228531" indent="-228531" algn="l" defTabSz="914126" rtl="0" eaLnBrk="1" latinLnBrk="0" hangingPunct="1">
              <a:lnSpc>
                <a:spcPct val="100000"/>
              </a:lnSpc>
              <a:spcBef>
                <a:spcPts val="1200"/>
              </a:spcBef>
              <a:buClr>
                <a:srgbClr val="FF0000"/>
              </a:buClr>
              <a:buFont typeface="Calibri" panose="020F0502020204030204" pitchFamily="34" charset="0"/>
              <a:buChar char="˃"/>
              <a:defRPr sz="1999" b="1" kern="1200">
                <a:solidFill>
                  <a:schemeClr val="tx1">
                    <a:lumMod val="50000"/>
                  </a:schemeClr>
                </a:solidFill>
                <a:latin typeface="Arial" panose="020B0604020202020204" pitchFamily="34" charset="0"/>
                <a:ea typeface="+mn-ea"/>
                <a:cs typeface="Arial" panose="020B0604020202020204" pitchFamily="34" charset="0"/>
              </a:defRPr>
            </a:lvl1pPr>
            <a:lvl2pPr marL="742727" indent="-285664" algn="l" defTabSz="914126" rtl="0" eaLnBrk="1" latinLnBrk="0" hangingPunct="1">
              <a:lnSpc>
                <a:spcPct val="90000"/>
              </a:lnSpc>
              <a:spcBef>
                <a:spcPts val="500"/>
              </a:spcBef>
              <a:buFontTx/>
              <a:buBlip>
                <a:blip r:embed="rId2"/>
              </a:buBlip>
              <a:defRPr sz="1799" kern="1200">
                <a:solidFill>
                  <a:schemeClr val="tx1"/>
                </a:solidFill>
                <a:latin typeface="Arial" panose="020B0604020202020204" pitchFamily="34" charset="0"/>
                <a:ea typeface="+mn-ea"/>
                <a:cs typeface="Arial" panose="020B0604020202020204" pitchFamily="34" charset="0"/>
              </a:defRPr>
            </a:lvl2pPr>
            <a:lvl3pPr marL="1142657" indent="-228531" algn="l" defTabSz="914126" rtl="0" eaLnBrk="1" latinLnBrk="0" hangingPunct="1">
              <a:lnSpc>
                <a:spcPct val="90000"/>
              </a:lnSpc>
              <a:spcBef>
                <a:spcPts val="500"/>
              </a:spcBef>
              <a:buFont typeface="Calibri" panose="020F0502020204030204" pitchFamily="34" charset="0"/>
              <a:buChar char="‒"/>
              <a:defRPr sz="1999" kern="1200">
                <a:solidFill>
                  <a:schemeClr val="tx1"/>
                </a:solidFill>
                <a:latin typeface="Arial" panose="020B0604020202020204" pitchFamily="34" charset="0"/>
                <a:ea typeface="+mn-ea"/>
                <a:cs typeface="Arial" panose="020B0604020202020204" pitchFamily="34" charset="0"/>
              </a:defRPr>
            </a:lvl3pPr>
            <a:lvl4pPr marL="1599720" indent="-228531" algn="l" defTabSz="914126" rtl="0" eaLnBrk="1" latinLnBrk="0" hangingPunct="1">
              <a:lnSpc>
                <a:spcPct val="90000"/>
              </a:lnSpc>
              <a:spcBef>
                <a:spcPts val="500"/>
              </a:spcBef>
              <a:buFont typeface="Wingdings" panose="05000000000000000000" pitchFamily="2" charset="2"/>
              <a:buChar char="§"/>
              <a:defRPr sz="1799" kern="1200">
                <a:solidFill>
                  <a:schemeClr val="tx1"/>
                </a:solidFill>
                <a:latin typeface="Arial" panose="020B0604020202020204" pitchFamily="34" charset="0"/>
                <a:ea typeface="+mn-ea"/>
                <a:cs typeface="Arial" panose="020B0604020202020204" pitchFamily="34" charset="0"/>
              </a:defRPr>
            </a:lvl4pPr>
            <a:lvl5pPr marL="2056783" indent="-228531" algn="l" defTabSz="914126" rtl="0" eaLnBrk="1" latinLnBrk="0" hangingPunct="1">
              <a:lnSpc>
                <a:spcPct val="90000"/>
              </a:lnSpc>
              <a:spcBef>
                <a:spcPts val="500"/>
              </a:spcBef>
              <a:buFont typeface="Arial" panose="020B0604020202020204" pitchFamily="34" charset="0"/>
              <a:buChar char="•"/>
              <a:defRPr sz="1799" kern="1200">
                <a:solidFill>
                  <a:schemeClr val="tx1"/>
                </a:solidFill>
                <a:latin typeface="Arial" panose="020B0604020202020204" pitchFamily="34" charset="0"/>
                <a:ea typeface="+mn-ea"/>
                <a:cs typeface="Arial" panose="020B0604020202020204" pitchFamily="34" charset="0"/>
              </a:defRPr>
            </a:lvl5pPr>
            <a:lvl6pPr marL="2513846" indent="-228531" algn="l" defTabSz="914126"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6pPr>
            <a:lvl7pPr marL="2970908" indent="-228531" algn="l" defTabSz="914126"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7pPr>
            <a:lvl8pPr marL="3427971" indent="-228531" algn="l" defTabSz="914126"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8pPr>
            <a:lvl9pPr marL="3885034" indent="-228531" algn="l" defTabSz="914126"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9pPr>
          </a:lstStyle>
          <a:p>
            <a:pPr marL="234962" indent="-234962" defTabSz="1219261">
              <a:spcBef>
                <a:spcPts val="1600"/>
              </a:spcBef>
              <a:buClr>
                <a:schemeClr val="accent1"/>
              </a:buClr>
              <a:buSzPct val="80000"/>
              <a:buFont typeface="Webdings" panose="05030102010509060703" pitchFamily="18" charset="2"/>
              <a:buChar char="4"/>
            </a:pPr>
            <a:r>
              <a:rPr lang="en-US" sz="2000" b="0" dirty="0">
                <a:solidFill>
                  <a:schemeClr val="tx1"/>
                </a:solidFill>
                <a:ea typeface="宋体" charset="-122"/>
              </a:rPr>
              <a:t>Floats and doubles are commonly used with </a:t>
            </a:r>
            <a:r>
              <a:rPr lang="en-US" sz="2000" b="0" dirty="0" err="1">
                <a:solidFill>
                  <a:schemeClr val="tx1"/>
                </a:solidFill>
                <a:ea typeface="宋体" charset="-122"/>
              </a:rPr>
              <a:t>math.h</a:t>
            </a:r>
            <a:r>
              <a:rPr lang="en-US" sz="2000" b="0" dirty="0">
                <a:solidFill>
                  <a:schemeClr val="tx1"/>
                </a:solidFill>
                <a:ea typeface="宋体" charset="-122"/>
              </a:rPr>
              <a:t> for C and </a:t>
            </a:r>
            <a:r>
              <a:rPr lang="en-US" sz="2000" b="0" dirty="0" err="1">
                <a:solidFill>
                  <a:schemeClr val="tx1"/>
                </a:solidFill>
                <a:ea typeface="宋体" charset="-122"/>
              </a:rPr>
              <a:t>cmath.h</a:t>
            </a:r>
            <a:r>
              <a:rPr lang="en-US" sz="2000" b="0" dirty="0">
                <a:solidFill>
                  <a:schemeClr val="tx1"/>
                </a:solidFill>
                <a:ea typeface="宋体" charset="-122"/>
              </a:rPr>
              <a:t> for C++</a:t>
            </a:r>
          </a:p>
          <a:p>
            <a:pPr marL="234962" indent="-234962" defTabSz="1219261">
              <a:spcBef>
                <a:spcPts val="1600"/>
              </a:spcBef>
              <a:buClr>
                <a:schemeClr val="accent1"/>
              </a:buClr>
              <a:buSzPct val="80000"/>
              <a:buFont typeface="Webdings" panose="05030102010509060703" pitchFamily="18" charset="2"/>
              <a:buChar char="4"/>
            </a:pPr>
            <a:endParaRPr lang="en-US" sz="2000" b="0" dirty="0">
              <a:solidFill>
                <a:schemeClr val="tx1"/>
              </a:solidFill>
              <a:ea typeface="宋体" charset="-122"/>
            </a:endParaRPr>
          </a:p>
          <a:p>
            <a:pPr marL="234962" indent="-234962" defTabSz="1219261">
              <a:spcBef>
                <a:spcPts val="1600"/>
              </a:spcBef>
              <a:buClr>
                <a:schemeClr val="accent1"/>
              </a:buClr>
              <a:buSzPct val="80000"/>
              <a:buFont typeface="Webdings" panose="05030102010509060703" pitchFamily="18" charset="2"/>
              <a:buChar char="4"/>
            </a:pPr>
            <a:endParaRPr lang="en-US" sz="2000" b="0" dirty="0">
              <a:solidFill>
                <a:schemeClr val="tx1"/>
              </a:solidFill>
              <a:ea typeface="宋体" charset="-122"/>
            </a:endParaRPr>
          </a:p>
          <a:p>
            <a:pPr marL="234962" indent="-234962" defTabSz="1219261">
              <a:spcBef>
                <a:spcPts val="1600"/>
              </a:spcBef>
              <a:buClr>
                <a:schemeClr val="accent1"/>
              </a:buClr>
              <a:buSzPct val="80000"/>
              <a:buFont typeface="Webdings" panose="05030102010509060703" pitchFamily="18" charset="2"/>
              <a:buChar char="4"/>
            </a:pPr>
            <a:r>
              <a:rPr lang="en-US" sz="2000" b="0" dirty="0">
                <a:solidFill>
                  <a:schemeClr val="tx1"/>
                </a:solidFill>
                <a:ea typeface="宋体" charset="-122"/>
              </a:rPr>
              <a:t>While converting C functions to C++ to take advantage of </a:t>
            </a:r>
            <a:r>
              <a:rPr lang="en-US" sz="2000" b="0" dirty="0" err="1">
                <a:solidFill>
                  <a:schemeClr val="tx1"/>
                </a:solidFill>
                <a:ea typeface="宋体" charset="-122"/>
              </a:rPr>
              <a:t>math.h</a:t>
            </a:r>
            <a:r>
              <a:rPr lang="en-US" sz="2000" b="0" dirty="0">
                <a:solidFill>
                  <a:schemeClr val="tx1"/>
                </a:solidFill>
                <a:ea typeface="宋体" charset="-122"/>
              </a:rPr>
              <a:t> support, be sure that the new C++ code compiles correctly before synthesizing with the </a:t>
            </a:r>
            <a:r>
              <a:rPr lang="en-US" sz="2000" b="0" dirty="0" err="1">
                <a:solidFill>
                  <a:schemeClr val="tx1"/>
                </a:solidFill>
                <a:ea typeface="宋体" charset="-122"/>
              </a:rPr>
              <a:t>Vitis</a:t>
            </a:r>
            <a:r>
              <a:rPr lang="en-US" sz="2000" b="0" dirty="0">
                <a:solidFill>
                  <a:schemeClr val="tx1"/>
                </a:solidFill>
                <a:ea typeface="宋体" charset="-122"/>
              </a:rPr>
              <a:t> HLS tool </a:t>
            </a:r>
          </a:p>
          <a:p>
            <a:pPr marL="234962" indent="-234962" defTabSz="1219261">
              <a:spcBef>
                <a:spcPts val="1600"/>
              </a:spcBef>
              <a:buClr>
                <a:schemeClr val="accent1"/>
              </a:buClr>
              <a:buSzPct val="80000"/>
              <a:buFont typeface="Webdings" panose="05030102010509060703" pitchFamily="18" charset="2"/>
              <a:buChar char="4"/>
            </a:pPr>
            <a:endParaRPr lang="en-US" sz="2000" b="0" dirty="0">
              <a:solidFill>
                <a:schemeClr val="tx1"/>
              </a:solidFill>
              <a:ea typeface="宋体" charset="-122"/>
            </a:endParaRPr>
          </a:p>
          <a:p>
            <a:pPr marL="234962" indent="-234962" defTabSz="1219261">
              <a:spcBef>
                <a:spcPts val="1600"/>
              </a:spcBef>
              <a:buClr>
                <a:schemeClr val="accent1"/>
              </a:buClr>
              <a:buSzPct val="80000"/>
              <a:buFont typeface="Webdings" panose="05030102010509060703" pitchFamily="18" charset="2"/>
              <a:buChar char="4"/>
            </a:pPr>
            <a:r>
              <a:rPr lang="en-US" sz="2000" b="0" dirty="0">
                <a:solidFill>
                  <a:schemeClr val="tx1"/>
                </a:solidFill>
                <a:ea typeface="宋体" charset="-122"/>
              </a:rPr>
              <a:t>Using a </a:t>
            </a:r>
            <a:r>
              <a:rPr lang="en-US" sz="2000" b="0" dirty="0" err="1">
                <a:solidFill>
                  <a:schemeClr val="tx1"/>
                </a:solidFill>
                <a:ea typeface="宋体" charset="-122"/>
              </a:rPr>
              <a:t>sqrtf</a:t>
            </a:r>
            <a:r>
              <a:rPr lang="en-US" sz="2000" b="0" dirty="0">
                <a:solidFill>
                  <a:schemeClr val="tx1"/>
                </a:solidFill>
                <a:ea typeface="宋体" charset="-122"/>
              </a:rPr>
              <a:t>(function)</a:t>
            </a:r>
          </a:p>
          <a:p>
            <a:pPr marL="452989" lvl="1" indent="-220144" defTabSz="914445">
              <a:lnSpc>
                <a:spcPct val="95000"/>
              </a:lnSpc>
              <a:spcBef>
                <a:spcPts val="600"/>
              </a:spcBef>
              <a:buClr>
                <a:schemeClr val="accent1"/>
              </a:buClr>
              <a:buSzPct val="80000"/>
              <a:buFont typeface="Wingdings 3" panose="05040102010807070707" pitchFamily="18" charset="2"/>
              <a:buChar char="¬"/>
            </a:pPr>
            <a:r>
              <a:rPr lang="en-US" sz="1800" dirty="0">
                <a:ea typeface="宋体" charset="-122"/>
              </a:rPr>
              <a:t>Remove the need for the type converters in the hardware/Save the area and improves the timing</a:t>
            </a:r>
          </a:p>
        </p:txBody>
      </p:sp>
      <p:sp>
        <p:nvSpPr>
          <p:cNvPr id="2" name="Title 1">
            <a:extLst>
              <a:ext uri="{FF2B5EF4-FFF2-40B4-BE49-F238E27FC236}">
                <a16:creationId xmlns:a16="http://schemas.microsoft.com/office/drawing/2014/main" id="{982441F3-2C63-4DA0-B106-2D3F98FB4018}"/>
              </a:ext>
            </a:extLst>
          </p:cNvPr>
          <p:cNvSpPr>
            <a:spLocks noGrp="1"/>
          </p:cNvSpPr>
          <p:nvPr>
            <p:ph type="title"/>
          </p:nvPr>
        </p:nvSpPr>
        <p:spPr/>
        <p:txBody>
          <a:bodyPr/>
          <a:lstStyle/>
          <a:p>
            <a:r>
              <a:rPr lang="en-US" dirty="0"/>
              <a:t>Using Floating-Point Types Example</a:t>
            </a:r>
          </a:p>
        </p:txBody>
      </p:sp>
      <p:sp>
        <p:nvSpPr>
          <p:cNvPr id="3" name="Slide Number Placeholder 2">
            <a:extLst>
              <a:ext uri="{FF2B5EF4-FFF2-40B4-BE49-F238E27FC236}">
                <a16:creationId xmlns:a16="http://schemas.microsoft.com/office/drawing/2014/main" id="{2BBFA725-D681-436A-A1C6-BA8714AC6915}"/>
              </a:ext>
            </a:extLst>
          </p:cNvPr>
          <p:cNvSpPr>
            <a:spLocks noGrp="1"/>
          </p:cNvSpPr>
          <p:nvPr>
            <p:ph type="sldNum" sz="quarter" idx="4"/>
          </p:nvPr>
        </p:nvSpPr>
        <p:spPr/>
        <p:txBody>
          <a:bodyPr/>
          <a:lstStyle/>
          <a:p>
            <a:pPr>
              <a:defRPr/>
            </a:pPr>
            <a:r>
              <a:rPr lang="en-US" dirty="0"/>
              <a:t>Data Types 14- </a:t>
            </a:r>
            <a:fld id="{060BD193-E118-4B16-863C-C8C12C675E3E}" type="slidenum">
              <a:rPr lang="en-US" smtClean="0"/>
              <a:pPr>
                <a:defRPr/>
              </a:pPr>
              <a:t>48</a:t>
            </a:fld>
            <a:endParaRPr lang="en-US" dirty="0"/>
          </a:p>
        </p:txBody>
      </p:sp>
      <p:sp>
        <p:nvSpPr>
          <p:cNvPr id="6" name="TextBox 5">
            <a:extLst>
              <a:ext uri="{FF2B5EF4-FFF2-40B4-BE49-F238E27FC236}">
                <a16:creationId xmlns:a16="http://schemas.microsoft.com/office/drawing/2014/main" id="{FD0BF091-E11E-419E-9BAB-9CFAED483ED8}"/>
              </a:ext>
            </a:extLst>
          </p:cNvPr>
          <p:cNvSpPr txBox="1"/>
          <p:nvPr/>
        </p:nvSpPr>
        <p:spPr>
          <a:xfrm>
            <a:off x="1554481" y="1707269"/>
            <a:ext cx="8355666" cy="738664"/>
          </a:xfrm>
          <a:prstGeom prst="rect">
            <a:avLst/>
          </a:prstGeom>
          <a:gradFill rotWithShape="1">
            <a:gsLst>
              <a:gs pos="0">
                <a:srgbClr val="008CA8">
                  <a:tint val="50000"/>
                  <a:satMod val="300000"/>
                </a:srgbClr>
              </a:gs>
              <a:gs pos="35000">
                <a:srgbClr val="008CA8">
                  <a:tint val="37000"/>
                  <a:satMod val="300000"/>
                </a:srgbClr>
              </a:gs>
              <a:gs pos="100000">
                <a:srgbClr val="008CA8">
                  <a:tint val="15000"/>
                  <a:satMod val="350000"/>
                </a:srgbClr>
              </a:gs>
            </a:gsLst>
            <a:lin ang="16200000" scaled="1"/>
          </a:gradFill>
          <a:ln w="9525" cap="flat" cmpd="sng" algn="ctr">
            <a:solidFill>
              <a:srgbClr val="008CA8">
                <a:shade val="95000"/>
                <a:satMod val="105000"/>
              </a:srgbClr>
            </a:solidFill>
            <a:prstDash val="solid"/>
          </a:ln>
          <a:effectLst>
            <a:outerShdw blurRad="50800" dist="63500" dir="2700000" algn="tl" rotWithShape="0">
              <a:prstClr val="black">
                <a:alpha val="40000"/>
              </a:prstClr>
            </a:outerShdw>
          </a:effectLst>
        </p:spPr>
        <p:txBody>
          <a:bodyPr wrap="square" rtlCol="0">
            <a:spAutoFit/>
          </a:bodyPr>
          <a:lstStyle/>
          <a:p>
            <a:pPr defTabSz="914400" fontAlgn="base">
              <a:spcBef>
                <a:spcPct val="0"/>
              </a:spcBef>
              <a:spcAft>
                <a:spcPct val="0"/>
              </a:spcAft>
              <a:defRPr/>
            </a:pPr>
            <a:r>
              <a:rPr lang="en-US" sz="1050" b="1" kern="0" dirty="0">
                <a:solidFill>
                  <a:srgbClr val="000000"/>
                </a:solidFill>
                <a:latin typeface="Arial"/>
              </a:rPr>
              <a:t>d</a:t>
            </a:r>
            <a:r>
              <a:rPr lang="en-US" sz="1050" b="1" kern="0" dirty="0" err="1">
                <a:solidFill>
                  <a:srgbClr val="000000"/>
                </a:solidFill>
                <a:latin typeface="Arial"/>
              </a:rPr>
              <a:t>ouble</a:t>
            </a:r>
            <a:r>
              <a:rPr lang="en-US" sz="1050" b="1" kern="0" dirty="0">
                <a:solidFill>
                  <a:srgbClr val="000000"/>
                </a:solidFill>
                <a:latin typeface="Arial"/>
              </a:rPr>
              <a:t>		</a:t>
            </a:r>
            <a:r>
              <a:rPr lang="en-US" sz="1050" b="1" kern="0" dirty="0" err="1">
                <a:solidFill>
                  <a:srgbClr val="000000"/>
                </a:solidFill>
                <a:latin typeface="Arial"/>
              </a:rPr>
              <a:t>foo_d</a:t>
            </a:r>
            <a:r>
              <a:rPr lang="en-US" sz="1050" b="1" kern="0" dirty="0">
                <a:solidFill>
                  <a:srgbClr val="000000"/>
                </a:solidFill>
                <a:latin typeface="Arial"/>
              </a:rPr>
              <a:t> = 3.1459;</a:t>
            </a:r>
          </a:p>
          <a:p>
            <a:pPr defTabSz="914400" fontAlgn="base">
              <a:spcBef>
                <a:spcPct val="0"/>
              </a:spcBef>
              <a:spcAft>
                <a:spcPct val="0"/>
              </a:spcAft>
              <a:defRPr/>
            </a:pPr>
            <a:r>
              <a:rPr lang="en-US" sz="1050" b="1" kern="0" dirty="0">
                <a:solidFill>
                  <a:srgbClr val="000000"/>
                </a:solidFill>
                <a:latin typeface="Arial"/>
              </a:rPr>
              <a:t>float		</a:t>
            </a:r>
            <a:r>
              <a:rPr lang="en-US" sz="1050" b="1" kern="0" dirty="0" err="1">
                <a:solidFill>
                  <a:srgbClr val="000000"/>
                </a:solidFill>
                <a:latin typeface="Arial"/>
              </a:rPr>
              <a:t>foo_f</a:t>
            </a:r>
            <a:r>
              <a:rPr lang="en-US" sz="1050" b="1" kern="0" dirty="0">
                <a:solidFill>
                  <a:srgbClr val="000000"/>
                </a:solidFill>
                <a:latin typeface="Arial"/>
              </a:rPr>
              <a:t> = 3.1459 ; </a:t>
            </a:r>
          </a:p>
          <a:p>
            <a:pPr defTabSz="914400" fontAlgn="base">
              <a:spcBef>
                <a:spcPct val="0"/>
              </a:spcBef>
              <a:spcAft>
                <a:spcPct val="0"/>
              </a:spcAft>
              <a:defRPr/>
            </a:pPr>
            <a:r>
              <a:rPr lang="en-US" sz="1050" b="1" kern="0" dirty="0" err="1">
                <a:solidFill>
                  <a:srgbClr val="000000"/>
                </a:solidFill>
                <a:latin typeface="Arial"/>
              </a:rPr>
              <a:t>ap_fixed</a:t>
            </a:r>
            <a:r>
              <a:rPr lang="en-US" sz="1050" b="1" kern="0" dirty="0">
                <a:solidFill>
                  <a:srgbClr val="000000"/>
                </a:solidFill>
                <a:latin typeface="Arial"/>
              </a:rPr>
              <a:t>&lt;14,4&gt;	</a:t>
            </a:r>
            <a:r>
              <a:rPr lang="en-US" sz="1050" b="1" kern="0" dirty="0" err="1">
                <a:solidFill>
                  <a:srgbClr val="000000"/>
                </a:solidFill>
                <a:latin typeface="Arial"/>
              </a:rPr>
              <a:t>foo_fx</a:t>
            </a:r>
            <a:r>
              <a:rPr lang="en-US" sz="1050" b="1" kern="0" dirty="0">
                <a:solidFill>
                  <a:srgbClr val="000000"/>
                </a:solidFill>
                <a:latin typeface="Arial"/>
              </a:rPr>
              <a:t> = -1.4142;</a:t>
            </a:r>
          </a:p>
          <a:p>
            <a:pPr defTabSz="914400" fontAlgn="base">
              <a:spcBef>
                <a:spcPct val="0"/>
              </a:spcBef>
              <a:spcAft>
                <a:spcPct val="0"/>
              </a:spcAft>
              <a:defRPr/>
            </a:pPr>
            <a:r>
              <a:rPr lang="en-US" sz="1050" b="1" kern="0" dirty="0">
                <a:solidFill>
                  <a:srgbClr val="000000"/>
                </a:solidFill>
                <a:latin typeface="Arial"/>
              </a:rPr>
              <a:t>int		</a:t>
            </a:r>
            <a:r>
              <a:rPr lang="en-US" sz="1050" b="1" kern="0" dirty="0" err="1">
                <a:solidFill>
                  <a:srgbClr val="000000"/>
                </a:solidFill>
                <a:latin typeface="Arial"/>
              </a:rPr>
              <a:t>foo_i</a:t>
            </a:r>
            <a:r>
              <a:rPr lang="en-US" sz="1050" b="1" kern="0" dirty="0">
                <a:solidFill>
                  <a:srgbClr val="000000"/>
                </a:solidFill>
                <a:latin typeface="Arial"/>
              </a:rPr>
              <a:t> = 42;</a:t>
            </a:r>
          </a:p>
        </p:txBody>
      </p:sp>
      <p:sp>
        <p:nvSpPr>
          <p:cNvPr id="7" name="TextBox 6">
            <a:extLst>
              <a:ext uri="{FF2B5EF4-FFF2-40B4-BE49-F238E27FC236}">
                <a16:creationId xmlns:a16="http://schemas.microsoft.com/office/drawing/2014/main" id="{FC910551-DC99-4F78-B1A8-71404A9C2FC8}"/>
              </a:ext>
            </a:extLst>
          </p:cNvPr>
          <p:cNvSpPr txBox="1"/>
          <p:nvPr/>
        </p:nvSpPr>
        <p:spPr>
          <a:xfrm>
            <a:off x="5497532" y="1776519"/>
            <a:ext cx="3090228" cy="600164"/>
          </a:xfrm>
          <a:prstGeom prst="rect">
            <a:avLst/>
          </a:prstGeom>
          <a:solidFill>
            <a:srgbClr val="FFFF99"/>
          </a:solidFill>
          <a:ln w="28575">
            <a:solidFill>
              <a:srgbClr val="000000"/>
            </a:solidFill>
          </a:ln>
          <a:effectLst>
            <a:innerShdw blurRad="63500" dist="50800" dir="2700000">
              <a:prstClr val="black">
                <a:alpha val="50000"/>
              </a:prstClr>
            </a:innerShdw>
          </a:effectLst>
        </p:spPr>
        <p:txBody>
          <a:bodyPr wrap="square" rtlCol="0">
            <a:spAutoFit/>
          </a:bodyPr>
          <a:lstStyle/>
          <a:p>
            <a:pPr defTabSz="914400" fontAlgn="base">
              <a:spcBef>
                <a:spcPct val="0"/>
              </a:spcBef>
              <a:spcAft>
                <a:spcPct val="0"/>
              </a:spcAft>
              <a:defRPr/>
            </a:pPr>
            <a:r>
              <a:rPr lang="en-US" sz="1100" kern="0" dirty="0"/>
              <a:t>Using </a:t>
            </a:r>
            <a:r>
              <a:rPr lang="en-US" sz="1100" kern="0" dirty="0" err="1"/>
              <a:t>ap_fixed</a:t>
            </a:r>
            <a:r>
              <a:rPr lang="en-US" sz="1100" kern="0" dirty="0"/>
              <a:t> requires:</a:t>
            </a:r>
          </a:p>
          <a:p>
            <a:pPr marL="171450" indent="-171450" defTabSz="914400" fontAlgn="base">
              <a:spcBef>
                <a:spcPct val="0"/>
              </a:spcBef>
              <a:spcAft>
                <a:spcPct val="0"/>
              </a:spcAft>
              <a:buFont typeface="Arial" panose="020B0604020202020204" pitchFamily="34" charset="0"/>
              <a:buChar char="•"/>
              <a:defRPr/>
            </a:pPr>
            <a:r>
              <a:rPr lang="en-US" sz="1100" kern="0" dirty="0"/>
              <a:t>C++</a:t>
            </a:r>
          </a:p>
          <a:p>
            <a:pPr marL="171450" indent="-171450" defTabSz="914400" fontAlgn="base">
              <a:spcBef>
                <a:spcPct val="0"/>
              </a:spcBef>
              <a:spcAft>
                <a:spcPct val="0"/>
              </a:spcAft>
              <a:buFont typeface="Arial" panose="020B0604020202020204" pitchFamily="34" charset="0"/>
              <a:buChar char="•"/>
              <a:defRPr/>
            </a:pPr>
            <a:r>
              <a:rPr lang="en-US" sz="1100" kern="0" dirty="0"/>
              <a:t>$VITIS_HLS_HOME/include/</a:t>
            </a:r>
            <a:r>
              <a:rPr lang="en-US" sz="1100" kern="0" dirty="0" err="1"/>
              <a:t>ap_fixed.h</a:t>
            </a:r>
            <a:endParaRPr lang="en-US" sz="1100" kern="0" dirty="0"/>
          </a:p>
        </p:txBody>
      </p:sp>
      <p:sp>
        <p:nvSpPr>
          <p:cNvPr id="10" name="TextBox 9">
            <a:extLst>
              <a:ext uri="{FF2B5EF4-FFF2-40B4-BE49-F238E27FC236}">
                <a16:creationId xmlns:a16="http://schemas.microsoft.com/office/drawing/2014/main" id="{FCE3FD4D-315A-462B-91B7-27A2E47C0321}"/>
              </a:ext>
            </a:extLst>
          </p:cNvPr>
          <p:cNvSpPr txBox="1"/>
          <p:nvPr/>
        </p:nvSpPr>
        <p:spPr>
          <a:xfrm>
            <a:off x="1554481" y="3383712"/>
            <a:ext cx="8355666" cy="253916"/>
          </a:xfrm>
          <a:prstGeom prst="rect">
            <a:avLst/>
          </a:prstGeom>
          <a:gradFill rotWithShape="1">
            <a:gsLst>
              <a:gs pos="0">
                <a:srgbClr val="008CA8">
                  <a:tint val="50000"/>
                  <a:satMod val="300000"/>
                </a:srgbClr>
              </a:gs>
              <a:gs pos="35000">
                <a:srgbClr val="008CA8">
                  <a:tint val="37000"/>
                  <a:satMod val="300000"/>
                </a:srgbClr>
              </a:gs>
              <a:gs pos="100000">
                <a:srgbClr val="008CA8">
                  <a:tint val="15000"/>
                  <a:satMod val="350000"/>
                </a:srgbClr>
              </a:gs>
            </a:gsLst>
            <a:lin ang="16200000" scaled="1"/>
          </a:gradFill>
          <a:ln w="9525" cap="flat" cmpd="sng" algn="ctr">
            <a:solidFill>
              <a:srgbClr val="008CA8">
                <a:shade val="95000"/>
                <a:satMod val="105000"/>
              </a:srgbClr>
            </a:solidFill>
            <a:prstDash val="solid"/>
          </a:ln>
          <a:effectLst>
            <a:outerShdw blurRad="50800" dist="63500" dir="2700000" algn="tl" rotWithShape="0">
              <a:prstClr val="black">
                <a:alpha val="40000"/>
              </a:prstClr>
            </a:outerShdw>
          </a:effectLst>
        </p:spPr>
        <p:txBody>
          <a:bodyPr wrap="square" rtlCol="0">
            <a:spAutoFit/>
          </a:bodyPr>
          <a:lstStyle/>
          <a:p>
            <a:pPr defTabSz="914400" fontAlgn="base">
              <a:spcBef>
                <a:spcPct val="0"/>
              </a:spcBef>
              <a:spcAft>
                <a:spcPct val="0"/>
              </a:spcAft>
              <a:defRPr/>
            </a:pPr>
            <a:r>
              <a:rPr lang="en-US" sz="1050" b="1" kern="0" dirty="0">
                <a:solidFill>
                  <a:srgbClr val="000000"/>
                </a:solidFill>
                <a:latin typeface="Arial"/>
              </a:rPr>
              <a:t>extern “C” float </a:t>
            </a:r>
            <a:r>
              <a:rPr lang="en-US" sz="1050" b="1" kern="0" dirty="0" err="1">
                <a:solidFill>
                  <a:srgbClr val="000000"/>
                </a:solidFill>
                <a:latin typeface="Arial"/>
              </a:rPr>
              <a:t>sqrtf</a:t>
            </a:r>
            <a:r>
              <a:rPr lang="en-US" sz="1050" b="1" kern="0" dirty="0">
                <a:solidFill>
                  <a:srgbClr val="000000"/>
                </a:solidFill>
                <a:latin typeface="Arial"/>
              </a:rPr>
              <a:t>(float);</a:t>
            </a:r>
          </a:p>
        </p:txBody>
      </p:sp>
      <p:sp>
        <p:nvSpPr>
          <p:cNvPr id="11" name="TextBox 10">
            <a:extLst>
              <a:ext uri="{FF2B5EF4-FFF2-40B4-BE49-F238E27FC236}">
                <a16:creationId xmlns:a16="http://schemas.microsoft.com/office/drawing/2014/main" id="{D33DCF6D-817B-4D03-B97C-486E311B0DAC}"/>
              </a:ext>
            </a:extLst>
          </p:cNvPr>
          <p:cNvSpPr txBox="1"/>
          <p:nvPr/>
        </p:nvSpPr>
        <p:spPr>
          <a:xfrm>
            <a:off x="5497532" y="3348136"/>
            <a:ext cx="3090228" cy="261610"/>
          </a:xfrm>
          <a:prstGeom prst="rect">
            <a:avLst/>
          </a:prstGeom>
          <a:solidFill>
            <a:srgbClr val="FFFF99"/>
          </a:solidFill>
          <a:ln w="28575">
            <a:solidFill>
              <a:srgbClr val="000000"/>
            </a:solidFill>
          </a:ln>
          <a:effectLst>
            <a:innerShdw blurRad="63500" dist="50800" dir="2700000">
              <a:prstClr val="black">
                <a:alpha val="50000"/>
              </a:prstClr>
            </a:innerShdw>
          </a:effectLst>
        </p:spPr>
        <p:txBody>
          <a:bodyPr wrap="square" rtlCol="0">
            <a:spAutoFit/>
          </a:bodyPr>
          <a:lstStyle/>
          <a:p>
            <a:pPr defTabSz="914400" fontAlgn="base">
              <a:spcBef>
                <a:spcPct val="0"/>
              </a:spcBef>
              <a:spcAft>
                <a:spcPct val="0"/>
              </a:spcAft>
              <a:defRPr/>
            </a:pPr>
            <a:r>
              <a:rPr lang="en-US" sz="1100" kern="0" dirty="0"/>
              <a:t>Required if it is a C++ function</a:t>
            </a:r>
          </a:p>
        </p:txBody>
      </p:sp>
      <p:sp>
        <p:nvSpPr>
          <p:cNvPr id="12" name="TextBox 11">
            <a:extLst>
              <a:ext uri="{FF2B5EF4-FFF2-40B4-BE49-F238E27FC236}">
                <a16:creationId xmlns:a16="http://schemas.microsoft.com/office/drawing/2014/main" id="{B417B8F7-0B9E-49D9-B8D6-2D22CD661D9D}"/>
              </a:ext>
            </a:extLst>
          </p:cNvPr>
          <p:cNvSpPr txBox="1"/>
          <p:nvPr/>
        </p:nvSpPr>
        <p:spPr>
          <a:xfrm>
            <a:off x="1554481" y="4660446"/>
            <a:ext cx="8355667" cy="738664"/>
          </a:xfrm>
          <a:prstGeom prst="rect">
            <a:avLst/>
          </a:prstGeom>
          <a:gradFill rotWithShape="1">
            <a:gsLst>
              <a:gs pos="0">
                <a:srgbClr val="008CA8">
                  <a:tint val="50000"/>
                  <a:satMod val="300000"/>
                </a:srgbClr>
              </a:gs>
              <a:gs pos="35000">
                <a:srgbClr val="008CA8">
                  <a:tint val="37000"/>
                  <a:satMod val="300000"/>
                </a:srgbClr>
              </a:gs>
              <a:gs pos="100000">
                <a:srgbClr val="008CA8">
                  <a:tint val="15000"/>
                  <a:satMod val="350000"/>
                </a:srgbClr>
              </a:gs>
            </a:gsLst>
            <a:lin ang="16200000" scaled="1"/>
          </a:gradFill>
          <a:ln w="9525" cap="flat" cmpd="sng" algn="ctr">
            <a:solidFill>
              <a:srgbClr val="008CA8">
                <a:shade val="95000"/>
                <a:satMod val="105000"/>
              </a:srgbClr>
            </a:solidFill>
            <a:prstDash val="solid"/>
          </a:ln>
          <a:effectLst>
            <a:outerShdw blurRad="50800" dist="63500" dir="2700000" algn="tl" rotWithShape="0">
              <a:prstClr val="black">
                <a:alpha val="40000"/>
              </a:prstClr>
            </a:outerShdw>
          </a:effectLst>
        </p:spPr>
        <p:txBody>
          <a:bodyPr wrap="square" rtlCol="0">
            <a:spAutoFit/>
          </a:bodyPr>
          <a:lstStyle/>
          <a:p>
            <a:pPr defTabSz="914400" fontAlgn="base">
              <a:spcBef>
                <a:spcPct val="0"/>
              </a:spcBef>
              <a:spcAft>
                <a:spcPct val="0"/>
              </a:spcAft>
              <a:defRPr/>
            </a:pPr>
            <a:r>
              <a:rPr lang="en-US" sz="1050" b="1" kern="0" dirty="0">
                <a:solidFill>
                  <a:srgbClr val="000000"/>
                </a:solidFill>
                <a:latin typeface="Arial"/>
              </a:rPr>
              <a:t>d</a:t>
            </a:r>
            <a:r>
              <a:rPr lang="en-US" sz="1050" b="1" kern="0" dirty="0" err="1">
                <a:solidFill>
                  <a:srgbClr val="000000"/>
                </a:solidFill>
                <a:latin typeface="Arial"/>
              </a:rPr>
              <a:t>ouble</a:t>
            </a:r>
            <a:r>
              <a:rPr lang="en-US" sz="1050" b="1" kern="0" dirty="0">
                <a:solidFill>
                  <a:srgbClr val="000000"/>
                </a:solidFill>
                <a:latin typeface="Arial"/>
              </a:rPr>
              <a:t>		</a:t>
            </a:r>
            <a:r>
              <a:rPr lang="en-US" sz="1050" b="1" kern="0" dirty="0" err="1">
                <a:solidFill>
                  <a:srgbClr val="000000"/>
                </a:solidFill>
                <a:latin typeface="Arial"/>
              </a:rPr>
              <a:t>var_d</a:t>
            </a:r>
            <a:r>
              <a:rPr lang="en-US" sz="1050" b="1" kern="0" dirty="0">
                <a:solidFill>
                  <a:srgbClr val="000000"/>
                </a:solidFill>
                <a:latin typeface="Arial"/>
              </a:rPr>
              <a:t> = sqrt(</a:t>
            </a:r>
            <a:r>
              <a:rPr lang="en-US" sz="1050" b="1" kern="0" dirty="0" err="1">
                <a:solidFill>
                  <a:srgbClr val="000000"/>
                </a:solidFill>
                <a:latin typeface="Arial"/>
              </a:rPr>
              <a:t>foo_d</a:t>
            </a:r>
            <a:r>
              <a:rPr lang="en-US" sz="1050" b="1" kern="0" dirty="0">
                <a:solidFill>
                  <a:srgbClr val="000000"/>
                </a:solidFill>
                <a:latin typeface="Arial"/>
              </a:rPr>
              <a:t>);	//64-bit sqrt core</a:t>
            </a:r>
          </a:p>
          <a:p>
            <a:pPr defTabSz="914400" fontAlgn="base">
              <a:spcBef>
                <a:spcPct val="0"/>
              </a:spcBef>
              <a:spcAft>
                <a:spcPct val="0"/>
              </a:spcAft>
              <a:defRPr/>
            </a:pPr>
            <a:r>
              <a:rPr lang="en-US" sz="1050" b="1" kern="0" dirty="0">
                <a:solidFill>
                  <a:srgbClr val="000000"/>
                </a:solidFill>
                <a:latin typeface="Arial"/>
              </a:rPr>
              <a:t>float		</a:t>
            </a:r>
            <a:r>
              <a:rPr lang="en-US" sz="1050" b="1" kern="0" dirty="0" err="1">
                <a:solidFill>
                  <a:srgbClr val="000000"/>
                </a:solidFill>
                <a:latin typeface="Arial"/>
              </a:rPr>
              <a:t>var_f</a:t>
            </a:r>
            <a:r>
              <a:rPr lang="en-US" sz="1050" b="1" kern="0" dirty="0">
                <a:solidFill>
                  <a:srgbClr val="000000"/>
                </a:solidFill>
                <a:latin typeface="Arial"/>
              </a:rPr>
              <a:t> = </a:t>
            </a:r>
            <a:r>
              <a:rPr lang="en-US" sz="1050" b="1" kern="0" dirty="0" err="1">
                <a:solidFill>
                  <a:srgbClr val="000000"/>
                </a:solidFill>
                <a:latin typeface="Arial"/>
              </a:rPr>
              <a:t>sqrtf</a:t>
            </a:r>
            <a:r>
              <a:rPr lang="en-US" sz="1050" b="1" kern="0" dirty="0">
                <a:solidFill>
                  <a:srgbClr val="000000"/>
                </a:solidFill>
                <a:latin typeface="Arial"/>
              </a:rPr>
              <a:t>(</a:t>
            </a:r>
            <a:r>
              <a:rPr lang="en-US" sz="1050" b="1" kern="0" dirty="0" err="1">
                <a:solidFill>
                  <a:srgbClr val="000000"/>
                </a:solidFill>
                <a:latin typeface="Arial"/>
              </a:rPr>
              <a:t>foo_f</a:t>
            </a:r>
            <a:r>
              <a:rPr lang="en-US" sz="1050" b="1" kern="0" dirty="0">
                <a:solidFill>
                  <a:srgbClr val="000000"/>
                </a:solidFill>
                <a:latin typeface="Arial"/>
              </a:rPr>
              <a:t>);	//This will lead to a single precision core </a:t>
            </a:r>
          </a:p>
          <a:p>
            <a:pPr defTabSz="914400" fontAlgn="base">
              <a:spcBef>
                <a:spcPct val="0"/>
              </a:spcBef>
              <a:spcAft>
                <a:spcPct val="0"/>
              </a:spcAft>
              <a:defRPr/>
            </a:pPr>
            <a:endParaRPr lang="en-US" sz="1050" b="1" kern="0" dirty="0">
              <a:solidFill>
                <a:srgbClr val="000000"/>
              </a:solidFill>
              <a:latin typeface="Arial"/>
            </a:endParaRPr>
          </a:p>
          <a:p>
            <a:pPr defTabSz="914400" fontAlgn="base">
              <a:spcBef>
                <a:spcPct val="0"/>
              </a:spcBef>
              <a:spcAft>
                <a:spcPct val="0"/>
              </a:spcAft>
              <a:defRPr/>
            </a:pPr>
            <a:r>
              <a:rPr lang="en-US" sz="1050" b="1" kern="0" dirty="0">
                <a:solidFill>
                  <a:srgbClr val="000000"/>
                </a:solidFill>
                <a:latin typeface="Arial"/>
              </a:rPr>
              <a:t>		</a:t>
            </a:r>
            <a:r>
              <a:rPr lang="en-US" sz="1050" b="1" kern="0" dirty="0" err="1">
                <a:solidFill>
                  <a:srgbClr val="000000"/>
                </a:solidFill>
                <a:latin typeface="Arial"/>
              </a:rPr>
              <a:t>var_f</a:t>
            </a:r>
            <a:r>
              <a:rPr lang="en-US" sz="1050" b="1" kern="0" dirty="0">
                <a:solidFill>
                  <a:srgbClr val="000000"/>
                </a:solidFill>
                <a:latin typeface="Arial"/>
              </a:rPr>
              <a:t> = sqrt(</a:t>
            </a:r>
            <a:r>
              <a:rPr lang="en-US" sz="1050" b="1" kern="0" dirty="0" err="1">
                <a:solidFill>
                  <a:srgbClr val="000000"/>
                </a:solidFill>
                <a:latin typeface="Arial"/>
              </a:rPr>
              <a:t>foo_f</a:t>
            </a:r>
            <a:r>
              <a:rPr lang="en-US" sz="1050" b="1" kern="0" dirty="0">
                <a:solidFill>
                  <a:srgbClr val="000000"/>
                </a:solidFill>
                <a:latin typeface="Arial"/>
              </a:rPr>
              <a:t>);	//Still 64-bit, with format conversion cores(single to double and back)</a:t>
            </a:r>
          </a:p>
        </p:txBody>
      </p:sp>
      <p:sp>
        <p:nvSpPr>
          <p:cNvPr id="13" name="TextBox 12">
            <a:extLst>
              <a:ext uri="{FF2B5EF4-FFF2-40B4-BE49-F238E27FC236}">
                <a16:creationId xmlns:a16="http://schemas.microsoft.com/office/drawing/2014/main" id="{93ACC79A-DD18-4345-81C3-7E5DDBB9AEC5}"/>
              </a:ext>
            </a:extLst>
          </p:cNvPr>
          <p:cNvSpPr txBox="1"/>
          <p:nvPr/>
        </p:nvSpPr>
        <p:spPr>
          <a:xfrm>
            <a:off x="1554481" y="5519916"/>
            <a:ext cx="8355667" cy="738664"/>
          </a:xfrm>
          <a:prstGeom prst="rect">
            <a:avLst/>
          </a:prstGeom>
          <a:gradFill rotWithShape="1">
            <a:gsLst>
              <a:gs pos="0">
                <a:srgbClr val="008CA8">
                  <a:tint val="50000"/>
                  <a:satMod val="300000"/>
                </a:srgbClr>
              </a:gs>
              <a:gs pos="35000">
                <a:srgbClr val="008CA8">
                  <a:tint val="37000"/>
                  <a:satMod val="300000"/>
                </a:srgbClr>
              </a:gs>
              <a:gs pos="100000">
                <a:srgbClr val="008CA8">
                  <a:tint val="15000"/>
                  <a:satMod val="350000"/>
                </a:srgbClr>
              </a:gs>
            </a:gsLst>
            <a:lin ang="16200000" scaled="1"/>
          </a:gradFill>
          <a:ln w="9525" cap="flat" cmpd="sng" algn="ctr">
            <a:solidFill>
              <a:srgbClr val="008CA8">
                <a:shade val="95000"/>
                <a:satMod val="105000"/>
              </a:srgbClr>
            </a:solidFill>
            <a:prstDash val="solid"/>
          </a:ln>
          <a:effectLst>
            <a:outerShdw blurRad="50800" dist="63500" dir="2700000" algn="tl" rotWithShape="0">
              <a:prstClr val="black">
                <a:alpha val="40000"/>
              </a:prstClr>
            </a:outerShdw>
          </a:effectLst>
        </p:spPr>
        <p:txBody>
          <a:bodyPr wrap="square" rtlCol="0">
            <a:spAutoFit/>
          </a:bodyPr>
          <a:lstStyle/>
          <a:p>
            <a:pPr defTabSz="914400" fontAlgn="base">
              <a:spcBef>
                <a:spcPct val="0"/>
              </a:spcBef>
              <a:spcAft>
                <a:spcPct val="0"/>
              </a:spcAft>
              <a:defRPr/>
            </a:pPr>
            <a:r>
              <a:rPr lang="en-US" sz="1050" b="1" kern="0" dirty="0" err="1">
                <a:solidFill>
                  <a:srgbClr val="000000"/>
                </a:solidFill>
                <a:latin typeface="Arial"/>
              </a:rPr>
              <a:t>ap_fixed</a:t>
            </a:r>
            <a:r>
              <a:rPr lang="en-US" sz="1050" b="1" kern="0" dirty="0">
                <a:solidFill>
                  <a:srgbClr val="000000"/>
                </a:solidFill>
                <a:latin typeface="Arial"/>
              </a:rPr>
              <a:t>&lt;14,4&gt;	</a:t>
            </a:r>
            <a:r>
              <a:rPr lang="en-US" sz="1050" b="1" kern="0" dirty="0" err="1">
                <a:solidFill>
                  <a:srgbClr val="000000"/>
                </a:solidFill>
                <a:latin typeface="Arial"/>
              </a:rPr>
              <a:t>var_fx</a:t>
            </a:r>
            <a:r>
              <a:rPr lang="en-US" sz="1050" b="1" kern="0" dirty="0">
                <a:solidFill>
                  <a:srgbClr val="000000"/>
                </a:solidFill>
                <a:latin typeface="Arial"/>
              </a:rPr>
              <a:t> = </a:t>
            </a:r>
            <a:r>
              <a:rPr lang="en-US" sz="1050" b="1" kern="0" dirty="0" err="1">
                <a:solidFill>
                  <a:srgbClr val="000000"/>
                </a:solidFill>
                <a:latin typeface="Arial"/>
              </a:rPr>
              <a:t>sqrtf</a:t>
            </a:r>
            <a:r>
              <a:rPr lang="en-US" sz="1050" b="1" kern="0" dirty="0">
                <a:solidFill>
                  <a:srgbClr val="000000"/>
                </a:solidFill>
                <a:latin typeface="Arial"/>
              </a:rPr>
              <a:t>(</a:t>
            </a:r>
            <a:r>
              <a:rPr lang="en-US" sz="1050" b="1" kern="0" dirty="0" err="1">
                <a:solidFill>
                  <a:srgbClr val="000000"/>
                </a:solidFill>
                <a:latin typeface="Arial"/>
              </a:rPr>
              <a:t>foo_fx</a:t>
            </a:r>
            <a:r>
              <a:rPr lang="en-US" sz="1050" b="1" kern="0" dirty="0">
                <a:solidFill>
                  <a:srgbClr val="000000"/>
                </a:solidFill>
                <a:latin typeface="Arial"/>
              </a:rPr>
              <a:t>);	//fixed-point to single precision conversion</a:t>
            </a:r>
          </a:p>
          <a:p>
            <a:pPr defTabSz="914400" fontAlgn="base">
              <a:spcBef>
                <a:spcPct val="0"/>
              </a:spcBef>
              <a:spcAft>
                <a:spcPct val="0"/>
              </a:spcAft>
              <a:defRPr/>
            </a:pPr>
            <a:r>
              <a:rPr lang="en-US" sz="1050" b="1" kern="0" dirty="0">
                <a:solidFill>
                  <a:srgbClr val="000000"/>
                </a:solidFill>
                <a:latin typeface="Arial"/>
              </a:rPr>
              <a:t>				//Fixed -&gt; 32-bt sqrt core -&gt; floating to fixed conversion</a:t>
            </a:r>
          </a:p>
          <a:p>
            <a:pPr defTabSz="914400" fontAlgn="base">
              <a:spcBef>
                <a:spcPct val="0"/>
              </a:spcBef>
              <a:spcAft>
                <a:spcPct val="0"/>
              </a:spcAft>
              <a:defRPr/>
            </a:pPr>
            <a:r>
              <a:rPr lang="en-US" sz="1050" b="1" kern="0" dirty="0">
                <a:solidFill>
                  <a:srgbClr val="000000"/>
                </a:solidFill>
                <a:latin typeface="Arial"/>
              </a:rPr>
              <a:t>int		</a:t>
            </a:r>
            <a:r>
              <a:rPr lang="en-US" sz="1050" b="1" kern="0" dirty="0" err="1">
                <a:solidFill>
                  <a:srgbClr val="000000"/>
                </a:solidFill>
                <a:latin typeface="Arial"/>
              </a:rPr>
              <a:t>var_i</a:t>
            </a:r>
            <a:r>
              <a:rPr lang="en-US" sz="1050" b="1" kern="0" dirty="0">
                <a:solidFill>
                  <a:srgbClr val="000000"/>
                </a:solidFill>
                <a:latin typeface="Arial"/>
              </a:rPr>
              <a:t> = </a:t>
            </a:r>
            <a:r>
              <a:rPr lang="en-US" sz="1050" b="1" kern="0" dirty="0" err="1">
                <a:solidFill>
                  <a:srgbClr val="000000"/>
                </a:solidFill>
                <a:latin typeface="Arial"/>
              </a:rPr>
              <a:t>sqrtf</a:t>
            </a:r>
            <a:r>
              <a:rPr lang="en-US" sz="1050" b="1" kern="0" dirty="0">
                <a:solidFill>
                  <a:srgbClr val="000000"/>
                </a:solidFill>
                <a:latin typeface="Arial"/>
              </a:rPr>
              <a:t>(</a:t>
            </a:r>
            <a:r>
              <a:rPr lang="en-US" sz="1050" b="1" kern="0" dirty="0" err="1">
                <a:solidFill>
                  <a:srgbClr val="000000"/>
                </a:solidFill>
                <a:latin typeface="Arial"/>
              </a:rPr>
              <a:t>foo_i</a:t>
            </a:r>
            <a:r>
              <a:rPr lang="en-US" sz="1050" b="1" kern="0" dirty="0">
                <a:solidFill>
                  <a:srgbClr val="000000"/>
                </a:solidFill>
                <a:latin typeface="Arial"/>
              </a:rPr>
              <a:t>);	//int to float conversion</a:t>
            </a:r>
          </a:p>
          <a:p>
            <a:pPr defTabSz="914400" fontAlgn="base">
              <a:spcBef>
                <a:spcPct val="0"/>
              </a:spcBef>
              <a:spcAft>
                <a:spcPct val="0"/>
              </a:spcAft>
              <a:defRPr/>
            </a:pPr>
            <a:r>
              <a:rPr lang="en-US" sz="1050" b="1" kern="0" dirty="0">
                <a:solidFill>
                  <a:srgbClr val="000000"/>
                </a:solidFill>
                <a:latin typeface="Arial"/>
              </a:rPr>
              <a:t>				Int -&gt; 32-bit sqrt -&gt; float to int</a:t>
            </a:r>
          </a:p>
        </p:txBody>
      </p:sp>
      <p:sp>
        <p:nvSpPr>
          <p:cNvPr id="14" name="TextBox 13">
            <a:extLst>
              <a:ext uri="{FF2B5EF4-FFF2-40B4-BE49-F238E27FC236}">
                <a16:creationId xmlns:a16="http://schemas.microsoft.com/office/drawing/2014/main" id="{530283F7-D824-43D8-965A-588F8BDD996D}"/>
              </a:ext>
            </a:extLst>
          </p:cNvPr>
          <p:cNvSpPr txBox="1"/>
          <p:nvPr/>
        </p:nvSpPr>
        <p:spPr>
          <a:xfrm>
            <a:off x="8906622" y="5526991"/>
            <a:ext cx="1775686" cy="769441"/>
          </a:xfrm>
          <a:prstGeom prst="rect">
            <a:avLst/>
          </a:prstGeom>
          <a:solidFill>
            <a:srgbClr val="FFFF99"/>
          </a:solidFill>
          <a:ln w="28575">
            <a:solidFill>
              <a:srgbClr val="000000"/>
            </a:solidFill>
          </a:ln>
          <a:effectLst>
            <a:innerShdw blurRad="63500" dist="50800" dir="2700000">
              <a:prstClr val="black">
                <a:alpha val="50000"/>
              </a:prstClr>
            </a:innerShdw>
          </a:effectLst>
        </p:spPr>
        <p:txBody>
          <a:bodyPr wrap="square" rtlCol="0">
            <a:spAutoFit/>
          </a:bodyPr>
          <a:lstStyle/>
          <a:p>
            <a:pPr defTabSz="914400" fontAlgn="base">
              <a:spcBef>
                <a:spcPct val="0"/>
              </a:spcBef>
              <a:spcAft>
                <a:spcPct val="0"/>
              </a:spcAft>
              <a:defRPr/>
            </a:pPr>
            <a:r>
              <a:rPr lang="en-US" sz="1100" kern="0" dirty="0"/>
              <a:t>Using sqrt instead of </a:t>
            </a:r>
            <a:r>
              <a:rPr lang="en-US" sz="1100" kern="0" dirty="0" err="1"/>
              <a:t>sqrtf</a:t>
            </a:r>
            <a:r>
              <a:rPr lang="en-US" sz="1100" kern="0" dirty="0"/>
              <a:t> would imply a single-to-double conversion and back</a:t>
            </a:r>
          </a:p>
        </p:txBody>
      </p:sp>
    </p:spTree>
    <p:extLst>
      <p:ext uri="{BB962C8B-B14F-4D97-AF65-F5344CB8AC3E}">
        <p14:creationId xmlns:p14="http://schemas.microsoft.com/office/powerpoint/2010/main" val="354456525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B7C5F0-4C1E-42C4-B871-324F71386FF6}"/>
              </a:ext>
            </a:extLst>
          </p:cNvPr>
          <p:cNvSpPr>
            <a:spLocks noGrp="1"/>
          </p:cNvSpPr>
          <p:nvPr>
            <p:ph type="title"/>
          </p:nvPr>
        </p:nvSpPr>
        <p:spPr/>
        <p:txBody>
          <a:bodyPr/>
          <a:lstStyle/>
          <a:p>
            <a:r>
              <a:rPr lang="en-US" dirty="0"/>
              <a:t>Support for Math Functions</a:t>
            </a:r>
          </a:p>
        </p:txBody>
      </p:sp>
      <p:sp>
        <p:nvSpPr>
          <p:cNvPr id="3" name="Slide Number Placeholder 2">
            <a:extLst>
              <a:ext uri="{FF2B5EF4-FFF2-40B4-BE49-F238E27FC236}">
                <a16:creationId xmlns:a16="http://schemas.microsoft.com/office/drawing/2014/main" id="{DE6824E6-9912-498B-A086-48B017ABC3AD}"/>
              </a:ext>
            </a:extLst>
          </p:cNvPr>
          <p:cNvSpPr>
            <a:spLocks noGrp="1"/>
          </p:cNvSpPr>
          <p:nvPr>
            <p:ph type="sldNum" sz="quarter" idx="4"/>
          </p:nvPr>
        </p:nvSpPr>
        <p:spPr/>
        <p:txBody>
          <a:bodyPr/>
          <a:lstStyle/>
          <a:p>
            <a:pPr>
              <a:defRPr/>
            </a:pPr>
            <a:r>
              <a:rPr lang="en-US" dirty="0"/>
              <a:t>Data Types 14- </a:t>
            </a:r>
            <a:fld id="{060BD193-E118-4B16-863C-C8C12C675E3E}" type="slidenum">
              <a:rPr lang="en-US" smtClean="0"/>
              <a:pPr>
                <a:defRPr/>
              </a:pPr>
              <a:t>49</a:t>
            </a:fld>
            <a:endParaRPr lang="en-US" dirty="0"/>
          </a:p>
        </p:txBody>
      </p:sp>
      <p:sp>
        <p:nvSpPr>
          <p:cNvPr id="4" name="Content Placeholder 1">
            <a:extLst>
              <a:ext uri="{FF2B5EF4-FFF2-40B4-BE49-F238E27FC236}">
                <a16:creationId xmlns:a16="http://schemas.microsoft.com/office/drawing/2014/main" id="{C891CED5-4E38-45B3-BDE4-B2B6881FA029}"/>
              </a:ext>
            </a:extLst>
          </p:cNvPr>
          <p:cNvSpPr txBox="1">
            <a:spLocks/>
          </p:cNvSpPr>
          <p:nvPr/>
        </p:nvSpPr>
        <p:spPr>
          <a:xfrm>
            <a:off x="649119" y="1327150"/>
            <a:ext cx="10512862" cy="4268788"/>
          </a:xfrm>
          <a:prstGeom prst="rect">
            <a:avLst/>
          </a:prstGeom>
        </p:spPr>
        <p:txBody>
          <a:bodyPr vert="horz" lIns="91440" tIns="45720" rIns="91440" bIns="45720" rtlCol="0">
            <a:noAutofit/>
          </a:bodyPr>
          <a:lstStyle>
            <a:lvl1pPr marL="228531" indent="-228531" algn="l" defTabSz="914126" rtl="0" eaLnBrk="1" latinLnBrk="0" hangingPunct="1">
              <a:lnSpc>
                <a:spcPct val="100000"/>
              </a:lnSpc>
              <a:spcBef>
                <a:spcPts val="1200"/>
              </a:spcBef>
              <a:buClr>
                <a:srgbClr val="FF0000"/>
              </a:buClr>
              <a:buFont typeface="Calibri" panose="020F0502020204030204" pitchFamily="34" charset="0"/>
              <a:buChar char="˃"/>
              <a:defRPr sz="1999" b="1" kern="1200">
                <a:solidFill>
                  <a:schemeClr val="tx1">
                    <a:lumMod val="50000"/>
                  </a:schemeClr>
                </a:solidFill>
                <a:latin typeface="Arial" panose="020B0604020202020204" pitchFamily="34" charset="0"/>
                <a:ea typeface="+mn-ea"/>
                <a:cs typeface="Arial" panose="020B0604020202020204" pitchFamily="34" charset="0"/>
              </a:defRPr>
            </a:lvl1pPr>
            <a:lvl2pPr marL="742727" indent="-285664" algn="l" defTabSz="914126" rtl="0" eaLnBrk="1" latinLnBrk="0" hangingPunct="1">
              <a:lnSpc>
                <a:spcPct val="90000"/>
              </a:lnSpc>
              <a:spcBef>
                <a:spcPts val="500"/>
              </a:spcBef>
              <a:buFontTx/>
              <a:buBlip>
                <a:blip r:embed="rId3"/>
              </a:buBlip>
              <a:defRPr sz="1799" kern="1200">
                <a:solidFill>
                  <a:schemeClr val="tx1"/>
                </a:solidFill>
                <a:latin typeface="Arial" panose="020B0604020202020204" pitchFamily="34" charset="0"/>
                <a:ea typeface="+mn-ea"/>
                <a:cs typeface="Arial" panose="020B0604020202020204" pitchFamily="34" charset="0"/>
              </a:defRPr>
            </a:lvl2pPr>
            <a:lvl3pPr marL="1142657" indent="-228531" algn="l" defTabSz="914126" rtl="0" eaLnBrk="1" latinLnBrk="0" hangingPunct="1">
              <a:lnSpc>
                <a:spcPct val="90000"/>
              </a:lnSpc>
              <a:spcBef>
                <a:spcPts val="500"/>
              </a:spcBef>
              <a:buFont typeface="Calibri" panose="020F0502020204030204" pitchFamily="34" charset="0"/>
              <a:buChar char="‒"/>
              <a:defRPr sz="1999" kern="1200">
                <a:solidFill>
                  <a:schemeClr val="tx1"/>
                </a:solidFill>
                <a:latin typeface="Arial" panose="020B0604020202020204" pitchFamily="34" charset="0"/>
                <a:ea typeface="+mn-ea"/>
                <a:cs typeface="Arial" panose="020B0604020202020204" pitchFamily="34" charset="0"/>
              </a:defRPr>
            </a:lvl3pPr>
            <a:lvl4pPr marL="1599720" indent="-228531" algn="l" defTabSz="914126" rtl="0" eaLnBrk="1" latinLnBrk="0" hangingPunct="1">
              <a:lnSpc>
                <a:spcPct val="90000"/>
              </a:lnSpc>
              <a:spcBef>
                <a:spcPts val="500"/>
              </a:spcBef>
              <a:buFont typeface="Wingdings" panose="05000000000000000000" pitchFamily="2" charset="2"/>
              <a:buChar char="§"/>
              <a:defRPr sz="1799" kern="1200">
                <a:solidFill>
                  <a:schemeClr val="tx1"/>
                </a:solidFill>
                <a:latin typeface="Arial" panose="020B0604020202020204" pitchFamily="34" charset="0"/>
                <a:ea typeface="+mn-ea"/>
                <a:cs typeface="Arial" panose="020B0604020202020204" pitchFamily="34" charset="0"/>
              </a:defRPr>
            </a:lvl4pPr>
            <a:lvl5pPr marL="2056783" indent="-228531" algn="l" defTabSz="914126" rtl="0" eaLnBrk="1" latinLnBrk="0" hangingPunct="1">
              <a:lnSpc>
                <a:spcPct val="90000"/>
              </a:lnSpc>
              <a:spcBef>
                <a:spcPts val="500"/>
              </a:spcBef>
              <a:buFont typeface="Arial" panose="020B0604020202020204" pitchFamily="34" charset="0"/>
              <a:buChar char="•"/>
              <a:defRPr sz="1799" kern="1200">
                <a:solidFill>
                  <a:schemeClr val="tx1"/>
                </a:solidFill>
                <a:latin typeface="Arial" panose="020B0604020202020204" pitchFamily="34" charset="0"/>
                <a:ea typeface="+mn-ea"/>
                <a:cs typeface="Arial" panose="020B0604020202020204" pitchFamily="34" charset="0"/>
              </a:defRPr>
            </a:lvl5pPr>
            <a:lvl6pPr marL="2513846" indent="-228531" algn="l" defTabSz="914126"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6pPr>
            <a:lvl7pPr marL="2970908" indent="-228531" algn="l" defTabSz="914126"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7pPr>
            <a:lvl8pPr marL="3427971" indent="-228531" algn="l" defTabSz="914126"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8pPr>
            <a:lvl9pPr marL="3885034" indent="-228531" algn="l" defTabSz="914126"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9pPr>
          </a:lstStyle>
          <a:p>
            <a:pPr marL="234962" indent="-234962" defTabSz="1219261">
              <a:spcBef>
                <a:spcPts val="1600"/>
              </a:spcBef>
              <a:buClr>
                <a:schemeClr val="accent1"/>
              </a:buClr>
              <a:buSzPct val="80000"/>
              <a:buFont typeface="Webdings" panose="05030102010509060703" pitchFamily="18" charset="2"/>
              <a:buChar char="4"/>
            </a:pPr>
            <a:r>
              <a:rPr lang="en-US" sz="2000" b="0" dirty="0">
                <a:solidFill>
                  <a:schemeClr val="tx1"/>
                </a:solidFill>
                <a:ea typeface="宋体" charset="-122"/>
              </a:rPr>
              <a:t>Many other functions from the C/C++ standard math library for which are no floating-point operator cores available</a:t>
            </a:r>
          </a:p>
          <a:p>
            <a:pPr marL="452989" lvl="1" indent="-220144" defTabSz="914445">
              <a:lnSpc>
                <a:spcPct val="95000"/>
              </a:lnSpc>
              <a:spcBef>
                <a:spcPts val="600"/>
              </a:spcBef>
              <a:buClr>
                <a:schemeClr val="accent1"/>
              </a:buClr>
              <a:buSzPct val="80000"/>
              <a:buFont typeface="Wingdings 3" panose="05040102010807070707" pitchFamily="18" charset="2"/>
              <a:buChar char="¬"/>
            </a:pPr>
            <a:r>
              <a:rPr lang="en-US" sz="1800" dirty="0">
                <a:ea typeface="宋体" charset="-122"/>
              </a:rPr>
              <a:t>These functions are implemented in a bit-approximate manner</a:t>
            </a:r>
          </a:p>
          <a:p>
            <a:pPr marL="452989" lvl="1" indent="-220144" defTabSz="914445">
              <a:lnSpc>
                <a:spcPct val="95000"/>
              </a:lnSpc>
              <a:spcBef>
                <a:spcPts val="600"/>
              </a:spcBef>
              <a:buClr>
                <a:schemeClr val="accent1"/>
              </a:buClr>
              <a:buSzPct val="80000"/>
              <a:buFont typeface="Wingdings 3" panose="05040102010807070707" pitchFamily="18" charset="2"/>
              <a:buChar char="¬"/>
            </a:pPr>
            <a:r>
              <a:rPr lang="en-US" sz="1800" dirty="0">
                <a:ea typeface="宋体" charset="-122"/>
              </a:rPr>
              <a:t>Results for these functions may differ within a few units of least precision(ULP) to the C/C++ standards</a:t>
            </a:r>
          </a:p>
          <a:p>
            <a:pPr marL="234962" indent="-234962" defTabSz="1219261">
              <a:spcBef>
                <a:spcPts val="1600"/>
              </a:spcBef>
              <a:buClr>
                <a:schemeClr val="accent1"/>
              </a:buClr>
              <a:buSzPct val="80000"/>
              <a:buFont typeface="Webdings" panose="05030102010509060703" pitchFamily="18" charset="2"/>
              <a:buChar char="4"/>
            </a:pPr>
            <a:r>
              <a:rPr lang="en-US" sz="2000" b="0" dirty="0">
                <a:solidFill>
                  <a:schemeClr val="tx1"/>
                </a:solidFill>
                <a:ea typeface="宋体" charset="-122"/>
              </a:rPr>
              <a:t>Stand C math library</a:t>
            </a:r>
          </a:p>
          <a:p>
            <a:pPr marL="452989" lvl="1" indent="-220144" defTabSz="914445">
              <a:lnSpc>
                <a:spcPct val="95000"/>
              </a:lnSpc>
              <a:spcBef>
                <a:spcPts val="600"/>
              </a:spcBef>
              <a:buClr>
                <a:schemeClr val="accent1"/>
              </a:buClr>
              <a:buSzPct val="80000"/>
              <a:buFont typeface="Wingdings 3" panose="05040102010807070707" pitchFamily="18" charset="2"/>
              <a:buChar char="¬"/>
            </a:pPr>
            <a:r>
              <a:rPr lang="en-US" sz="1800" dirty="0">
                <a:ea typeface="宋体" charset="-122"/>
              </a:rPr>
              <a:t>C simulation results and the C/RTL co-simulation results may be different</a:t>
            </a:r>
          </a:p>
          <a:p>
            <a:pPr marL="234962" indent="-234962" defTabSz="1219261">
              <a:spcBef>
                <a:spcPts val="1600"/>
              </a:spcBef>
              <a:buClr>
                <a:schemeClr val="accent1"/>
              </a:buClr>
              <a:buSzPct val="80000"/>
              <a:buFont typeface="Webdings" panose="05030102010509060703" pitchFamily="18" charset="2"/>
              <a:buChar char="4"/>
            </a:pPr>
            <a:r>
              <a:rPr lang="en-US" sz="2000" b="0" dirty="0" err="1">
                <a:solidFill>
                  <a:schemeClr val="tx1"/>
                </a:solidFill>
                <a:ea typeface="宋体" charset="-122"/>
              </a:rPr>
              <a:t>Hls_math.h</a:t>
            </a:r>
            <a:r>
              <a:rPr lang="en-US" sz="2000" b="0" dirty="0">
                <a:solidFill>
                  <a:schemeClr val="tx1"/>
                </a:solidFill>
                <a:ea typeface="宋体" charset="-122"/>
              </a:rPr>
              <a:t> library</a:t>
            </a:r>
          </a:p>
          <a:p>
            <a:pPr marL="452989" lvl="1" indent="-220144" defTabSz="914445">
              <a:lnSpc>
                <a:spcPct val="95000"/>
              </a:lnSpc>
              <a:spcBef>
                <a:spcPts val="600"/>
              </a:spcBef>
              <a:buClr>
                <a:schemeClr val="accent1"/>
              </a:buClr>
              <a:buSzPct val="80000"/>
              <a:buFont typeface="Wingdings 3" panose="05040102010807070707" pitchFamily="18" charset="2"/>
              <a:buChar char="¬"/>
            </a:pPr>
            <a:r>
              <a:rPr lang="en-US" sz="1800" dirty="0">
                <a:ea typeface="宋体" charset="-122"/>
              </a:rPr>
              <a:t>C simulation and C/RTL co-simulation results are identical</a:t>
            </a:r>
          </a:p>
          <a:p>
            <a:pPr marL="452989" lvl="1" indent="-220144" defTabSz="914445">
              <a:lnSpc>
                <a:spcPct val="95000"/>
              </a:lnSpc>
              <a:spcBef>
                <a:spcPts val="600"/>
              </a:spcBef>
              <a:buClr>
                <a:schemeClr val="accent1"/>
              </a:buClr>
              <a:buSzPct val="80000"/>
              <a:buFont typeface="Wingdings 3" panose="05040102010807070707" pitchFamily="18" charset="2"/>
              <a:buChar char="¬"/>
            </a:pPr>
            <a:r>
              <a:rPr lang="en-US" sz="1800" dirty="0">
                <a:ea typeface="宋体" charset="-122"/>
              </a:rPr>
              <a:t>These results of C simulation are not the same as those using standard C libraries</a:t>
            </a:r>
          </a:p>
        </p:txBody>
      </p:sp>
    </p:spTree>
    <p:extLst>
      <p:ext uri="{BB962C8B-B14F-4D97-AF65-F5344CB8AC3E}">
        <p14:creationId xmlns:p14="http://schemas.microsoft.com/office/powerpoint/2010/main" val="322295467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DFA1F6-D1C3-47DE-B9E3-BFEB5A739B78}"/>
              </a:ext>
            </a:extLst>
          </p:cNvPr>
          <p:cNvSpPr>
            <a:spLocks noGrp="1"/>
          </p:cNvSpPr>
          <p:nvPr>
            <p:ph type="title"/>
          </p:nvPr>
        </p:nvSpPr>
        <p:spPr/>
        <p:txBody>
          <a:bodyPr/>
          <a:lstStyle/>
          <a:p>
            <a:r>
              <a:rPr lang="en-US" dirty="0"/>
              <a:t>Support for Math Functions</a:t>
            </a:r>
          </a:p>
        </p:txBody>
      </p:sp>
      <p:sp>
        <p:nvSpPr>
          <p:cNvPr id="3" name="Slide Number Placeholder 2">
            <a:extLst>
              <a:ext uri="{FF2B5EF4-FFF2-40B4-BE49-F238E27FC236}">
                <a16:creationId xmlns:a16="http://schemas.microsoft.com/office/drawing/2014/main" id="{93D17E8B-C2E0-4F24-BA3F-C524E492A090}"/>
              </a:ext>
            </a:extLst>
          </p:cNvPr>
          <p:cNvSpPr>
            <a:spLocks noGrp="1"/>
          </p:cNvSpPr>
          <p:nvPr>
            <p:ph type="sldNum" sz="quarter" idx="4"/>
          </p:nvPr>
        </p:nvSpPr>
        <p:spPr/>
        <p:txBody>
          <a:bodyPr/>
          <a:lstStyle/>
          <a:p>
            <a:pPr>
              <a:defRPr/>
            </a:pPr>
            <a:r>
              <a:rPr lang="en-US" dirty="0"/>
              <a:t>Data Types 14- </a:t>
            </a:r>
            <a:fld id="{060BD193-E118-4B16-863C-C8C12C675E3E}" type="slidenum">
              <a:rPr lang="en-US" smtClean="0"/>
              <a:pPr>
                <a:defRPr/>
              </a:pPr>
              <a:t>50</a:t>
            </a:fld>
            <a:endParaRPr lang="en-US" dirty="0"/>
          </a:p>
        </p:txBody>
      </p:sp>
      <p:pic>
        <p:nvPicPr>
          <p:cNvPr id="1026" name="Picture 2">
            <a:extLst>
              <a:ext uri="{FF2B5EF4-FFF2-40B4-BE49-F238E27FC236}">
                <a16:creationId xmlns:a16="http://schemas.microsoft.com/office/drawing/2014/main" id="{2A31C10E-62EB-4F40-B9FE-887A3386F62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151494" y="1164591"/>
            <a:ext cx="3889013" cy="519176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4811892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9E42A3-3940-4EC3-A2D0-66398FDF4E62}"/>
              </a:ext>
            </a:extLst>
          </p:cNvPr>
          <p:cNvSpPr>
            <a:spLocks noGrp="1"/>
          </p:cNvSpPr>
          <p:nvPr>
            <p:ph type="title"/>
          </p:nvPr>
        </p:nvSpPr>
        <p:spPr/>
        <p:txBody>
          <a:bodyPr/>
          <a:lstStyle/>
          <a:p>
            <a:r>
              <a:rPr lang="en-US" altLang="zh-CN" dirty="0"/>
              <a:t>Summary</a:t>
            </a:r>
            <a:endParaRPr lang="zh-CN" altLang="en-US" dirty="0"/>
          </a:p>
        </p:txBody>
      </p:sp>
    </p:spTree>
    <p:extLst>
      <p:ext uri="{BB962C8B-B14F-4D97-AF65-F5344CB8AC3E}">
        <p14:creationId xmlns:p14="http://schemas.microsoft.com/office/powerpoint/2010/main" val="7913968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t>Summary</a:t>
            </a:r>
          </a:p>
        </p:txBody>
      </p:sp>
      <p:sp>
        <p:nvSpPr>
          <p:cNvPr id="2" name="Content Placeholder 1"/>
          <p:cNvSpPr>
            <a:spLocks noGrp="1"/>
          </p:cNvSpPr>
          <p:nvPr>
            <p:ph idx="1"/>
          </p:nvPr>
        </p:nvSpPr>
        <p:spPr/>
        <p:txBody>
          <a:bodyPr>
            <a:normAutofit/>
          </a:bodyPr>
          <a:lstStyle/>
          <a:p>
            <a:r>
              <a:rPr lang="en-US" dirty="0"/>
              <a:t>C and C++ have standard types created on the 8-bit boundary</a:t>
            </a:r>
          </a:p>
          <a:p>
            <a:pPr lvl="1"/>
            <a:r>
              <a:rPr lang="en-US" dirty="0"/>
              <a:t>char (8-bit), short (16-bit), </a:t>
            </a:r>
            <a:r>
              <a:rPr lang="en-US" dirty="0" err="1"/>
              <a:t>int</a:t>
            </a:r>
            <a:r>
              <a:rPr lang="en-US" dirty="0"/>
              <a:t> (32-bit), long </a:t>
            </a:r>
            <a:r>
              <a:rPr lang="en-US" dirty="0" err="1"/>
              <a:t>long</a:t>
            </a:r>
            <a:r>
              <a:rPr lang="en-US" dirty="0"/>
              <a:t> (64-bit)</a:t>
            </a:r>
          </a:p>
          <a:p>
            <a:r>
              <a:rPr lang="en-US" dirty="0"/>
              <a:t>Arbitrary precision in C++ is supported using </a:t>
            </a:r>
            <a:r>
              <a:rPr lang="en-US" dirty="0" err="1"/>
              <a:t>ap_int</a:t>
            </a:r>
            <a:r>
              <a:rPr lang="en-US" dirty="0"/>
              <a:t> </a:t>
            </a:r>
            <a:endParaRPr lang="en-US" strike="sngStrike" dirty="0">
              <a:highlight>
                <a:srgbClr val="FFFF00"/>
              </a:highlight>
            </a:endParaRPr>
          </a:p>
          <a:p>
            <a:pPr lvl="1"/>
            <a:r>
              <a:rPr lang="en-US" sz="2200" dirty="0"/>
              <a:t>Arbitrary precision types can define bit-accurate operators leading to better </a:t>
            </a:r>
            <a:r>
              <a:rPr lang="en-US" sz="2200" dirty="0" err="1"/>
              <a:t>QoR</a:t>
            </a:r>
            <a:endParaRPr lang="en-US" sz="2200" dirty="0"/>
          </a:p>
          <a:p>
            <a:r>
              <a:rPr lang="en-US" dirty="0"/>
              <a:t>Fixed point precision is supported in C++</a:t>
            </a:r>
          </a:p>
          <a:p>
            <a:pPr lvl="1"/>
            <a:r>
              <a:rPr lang="en-US" dirty="0"/>
              <a:t>Both signed (</a:t>
            </a:r>
            <a:r>
              <a:rPr lang="en-US" dirty="0" err="1"/>
              <a:t>ap_fixed</a:t>
            </a:r>
            <a:r>
              <a:rPr lang="en-US" dirty="0"/>
              <a:t>) and unsigned types (</a:t>
            </a:r>
            <a:r>
              <a:rPr lang="en-US" dirty="0" err="1"/>
              <a:t>ap_ufixed</a:t>
            </a:r>
            <a:r>
              <a:rPr lang="en-US" dirty="0"/>
              <a:t>)</a:t>
            </a:r>
          </a:p>
          <a:p>
            <a:endParaRPr lang="en-US" dirty="0"/>
          </a:p>
          <a:p>
            <a:endParaRPr lang="en-US" dirty="0"/>
          </a:p>
        </p:txBody>
      </p:sp>
      <p:sp>
        <p:nvSpPr>
          <p:cNvPr id="8" name="Slide Number Placeholder 7"/>
          <p:cNvSpPr>
            <a:spLocks noGrp="1"/>
          </p:cNvSpPr>
          <p:nvPr>
            <p:ph type="sldNum" sz="quarter" idx="4"/>
          </p:nvPr>
        </p:nvSpPr>
        <p:spPr/>
        <p:txBody>
          <a:bodyPr/>
          <a:lstStyle/>
          <a:p>
            <a:pPr>
              <a:defRPr/>
            </a:pPr>
            <a:r>
              <a:rPr lang="en-US" dirty="0"/>
              <a:t>Data Types 14- </a:t>
            </a:r>
            <a:fld id="{060BD193-E118-4B16-863C-C8C12C675E3E}" type="slidenum">
              <a:rPr lang="en-US" smtClean="0"/>
              <a:pPr>
                <a:defRPr/>
              </a:pPr>
              <a:t>52</a:t>
            </a:fld>
            <a:endParaRPr lang="en-US" dirty="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t>Summary</a:t>
            </a:r>
          </a:p>
        </p:txBody>
      </p:sp>
      <p:sp>
        <p:nvSpPr>
          <p:cNvPr id="8" name="Slide Number Placeholder 7"/>
          <p:cNvSpPr>
            <a:spLocks noGrp="1"/>
          </p:cNvSpPr>
          <p:nvPr>
            <p:ph type="sldNum" sz="quarter" idx="10"/>
          </p:nvPr>
        </p:nvSpPr>
        <p:spPr/>
        <p:txBody>
          <a:bodyPr/>
          <a:lstStyle/>
          <a:p>
            <a:pPr defTabSz="914400">
              <a:defRPr/>
            </a:pPr>
            <a:r>
              <a:rPr lang="en-US" dirty="0">
                <a:solidFill>
                  <a:srgbClr val="0C0C0C">
                    <a:tint val="75000"/>
                  </a:srgbClr>
                </a:solidFill>
                <a:latin typeface="Arial"/>
              </a:rPr>
              <a:t>Data Types 14- </a:t>
            </a:r>
            <a:fld id="{060BD193-E118-4B16-863C-C8C12C675E3E}" type="slidenum">
              <a:rPr lang="en-US">
                <a:solidFill>
                  <a:srgbClr val="0C0C0C">
                    <a:tint val="75000"/>
                  </a:srgbClr>
                </a:solidFill>
                <a:latin typeface="Arial"/>
              </a:rPr>
              <a:pPr defTabSz="914400">
                <a:defRPr/>
              </a:pPr>
              <a:t>53</a:t>
            </a:fld>
            <a:endParaRPr lang="en-US" dirty="0">
              <a:solidFill>
                <a:srgbClr val="0C0C0C">
                  <a:tint val="75000"/>
                </a:srgbClr>
              </a:solidFill>
              <a:latin typeface="Arial"/>
            </a:endParaRPr>
          </a:p>
        </p:txBody>
      </p:sp>
      <p:sp>
        <p:nvSpPr>
          <p:cNvPr id="2" name="Content Placeholder 1"/>
          <p:cNvSpPr>
            <a:spLocks noGrp="1"/>
          </p:cNvSpPr>
          <p:nvPr>
            <p:ph idx="4294967295"/>
          </p:nvPr>
        </p:nvSpPr>
        <p:spPr>
          <a:xfrm>
            <a:off x="1689101" y="1327150"/>
            <a:ext cx="10501312" cy="4268788"/>
          </a:xfrm>
        </p:spPr>
        <p:txBody>
          <a:bodyPr>
            <a:normAutofit/>
          </a:bodyPr>
          <a:lstStyle/>
          <a:p>
            <a:r>
              <a:rPr lang="en-US" sz="2400" dirty="0"/>
              <a:t>C and C++ have standard types created on the 8-bit boundary</a:t>
            </a:r>
          </a:p>
          <a:p>
            <a:pPr lvl="1"/>
            <a:r>
              <a:rPr lang="en-US" sz="2000" dirty="0"/>
              <a:t>char (8-bit), short (16-bit), </a:t>
            </a:r>
            <a:r>
              <a:rPr lang="en-US" sz="2000" dirty="0" err="1"/>
              <a:t>int</a:t>
            </a:r>
            <a:r>
              <a:rPr lang="en-US" sz="2000" dirty="0"/>
              <a:t> (32-bit), long </a:t>
            </a:r>
            <a:r>
              <a:rPr lang="en-US" sz="2000" dirty="0" err="1"/>
              <a:t>long</a:t>
            </a:r>
            <a:r>
              <a:rPr lang="en-US" sz="2000" dirty="0"/>
              <a:t> (64-bit)</a:t>
            </a:r>
          </a:p>
          <a:p>
            <a:r>
              <a:rPr lang="en-US" sz="2400" strike="sngStrike" dirty="0" err="1">
                <a:highlight>
                  <a:srgbClr val="FFFF00"/>
                </a:highlight>
              </a:rPr>
              <a:t>Vivado</a:t>
            </a:r>
            <a:r>
              <a:rPr lang="en-US" sz="2400" strike="sngStrike" dirty="0">
                <a:highlight>
                  <a:srgbClr val="FFFF00"/>
                </a:highlight>
              </a:rPr>
              <a:t> HLS supports </a:t>
            </a:r>
            <a:r>
              <a:rPr lang="en-US" sz="2400" strike="sngStrike" dirty="0" err="1">
                <a:highlight>
                  <a:srgbClr val="FFFF00"/>
                </a:highlight>
              </a:rPr>
              <a:t>SystemC</a:t>
            </a:r>
            <a:r>
              <a:rPr lang="en-US" sz="2400" strike="sngStrike" dirty="0">
                <a:highlight>
                  <a:srgbClr val="FFFF00"/>
                </a:highlight>
              </a:rPr>
              <a:t> 1.3 Synthesizable subset</a:t>
            </a:r>
          </a:p>
          <a:p>
            <a:r>
              <a:rPr lang="en-US" sz="2400" dirty="0"/>
              <a:t>Arbitrary precision in </a:t>
            </a:r>
            <a:r>
              <a:rPr lang="en-US" sz="2400" dirty="0">
                <a:highlight>
                  <a:srgbClr val="FFFF00"/>
                </a:highlight>
              </a:rPr>
              <a:t>C++ </a:t>
            </a:r>
            <a:r>
              <a:rPr lang="en-US" sz="2400" dirty="0"/>
              <a:t>is supported using </a:t>
            </a:r>
            <a:r>
              <a:rPr lang="en-US" sz="2400" strike="sngStrike" dirty="0" err="1">
                <a:highlight>
                  <a:srgbClr val="FFFF00"/>
                </a:highlight>
              </a:rPr>
              <a:t>apint</a:t>
            </a:r>
            <a:r>
              <a:rPr lang="en-US" sz="2400" strike="sngStrike" dirty="0">
                <a:highlight>
                  <a:srgbClr val="FFFF00"/>
                </a:highlight>
              </a:rPr>
              <a:t> and </a:t>
            </a:r>
            <a:r>
              <a:rPr lang="en-US" sz="2400" dirty="0" err="1"/>
              <a:t>ap_int</a:t>
            </a:r>
            <a:r>
              <a:rPr lang="en-US" sz="2400" dirty="0"/>
              <a:t> </a:t>
            </a:r>
            <a:r>
              <a:rPr lang="en-US" sz="2400" strike="sngStrike" dirty="0">
                <a:highlight>
                  <a:srgbClr val="FFFF00"/>
                </a:highlight>
              </a:rPr>
              <a:t>in C++</a:t>
            </a:r>
          </a:p>
          <a:p>
            <a:pPr lvl="1"/>
            <a:r>
              <a:rPr lang="en-US" sz="2200" strike="sngStrike" dirty="0"/>
              <a:t>Compile using </a:t>
            </a:r>
            <a:r>
              <a:rPr lang="en-US" sz="2200" strike="sngStrike" dirty="0" err="1"/>
              <a:t>apcc</a:t>
            </a:r>
            <a:r>
              <a:rPr lang="en-US" sz="2200" strike="sngStrike" dirty="0"/>
              <a:t> for arbitrary precision</a:t>
            </a:r>
          </a:p>
          <a:p>
            <a:pPr lvl="1"/>
            <a:r>
              <a:rPr lang="en-US" sz="2200" dirty="0"/>
              <a:t>Arbitrary precision types can define bit-accurate operators leading to better </a:t>
            </a:r>
            <a:r>
              <a:rPr lang="en-US" sz="2200" dirty="0" err="1"/>
              <a:t>QoR</a:t>
            </a:r>
            <a:endParaRPr lang="en-US" sz="2200" dirty="0"/>
          </a:p>
          <a:p>
            <a:r>
              <a:rPr lang="en-US" sz="2400" dirty="0"/>
              <a:t>Fixed point precision is supported in C++</a:t>
            </a:r>
          </a:p>
          <a:p>
            <a:pPr lvl="1"/>
            <a:r>
              <a:rPr lang="en-US" dirty="0"/>
              <a:t>Both signed (</a:t>
            </a:r>
            <a:r>
              <a:rPr lang="en-US" dirty="0" err="1"/>
              <a:t>ap_fixed</a:t>
            </a:r>
            <a:r>
              <a:rPr lang="en-US" dirty="0"/>
              <a:t>) and unsigned types (</a:t>
            </a:r>
            <a:r>
              <a:rPr lang="en-US" dirty="0" err="1"/>
              <a:t>ap_ufixed</a:t>
            </a:r>
            <a:r>
              <a:rPr lang="en-US" dirty="0"/>
              <a:t>)</a:t>
            </a:r>
          </a:p>
          <a:p>
            <a:endParaRPr lang="en-US" sz="2400" dirty="0"/>
          </a:p>
          <a:p>
            <a:endParaRPr lang="en-US"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t>Summary</a:t>
            </a:r>
          </a:p>
        </p:txBody>
      </p:sp>
      <p:sp>
        <p:nvSpPr>
          <p:cNvPr id="2" name="Content Placeholder 1"/>
          <p:cNvSpPr>
            <a:spLocks noGrp="1"/>
          </p:cNvSpPr>
          <p:nvPr>
            <p:ph idx="1"/>
          </p:nvPr>
        </p:nvSpPr>
        <p:spPr/>
        <p:txBody>
          <a:bodyPr>
            <a:normAutofit/>
          </a:bodyPr>
          <a:lstStyle/>
          <a:p>
            <a:r>
              <a:rPr lang="en-US" dirty="0"/>
              <a:t>Various quantization and overflow modes supported</a:t>
            </a:r>
          </a:p>
          <a:p>
            <a:pPr lvl="1"/>
            <a:r>
              <a:rPr lang="en-US" sz="2200" dirty="0"/>
              <a:t>Quantization</a:t>
            </a:r>
          </a:p>
          <a:p>
            <a:pPr lvl="2"/>
            <a:r>
              <a:rPr lang="en-US" sz="2000" dirty="0"/>
              <a:t>AP_RND, AP_RND_ZERO, AP_RND_MIN_INF, AP_RND_INF, AP_RND_CONV, AP_TRN, AP_TRN_ZERO</a:t>
            </a:r>
          </a:p>
          <a:p>
            <a:pPr lvl="1"/>
            <a:r>
              <a:rPr lang="en-US" sz="2200" dirty="0"/>
              <a:t>Overflow</a:t>
            </a:r>
          </a:p>
          <a:p>
            <a:pPr lvl="2"/>
            <a:r>
              <a:rPr lang="en-US" sz="2000" dirty="0"/>
              <a:t>AP_SAT, AP_SAT_ZERO, AP_SAT_SYM, AP_WRAP, AP_WRAP_SYM</a:t>
            </a:r>
          </a:p>
          <a:p>
            <a:r>
              <a:rPr lang="en-US" dirty="0"/>
              <a:t>Single- and double-precision floating point data types are supported</a:t>
            </a:r>
          </a:p>
          <a:p>
            <a:pPr lvl="1"/>
            <a:r>
              <a:rPr lang="en-US" sz="2200" dirty="0"/>
              <a:t>If a corresponding floating point core is available then it will automatically be used</a:t>
            </a:r>
          </a:p>
          <a:p>
            <a:pPr lvl="1"/>
            <a:r>
              <a:rPr lang="en-US" sz="2200" dirty="0"/>
              <a:t>If floating point core is not available then VITIS HLS will generate the RTL model</a:t>
            </a:r>
            <a:endParaRPr lang="en-US" dirty="0"/>
          </a:p>
        </p:txBody>
      </p:sp>
      <p:sp>
        <p:nvSpPr>
          <p:cNvPr id="8" name="Slide Number Placeholder 7"/>
          <p:cNvSpPr>
            <a:spLocks noGrp="1"/>
          </p:cNvSpPr>
          <p:nvPr>
            <p:ph type="sldNum" sz="quarter" idx="4"/>
          </p:nvPr>
        </p:nvSpPr>
        <p:spPr/>
        <p:txBody>
          <a:bodyPr/>
          <a:lstStyle/>
          <a:p>
            <a:pPr>
              <a:defRPr/>
            </a:pPr>
            <a:r>
              <a:rPr lang="en-US" dirty="0"/>
              <a:t>Data Types 14- </a:t>
            </a:r>
            <a:fld id="{060BD193-E118-4B16-863C-C8C12C675E3E}" type="slidenum">
              <a:rPr lang="en-US" smtClean="0"/>
              <a:pPr>
                <a:defRPr/>
              </a:pPr>
              <a:t>54</a:t>
            </a:fld>
            <a:endParaRPr lang="en-US" dirty="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t>Summary</a:t>
            </a:r>
          </a:p>
        </p:txBody>
      </p:sp>
      <p:sp>
        <p:nvSpPr>
          <p:cNvPr id="8" name="Slide Number Placeholder 7"/>
          <p:cNvSpPr>
            <a:spLocks noGrp="1"/>
          </p:cNvSpPr>
          <p:nvPr>
            <p:ph type="sldNum" sz="quarter" idx="10"/>
          </p:nvPr>
        </p:nvSpPr>
        <p:spPr/>
        <p:txBody>
          <a:bodyPr/>
          <a:lstStyle/>
          <a:p>
            <a:pPr defTabSz="914400">
              <a:defRPr/>
            </a:pPr>
            <a:r>
              <a:rPr lang="en-US" dirty="0">
                <a:solidFill>
                  <a:srgbClr val="0C0C0C">
                    <a:tint val="75000"/>
                  </a:srgbClr>
                </a:solidFill>
                <a:latin typeface="Arial"/>
              </a:rPr>
              <a:t>Data Types 14- </a:t>
            </a:r>
            <a:fld id="{060BD193-E118-4B16-863C-C8C12C675E3E}" type="slidenum">
              <a:rPr lang="en-US">
                <a:solidFill>
                  <a:srgbClr val="0C0C0C">
                    <a:tint val="75000"/>
                  </a:srgbClr>
                </a:solidFill>
                <a:latin typeface="Arial"/>
              </a:rPr>
              <a:pPr defTabSz="914400">
                <a:defRPr/>
              </a:pPr>
              <a:t>55</a:t>
            </a:fld>
            <a:endParaRPr lang="en-US" dirty="0">
              <a:solidFill>
                <a:srgbClr val="0C0C0C">
                  <a:tint val="75000"/>
                </a:srgbClr>
              </a:solidFill>
              <a:latin typeface="Arial"/>
            </a:endParaRPr>
          </a:p>
        </p:txBody>
      </p:sp>
      <p:sp>
        <p:nvSpPr>
          <p:cNvPr id="2" name="Content Placeholder 1"/>
          <p:cNvSpPr>
            <a:spLocks noGrp="1"/>
          </p:cNvSpPr>
          <p:nvPr>
            <p:ph idx="4294967295"/>
          </p:nvPr>
        </p:nvSpPr>
        <p:spPr>
          <a:xfrm>
            <a:off x="1689101" y="1327150"/>
            <a:ext cx="10501312" cy="4268788"/>
          </a:xfrm>
        </p:spPr>
        <p:txBody>
          <a:bodyPr>
            <a:normAutofit lnSpcReduction="10000"/>
          </a:bodyPr>
          <a:lstStyle/>
          <a:p>
            <a:r>
              <a:rPr lang="en-US" sz="2400" dirty="0"/>
              <a:t>Various quantization and overflow modes supported</a:t>
            </a:r>
          </a:p>
          <a:p>
            <a:pPr lvl="1"/>
            <a:r>
              <a:rPr lang="en-US" sz="2200" dirty="0"/>
              <a:t>Quantization</a:t>
            </a:r>
          </a:p>
          <a:p>
            <a:pPr lvl="2"/>
            <a:r>
              <a:rPr lang="en-US" sz="2000" dirty="0"/>
              <a:t>AP_RND, AP_RND_ZERO, AP_RND_MIN_INF, AP_RND_INF, AP_RND_CONV, AP_TRN, AP_TRN_ZERO</a:t>
            </a:r>
          </a:p>
          <a:p>
            <a:pPr lvl="1"/>
            <a:r>
              <a:rPr lang="en-US" sz="2200" dirty="0"/>
              <a:t>Overflow</a:t>
            </a:r>
          </a:p>
          <a:p>
            <a:pPr lvl="2"/>
            <a:r>
              <a:rPr lang="en-US" sz="2000" dirty="0"/>
              <a:t>AP_SAT, AP_SAT_ZERO, AP_SAT_SYM, AP_WRAP, AP_WRAP_SYM</a:t>
            </a:r>
          </a:p>
          <a:p>
            <a:r>
              <a:rPr lang="en-US" sz="2400" strike="sngStrike" dirty="0">
                <a:highlight>
                  <a:srgbClr val="FFFF00"/>
                </a:highlight>
              </a:rPr>
              <a:t>Half-, </a:t>
            </a:r>
            <a:r>
              <a:rPr lang="en-US" sz="2400" dirty="0"/>
              <a:t>single- and double-precision floating point data types are supported</a:t>
            </a:r>
          </a:p>
          <a:p>
            <a:pPr lvl="1"/>
            <a:r>
              <a:rPr lang="en-US" sz="2200" dirty="0"/>
              <a:t>If a corresponding floating point core is available then it will automatically be used</a:t>
            </a:r>
          </a:p>
          <a:p>
            <a:pPr lvl="1"/>
            <a:r>
              <a:rPr lang="en-US" sz="2200" dirty="0"/>
              <a:t>If floating point core is not available then </a:t>
            </a:r>
            <a:r>
              <a:rPr lang="en-US" sz="2200" dirty="0">
                <a:highlight>
                  <a:srgbClr val="FFFF00"/>
                </a:highlight>
              </a:rPr>
              <a:t>VITIS</a:t>
            </a:r>
            <a:r>
              <a:rPr lang="en-US" sz="2200" dirty="0"/>
              <a:t> HLS will generate the RTL model</a:t>
            </a:r>
            <a:endParaRPr lang="en-US"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321893642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300025359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Xilinx-5">
  <a:themeElements>
    <a:clrScheme name="Custom 1">
      <a:dk1>
        <a:srgbClr val="0C0C0C"/>
      </a:dk1>
      <a:lt1>
        <a:srgbClr val="FFFFFF"/>
      </a:lt1>
      <a:dk2>
        <a:srgbClr val="161C2E"/>
      </a:dk2>
      <a:lt2>
        <a:srgbClr val="5F5F5F"/>
      </a:lt2>
      <a:accent1>
        <a:srgbClr val="E20000"/>
      </a:accent1>
      <a:accent2>
        <a:srgbClr val="282D3F"/>
      </a:accent2>
      <a:accent3>
        <a:srgbClr val="8D919A"/>
      </a:accent3>
      <a:accent4>
        <a:srgbClr val="055C99"/>
      </a:accent4>
      <a:accent5>
        <a:srgbClr val="0D9079"/>
      </a:accent5>
      <a:accent6>
        <a:srgbClr val="00B2BA"/>
      </a:accent6>
      <a:hlink>
        <a:srgbClr val="055C99"/>
      </a:hlink>
      <a:folHlink>
        <a:srgbClr val="5F5F5F"/>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2"/>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xilinx-amd-corporate-ppt-template-2021" id="{7CC915E4-ED56-F440-A372-8A06D175C5EE}" vid="{9CD3E2E4-A2A3-2840-AEBD-8A66C2529386}"/>
    </a:ext>
  </a:extLst>
</a:theme>
</file>

<file path=ppt/theme/theme2.xml><?xml version="1.0" encoding="utf-8"?>
<a:theme xmlns:a="http://schemas.openxmlformats.org/drawingml/2006/main" name="1_Xilinx-5">
  <a:themeElements>
    <a:clrScheme name="Custom 1">
      <a:dk1>
        <a:srgbClr val="0C0C0C"/>
      </a:dk1>
      <a:lt1>
        <a:srgbClr val="FFFFFF"/>
      </a:lt1>
      <a:dk2>
        <a:srgbClr val="161C2E"/>
      </a:dk2>
      <a:lt2>
        <a:srgbClr val="7F7F7F"/>
      </a:lt2>
      <a:accent1>
        <a:srgbClr val="EB1C23"/>
      </a:accent1>
      <a:accent2>
        <a:srgbClr val="30364B"/>
      </a:accent2>
      <a:accent3>
        <a:srgbClr val="5F5F5F"/>
      </a:accent3>
      <a:accent4>
        <a:srgbClr val="1B3866"/>
      </a:accent4>
      <a:accent5>
        <a:srgbClr val="AC171F"/>
      </a:accent5>
      <a:accent6>
        <a:srgbClr val="1E640E"/>
      </a:accent6>
      <a:hlink>
        <a:srgbClr val="055C99"/>
      </a:hlink>
      <a:folHlink>
        <a:srgbClr val="5F5F5F"/>
      </a:folHlink>
    </a:clrScheme>
    <a:fontScheme name="Xilinx Temp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2"/>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Xilinx Template-2018_Final" id="{59614F72-ED6C-4F13-AF1A-893C27C977D5}" vid="{23EBD899-BF60-4C88-B6F9-094F3CC04C93}"/>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D13AA4F4-3B34-2743-ACD6-F6D573A82AF7}">
  <we:reference id="f9ac8e4d-ed29-46df-aca6-61a4f7a9a1d6" version="1.0.0.1" store="developer" storeType="Registry"/>
  <we:alternateReferences/>
  <we:properties/>
  <we:bindings/>
  <we:snapshot xmlns:r="http://schemas.openxmlformats.org/officeDocument/2006/relationships"/>
</we:webextension>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58A00A9B6178BD498632E37D0AD5CC8E" ma:contentTypeVersion="3" ma:contentTypeDescription="Create a new document." ma:contentTypeScope="" ma:versionID="fbaca91dc24b034817257c3a25d93af0">
  <xsd:schema xmlns:xsd="http://www.w3.org/2001/XMLSchema" xmlns:xs="http://www.w3.org/2001/XMLSchema" xmlns:p="http://schemas.microsoft.com/office/2006/metadata/properties" xmlns:ns2="ee71d666-e06f-4bed-b53d-75a975332d6d" targetNamespace="http://schemas.microsoft.com/office/2006/metadata/properties" ma:root="true" ma:fieldsID="14a92504b4f4f9b68fc7bcdaff1e0a50" ns2:_="">
    <xsd:import namespace="ee71d666-e06f-4bed-b53d-75a975332d6d"/>
    <xsd:element name="properties">
      <xsd:complexType>
        <xsd:sequence>
          <xsd:element name="documentManagement">
            <xsd:complexType>
              <xsd:all>
                <xsd:element ref="ns2:MediaServiceMetadata" minOccurs="0"/>
                <xsd:element ref="ns2:MediaServiceFast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e71d666-e06f-4bed-b53d-75a975332d6d"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7"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860316F9-D49B-43D3-B1A5-38BBC2E7659C}">
  <ds:schemaRefs>
    <ds:schemaRef ds:uri="http://purl.org/dc/terms/"/>
    <ds:schemaRef ds:uri="http://schemas.openxmlformats.org/package/2006/metadata/core-properties"/>
    <ds:schemaRef ds:uri="http://schemas.microsoft.com/office/2006/documentManagement/types"/>
    <ds:schemaRef ds:uri="http://schemas.microsoft.com/office/infopath/2007/PartnerControls"/>
    <ds:schemaRef ds:uri="ee71d666-e06f-4bed-b53d-75a975332d6d"/>
    <ds:schemaRef ds:uri="http://purl.org/dc/elements/1.1/"/>
    <ds:schemaRef ds:uri="http://schemas.microsoft.com/office/2006/metadata/properties"/>
    <ds:schemaRef ds:uri="http://www.w3.org/XML/1998/namespace"/>
    <ds:schemaRef ds:uri="http://purl.org/dc/dcmitype/"/>
  </ds:schemaRefs>
</ds:datastoreItem>
</file>

<file path=customXml/itemProps2.xml><?xml version="1.0" encoding="utf-8"?>
<ds:datastoreItem xmlns:ds="http://schemas.openxmlformats.org/officeDocument/2006/customXml" ds:itemID="{F4DF82DF-52AA-4D1D-AC7B-8F45A830CAFE}">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ee71d666-e06f-4bed-b53d-75a975332d6d"/>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ABE94A12-9E97-40EB-A974-3BC9F5C18103}">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
  <TotalTime>0</TotalTime>
  <Words>8117</Words>
  <Application>Microsoft Office PowerPoint</Application>
  <PresentationFormat>宽屏</PresentationFormat>
  <Paragraphs>1272</Paragraphs>
  <Slides>57</Slides>
  <Notes>32</Notes>
  <HiddenSlides>27</HiddenSlides>
  <MMClips>0</MMClips>
  <ScaleCrop>false</ScaleCrop>
  <HeadingPairs>
    <vt:vector size="6" baseType="variant">
      <vt:variant>
        <vt:lpstr>已用的字体</vt:lpstr>
      </vt:variant>
      <vt:variant>
        <vt:i4>9</vt:i4>
      </vt:variant>
      <vt:variant>
        <vt:lpstr>主题</vt:lpstr>
      </vt:variant>
      <vt:variant>
        <vt:i4>2</vt:i4>
      </vt:variant>
      <vt:variant>
        <vt:lpstr>幻灯片标题</vt:lpstr>
      </vt:variant>
      <vt:variant>
        <vt:i4>57</vt:i4>
      </vt:variant>
    </vt:vector>
  </HeadingPairs>
  <TitlesOfParts>
    <vt:vector size="68" baseType="lpstr">
      <vt:lpstr>Arial</vt:lpstr>
      <vt:lpstr>Calibri</vt:lpstr>
      <vt:lpstr>Consolas</vt:lpstr>
      <vt:lpstr>Courier New</vt:lpstr>
      <vt:lpstr>Microsoft Sans Serif</vt:lpstr>
      <vt:lpstr>Verdana</vt:lpstr>
      <vt:lpstr>Webdings</vt:lpstr>
      <vt:lpstr>Wingdings</vt:lpstr>
      <vt:lpstr>Wingdings 3</vt:lpstr>
      <vt:lpstr>Xilinx-5</vt:lpstr>
      <vt:lpstr>1_Xilinx-5</vt:lpstr>
      <vt:lpstr>Data Types</vt:lpstr>
      <vt:lpstr>Objectives</vt:lpstr>
      <vt:lpstr>Objectives</vt:lpstr>
      <vt:lpstr>Outline</vt:lpstr>
      <vt:lpstr>Data Types and Bit-Accuracy</vt:lpstr>
      <vt:lpstr>Data Types and Bit-Accuracy</vt:lpstr>
      <vt:lpstr>Why is arbitrary precision Needed?</vt:lpstr>
      <vt:lpstr>Why is arbitrary precision Needed?</vt:lpstr>
      <vt:lpstr>HLS &amp; C Types</vt:lpstr>
      <vt:lpstr>HLS &amp; C Types</vt:lpstr>
      <vt:lpstr>Arbitrary Precision Data Types</vt:lpstr>
      <vt:lpstr>Arbitrary Precision : C apint types </vt:lpstr>
      <vt:lpstr>Using apcc</vt:lpstr>
      <vt:lpstr>Integer Promotion</vt:lpstr>
      <vt:lpstr>C apint types: Bit-Selection &amp; Manipulation</vt:lpstr>
      <vt:lpstr>Arbitrary Precision : C++ ap_int types </vt:lpstr>
      <vt:lpstr>Arbitrary Precision : C++ ap_int types </vt:lpstr>
      <vt:lpstr>Microsoft Visual Studio Support</vt:lpstr>
      <vt:lpstr>AP_INT operators &amp; conversions</vt:lpstr>
      <vt:lpstr>AP_INT operators &amp; conversions</vt:lpstr>
      <vt:lpstr>AP_INT Bit Manipulation methods</vt:lpstr>
      <vt:lpstr>AP_INT Bit Manipulation methods</vt:lpstr>
      <vt:lpstr>Arbitrary Precision : C++ ap_fixed types </vt:lpstr>
      <vt:lpstr>Arbitrary Precision : C++ ap_fixed types </vt:lpstr>
      <vt:lpstr>Definition of ap_fixed type</vt:lpstr>
      <vt:lpstr>Definition of ap_fixed type</vt:lpstr>
      <vt:lpstr>Quantization Modes</vt:lpstr>
      <vt:lpstr>Quantization Modes</vt:lpstr>
      <vt:lpstr>Quantization Modes: Rounding </vt:lpstr>
      <vt:lpstr>Quantization Modes: Rounding </vt:lpstr>
      <vt:lpstr>Quantization Modes: Truncation</vt:lpstr>
      <vt:lpstr>Quantization Modes: Truncation</vt:lpstr>
      <vt:lpstr>Overflow Modes</vt:lpstr>
      <vt:lpstr>Overflow Modes</vt:lpstr>
      <vt:lpstr>Overflow Mode: Saturation</vt:lpstr>
      <vt:lpstr>Overflow Mode: Saturation</vt:lpstr>
      <vt:lpstr>Overflow Mode: Wrap Sign Magnitude</vt:lpstr>
      <vt:lpstr>Overflow Mode: Wrap Sign Magnitude</vt:lpstr>
      <vt:lpstr>AP_FIXED operators &amp; conversions</vt:lpstr>
      <vt:lpstr>AP_FIXED operators &amp; conversions</vt:lpstr>
      <vt:lpstr>AP_FIXED methods</vt:lpstr>
      <vt:lpstr>AP_FIXED methods</vt:lpstr>
      <vt:lpstr>Floating Point Support</vt:lpstr>
      <vt:lpstr>Floating Point Support</vt:lpstr>
      <vt:lpstr>Floating Point Support</vt:lpstr>
      <vt:lpstr>Half-Precision Floating Point Operations</vt:lpstr>
      <vt:lpstr>Floating-Point Cores</vt:lpstr>
      <vt:lpstr>Using Floating-Point Types Example</vt:lpstr>
      <vt:lpstr>Support for Math Functions</vt:lpstr>
      <vt:lpstr>Support for Math Functions</vt:lpstr>
      <vt:lpstr>Summary</vt:lpstr>
      <vt:lpstr>Summary</vt:lpstr>
      <vt:lpstr>Summary</vt:lpstr>
      <vt:lpstr>Summary</vt:lpstr>
      <vt:lpstr>Summary</vt:lpstr>
      <vt:lpstr>PowerPoint 演示文稿</vt:lpstr>
      <vt:lpstr>PowerPoint 演示文稿</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STOP (Read Instructions Below)</dc:title>
  <dc:subject/>
  <dc:creator/>
  <cp:keywords>Public</cp:keywords>
  <dc:description/>
  <cp:revision>2</cp:revision>
  <dcterms:created xsi:type="dcterms:W3CDTF">2019-10-16T21:50:31Z</dcterms:created>
  <dcterms:modified xsi:type="dcterms:W3CDTF">2022-04-13T18:25:46Z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XilinxClassification">
    <vt:lpwstr>Public</vt:lpwstr>
  </property>
  <property fmtid="{D5CDD505-2E9C-101B-9397-08002B2CF9AE}" pid="3" name="IDENTIFIER">
    <vt:lpwstr>12B622CE-7949-4BC8-8A85-7A5041597B9E</vt:lpwstr>
  </property>
  <property fmtid="{D5CDD505-2E9C-101B-9397-08002B2CF9AE}" pid="4" name="TitusGUID">
    <vt:lpwstr>3548715e-cfe1-4912-bc5d-ad0780d14868</vt:lpwstr>
  </property>
  <property fmtid="{D5CDD505-2E9C-101B-9397-08002B2CF9AE}" pid="5" name="ContentTypeId">
    <vt:lpwstr>0x01010058A00A9B6178BD498632E37D0AD5CC8E</vt:lpwstr>
  </property>
  <property fmtid="{D5CDD505-2E9C-101B-9397-08002B2CF9AE}" pid="6" name="VisualMarkings">
    <vt:lpwstr>Yes</vt:lpwstr>
  </property>
  <property fmtid="{D5CDD505-2E9C-101B-9397-08002B2CF9AE}" pid="7" name="PublicationYear">
    <vt:lpwstr>2022</vt:lpwstr>
  </property>
</Properties>
</file>