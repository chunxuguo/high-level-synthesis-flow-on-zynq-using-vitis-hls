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webextensions/taskpanes.xml" ContentType="application/vnd.ms-office.webextensiontaskpanes+xml"/>
  <Override PartName="/ppt/webextensions/webextension1.xml" ContentType="application/vnd.ms-office.webextens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thumbnail" Target="docProps/thumbnail.jpeg"/><Relationship Id="rId2" Type="http://schemas.openxmlformats.org/officeDocument/2006/relationships/officeDocument" Target="ppt/presentation.xml"/><Relationship Id="rId1" Type="http://schemas.microsoft.com/office/2011/relationships/webextensiontaskpanes" Target="ppt/webextensions/taskpanes.xml"/><Relationship Id="rId6" Type="http://schemas.openxmlformats.org/officeDocument/2006/relationships/custom-properties" Target="docProps/custom.xml"/><Relationship Id="rId5" Type="http://schemas.openxmlformats.org/officeDocument/2006/relationships/extended-properties" Target="docProps/app.xml"/><Relationship Id="rId4" Type="http://schemas.openxmlformats.org/package/2006/relationships/metadata/core-properties" Target="docProps/core.xml"/></Relationships>
</file>

<file path=ppt/presentation.xml><?xml version="1.0" encoding="utf-8"?>
<p:presentation xmlns:a="http://schemas.openxmlformats.org/drawingml/2006/main" xmlns:r="http://schemas.openxmlformats.org/officeDocument/2006/relationships" xmlns:p="http://schemas.openxmlformats.org/presentationml/2006/main" removePersonalInfoOnSave="1" saveSubsetFonts="1" autoCompressPictures="0">
  <p:sldMasterIdLst>
    <p:sldMasterId id="2147483930" r:id="rId4"/>
  </p:sldMasterIdLst>
  <p:notesMasterIdLst>
    <p:notesMasterId r:id="rId12"/>
  </p:notesMasterIdLst>
  <p:handoutMasterIdLst>
    <p:handoutMasterId r:id="rId13"/>
  </p:handoutMasterIdLst>
  <p:sldIdLst>
    <p:sldId id="1052" r:id="rId5"/>
    <p:sldId id="960" r:id="rId6"/>
    <p:sldId id="961" r:id="rId7"/>
    <p:sldId id="962" r:id="rId8"/>
    <p:sldId id="963" r:id="rId9"/>
    <p:sldId id="911" r:id="rId10"/>
    <p:sldId id="3731" r:id="rId11"/>
  </p:sldIdLst>
  <p:sldSz cx="12192000" cy="6858000"/>
  <p:notesSz cx="6858000" cy="9144000"/>
  <p:defaultTextStyle>
    <a:defPPr>
      <a:defRPr lang="en-US"/>
    </a:defPPr>
    <a:lvl1pPr marL="0" algn="l" defTabSz="914240" rtl="0" eaLnBrk="1" latinLnBrk="0" hangingPunct="1">
      <a:defRPr sz="1800" kern="1200">
        <a:solidFill>
          <a:schemeClr val="tx1"/>
        </a:solidFill>
        <a:latin typeface="+mn-lt"/>
        <a:ea typeface="+mn-ea"/>
        <a:cs typeface="+mn-cs"/>
      </a:defRPr>
    </a:lvl1pPr>
    <a:lvl2pPr marL="457120" algn="l" defTabSz="914240" rtl="0" eaLnBrk="1" latinLnBrk="0" hangingPunct="1">
      <a:defRPr sz="1800" kern="1200">
        <a:solidFill>
          <a:schemeClr val="tx1"/>
        </a:solidFill>
        <a:latin typeface="+mn-lt"/>
        <a:ea typeface="+mn-ea"/>
        <a:cs typeface="+mn-cs"/>
      </a:defRPr>
    </a:lvl2pPr>
    <a:lvl3pPr marL="914240" algn="l" defTabSz="914240" rtl="0" eaLnBrk="1" latinLnBrk="0" hangingPunct="1">
      <a:defRPr sz="1800" kern="1200">
        <a:solidFill>
          <a:schemeClr val="tx1"/>
        </a:solidFill>
        <a:latin typeface="+mn-lt"/>
        <a:ea typeface="+mn-ea"/>
        <a:cs typeface="+mn-cs"/>
      </a:defRPr>
    </a:lvl3pPr>
    <a:lvl4pPr marL="1371360" algn="l" defTabSz="914240" rtl="0" eaLnBrk="1" latinLnBrk="0" hangingPunct="1">
      <a:defRPr sz="1800" kern="1200">
        <a:solidFill>
          <a:schemeClr val="tx1"/>
        </a:solidFill>
        <a:latin typeface="+mn-lt"/>
        <a:ea typeface="+mn-ea"/>
        <a:cs typeface="+mn-cs"/>
      </a:defRPr>
    </a:lvl4pPr>
    <a:lvl5pPr marL="1828480" algn="l" defTabSz="914240" rtl="0" eaLnBrk="1" latinLnBrk="0" hangingPunct="1">
      <a:defRPr sz="1800" kern="1200">
        <a:solidFill>
          <a:schemeClr val="tx1"/>
        </a:solidFill>
        <a:latin typeface="+mn-lt"/>
        <a:ea typeface="+mn-ea"/>
        <a:cs typeface="+mn-cs"/>
      </a:defRPr>
    </a:lvl5pPr>
    <a:lvl6pPr marL="2285600" algn="l" defTabSz="914240" rtl="0" eaLnBrk="1" latinLnBrk="0" hangingPunct="1">
      <a:defRPr sz="1800" kern="1200">
        <a:solidFill>
          <a:schemeClr val="tx1"/>
        </a:solidFill>
        <a:latin typeface="+mn-lt"/>
        <a:ea typeface="+mn-ea"/>
        <a:cs typeface="+mn-cs"/>
      </a:defRPr>
    </a:lvl6pPr>
    <a:lvl7pPr marL="2742720" algn="l" defTabSz="914240" rtl="0" eaLnBrk="1" latinLnBrk="0" hangingPunct="1">
      <a:defRPr sz="1800" kern="1200">
        <a:solidFill>
          <a:schemeClr val="tx1"/>
        </a:solidFill>
        <a:latin typeface="+mn-lt"/>
        <a:ea typeface="+mn-ea"/>
        <a:cs typeface="+mn-cs"/>
      </a:defRPr>
    </a:lvl7pPr>
    <a:lvl8pPr marL="3199840" algn="l" defTabSz="914240" rtl="0" eaLnBrk="1" latinLnBrk="0" hangingPunct="1">
      <a:defRPr sz="1800" kern="1200">
        <a:solidFill>
          <a:schemeClr val="tx1"/>
        </a:solidFill>
        <a:latin typeface="+mn-lt"/>
        <a:ea typeface="+mn-ea"/>
        <a:cs typeface="+mn-cs"/>
      </a:defRPr>
    </a:lvl8pPr>
    <a:lvl9pPr marL="3656960" algn="l" defTabSz="91424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guide id="3" orient="horz" pos="1776"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E7E7E7"/>
    <a:srgbClr val="A21820"/>
    <a:srgbClr val="171C2D"/>
    <a:srgbClr val="F5811F"/>
    <a:srgbClr val="045C99"/>
    <a:srgbClr val="EB1C23"/>
    <a:srgbClr val="7F7F7F"/>
    <a:srgbClr val="0C0C0C"/>
    <a:srgbClr val="00B2BA"/>
    <a:srgbClr val="8D9199"/>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073A0DAA-6AF3-43AB-8588-CEC1D06C72B9}">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793D81CF-94F2-401A-BA57-92F5A7B2D0C5}" styleName="Medium Style 1">
    <a:wholeTbl>
      <a:tcTxStyle>
        <a:fontRef idx="minor">
          <a:scrgbClr r="0" g="0" b="0"/>
        </a:fontRef>
        <a:schemeClr val="dk1"/>
      </a:tcTxStyle>
      <a:tcStyle>
        <a:tcBdr>
          <a:left>
            <a:ln w="12700" cmpd="sng">
              <a:solidFill>
                <a:schemeClr val="dk1"/>
              </a:solidFill>
            </a:ln>
          </a:left>
          <a:right>
            <a:ln w="12700" cmpd="sng">
              <a:solidFill>
                <a:schemeClr val="dk1"/>
              </a:solidFill>
            </a:ln>
          </a:right>
          <a:top>
            <a:ln w="12700" cmpd="sng">
              <a:solidFill>
                <a:schemeClr val="dk1"/>
              </a:solidFill>
            </a:ln>
          </a:top>
          <a:bottom>
            <a:ln w="12700" cmpd="sng">
              <a:solidFill>
                <a:schemeClr val="dk1"/>
              </a:solidFill>
            </a:ln>
          </a:bottom>
          <a:insideH>
            <a:ln w="12700" cmpd="sng">
              <a:solidFill>
                <a:schemeClr val="dk1"/>
              </a:solid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tcStyle>
        <a:tcBdr/>
      </a:tcStyle>
    </a:lastCol>
    <a:firstCol>
      <a:tcTxStyle b="on"/>
      <a:tcStyle>
        <a:tcBdr/>
      </a:tcStyle>
    </a:firstCol>
    <a:lastRow>
      <a:tcTxStyle b="on"/>
      <a:tcStyle>
        <a:tcBdr>
          <a:top>
            <a:ln w="50800" cmpd="dbl">
              <a:solidFill>
                <a:schemeClr val="dk1"/>
              </a:solidFill>
            </a:ln>
          </a:top>
        </a:tcBdr>
        <a:fill>
          <a:solidFill>
            <a:schemeClr val="lt1"/>
          </a:solidFill>
        </a:fill>
      </a:tcStyle>
    </a:lastRow>
    <a:firstRow>
      <a:tcTxStyle b="on">
        <a:fontRef idx="minor">
          <a:scrgbClr r="0" g="0" b="0"/>
        </a:fontRef>
        <a:schemeClr val="lt1"/>
      </a:tcTxStyle>
      <a:tcStyle>
        <a:tcBdr/>
        <a:fill>
          <a:solidFill>
            <a:schemeClr val="dk1"/>
          </a:solidFill>
        </a:fill>
      </a:tcStyle>
    </a:firstRow>
  </a:tblStyle>
  <a:tblStyle styleId="{8EC20E35-A176-4012-BC5E-935CFFF8708E}" styleName="Medium Style 3">
    <a:wholeTbl>
      <a:tcTxStyle>
        <a:fontRef idx="minor"/>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dk1"/>
          </a:solidFill>
        </a:fill>
      </a:tcStyle>
    </a:lastCol>
    <a:firstCol>
      <a:tcTxStyle b="on">
        <a:fontRef idx="minor">
          <a:scrgbClr r="0" g="0" b="0"/>
        </a:fontRef>
        <a:schemeClr val="lt1"/>
      </a:tcTxStyle>
      <a:tcStyle>
        <a:tcBdr/>
        <a:fill>
          <a:solidFill>
            <a:schemeClr val="dk1"/>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dk1"/>
          </a:solidFill>
        </a:fill>
      </a:tcStyle>
    </a:firstRow>
  </a:tblStyle>
  <a:tblStyle styleId="{616DA210-FB5B-4158-B5E0-FEB733F419BA}" styleName="Light Style 3">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band1H>
      <a:tcStyle>
        <a:tcBdr/>
        <a:fill>
          <a:solidFill>
            <a:schemeClr val="tx1">
              <a:alpha val="20000"/>
            </a:schemeClr>
          </a:solidFill>
        </a:fill>
      </a:tcStyle>
    </a:band1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50800" cmpd="dbl">
              <a:solidFill>
                <a:schemeClr val="tx1"/>
              </a:solidFill>
            </a:ln>
          </a:top>
        </a:tcBdr>
        <a:fill>
          <a:noFill/>
        </a:fill>
      </a:tcStyle>
    </a:lastRow>
    <a:firstRow>
      <a:tcTxStyle b="on"/>
      <a:tcStyle>
        <a:tcBdr>
          <a:bottom>
            <a:ln w="25400" cmpd="sng">
              <a:solidFill>
                <a:schemeClr val="tx1"/>
              </a:solidFill>
            </a:ln>
          </a:bottom>
        </a:tcBdr>
        <a:fill>
          <a:noFill/>
        </a:fill>
      </a:tcStyle>
    </a:firstRow>
  </a:tblStyle>
  <a:tblStyle styleId="{93296810-A885-4BE3-A3E7-6D5BEEA58F35}" styleName="Medium Style 2 - Accent 6">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6">
              <a:tint val="20000"/>
            </a:schemeClr>
          </a:solidFill>
        </a:fill>
      </a:tcStyle>
    </a:wholeTbl>
    <a:band1H>
      <a:tcStyle>
        <a:tcBdr/>
        <a:fill>
          <a:solidFill>
            <a:schemeClr val="accent6">
              <a:tint val="40000"/>
            </a:schemeClr>
          </a:solidFill>
        </a:fill>
      </a:tcStyle>
    </a:band1H>
    <a:band2H>
      <a:tcStyle>
        <a:tcBdr/>
      </a:tcStyle>
    </a:band2H>
    <a:band1V>
      <a:tcStyle>
        <a:tcBdr/>
        <a:fill>
          <a:solidFill>
            <a:schemeClr val="accent6">
              <a:tint val="40000"/>
            </a:schemeClr>
          </a:solidFill>
        </a:fill>
      </a:tcStyle>
    </a:band1V>
    <a:band2V>
      <a:tcStyle>
        <a:tcBdr/>
      </a:tcStyle>
    </a:band2V>
    <a:lastCol>
      <a:tcTxStyle b="on">
        <a:fontRef idx="minor">
          <a:prstClr val="black"/>
        </a:fontRef>
        <a:schemeClr val="lt1"/>
      </a:tcTxStyle>
      <a:tcStyle>
        <a:tcBdr/>
        <a:fill>
          <a:solidFill>
            <a:schemeClr val="accent6"/>
          </a:solidFill>
        </a:fill>
      </a:tcStyle>
    </a:lastCol>
    <a:firstCol>
      <a:tcTxStyle b="on">
        <a:fontRef idx="minor">
          <a:prstClr val="black"/>
        </a:fontRef>
        <a:schemeClr val="lt1"/>
      </a:tcTxStyle>
      <a:tcStyle>
        <a:tcBdr/>
        <a:fill>
          <a:solidFill>
            <a:schemeClr val="accent6"/>
          </a:solidFill>
        </a:fill>
      </a:tcStyle>
    </a:firstCol>
    <a:lastRow>
      <a:tcTxStyle b="on">
        <a:fontRef idx="minor">
          <a:prstClr val="black"/>
        </a:fontRef>
        <a:schemeClr val="lt1"/>
      </a:tcTxStyle>
      <a:tcStyle>
        <a:tcBdr>
          <a:top>
            <a:ln w="38100" cmpd="sng">
              <a:solidFill>
                <a:schemeClr val="lt1"/>
              </a:solidFill>
            </a:ln>
          </a:top>
        </a:tcBdr>
        <a:fill>
          <a:solidFill>
            <a:schemeClr val="accent6"/>
          </a:solidFill>
        </a:fill>
      </a:tcStyle>
    </a:lastRow>
    <a:firstRow>
      <a:tcTxStyle b="on">
        <a:fontRef idx="minor">
          <a:prstClr val="black"/>
        </a:fontRef>
        <a:schemeClr val="lt1"/>
      </a:tcTxStyle>
      <a:tcStyle>
        <a:tcBdr>
          <a:bottom>
            <a:ln w="38100" cmpd="sng">
              <a:solidFill>
                <a:schemeClr val="lt1"/>
              </a:solidFill>
            </a:ln>
          </a:bottom>
        </a:tcBdr>
        <a:fill>
          <a:solidFill>
            <a:schemeClr val="accent6"/>
          </a:solidFill>
        </a:fill>
      </a:tcStyle>
    </a:firstRow>
  </a:tblStyle>
  <a:tblStyle styleId="{7E9639D4-E3E2-4D34-9284-5A2195B3D0D7}" styleName="Light Style 2">
    <a:wholeTbl>
      <a:tcTxStyle>
        <a:fontRef idx="minor">
          <a:scrgbClr r="0" g="0" b="0"/>
        </a:fontRef>
        <a:schemeClr val="tx1"/>
      </a:tcTxStyle>
      <a:tcStyle>
        <a:tcBdr>
          <a:left>
            <a:lnRef idx="1">
              <a:schemeClr val="tx1"/>
            </a:lnRef>
          </a:left>
          <a:right>
            <a:lnRef idx="1">
              <a:schemeClr val="tx1"/>
            </a:lnRef>
          </a:right>
          <a:top>
            <a:lnRef idx="1">
              <a:schemeClr val="tx1"/>
            </a:lnRef>
          </a:top>
          <a:bottom>
            <a:lnRef idx="1">
              <a:schemeClr val="tx1"/>
            </a:lnRef>
          </a:bottom>
          <a:insideH>
            <a:ln>
              <a:noFill/>
            </a:ln>
          </a:insideH>
          <a:insideV>
            <a:ln>
              <a:noFill/>
            </a:ln>
          </a:insideV>
        </a:tcBdr>
        <a:fill>
          <a:noFill/>
        </a:fill>
      </a:tcStyle>
    </a:wholeTbl>
    <a:band1H>
      <a:tcStyle>
        <a:tcBdr>
          <a:top>
            <a:lnRef idx="1">
              <a:schemeClr val="tx1"/>
            </a:lnRef>
          </a:top>
          <a:bottom>
            <a:lnRef idx="1">
              <a:schemeClr val="tx1"/>
            </a:lnRef>
          </a:bottom>
        </a:tcBdr>
      </a:tcStyle>
    </a:band1H>
    <a:band1V>
      <a:tcStyle>
        <a:tcBdr>
          <a:left>
            <a:lnRef idx="1">
              <a:schemeClr val="tx1"/>
            </a:lnRef>
          </a:left>
          <a:right>
            <a:lnRef idx="1">
              <a:schemeClr val="tx1"/>
            </a:lnRef>
          </a:right>
        </a:tcBdr>
      </a:tcStyle>
    </a:band1V>
    <a:band2V>
      <a:tcStyle>
        <a:tcBdr>
          <a:left>
            <a:lnRef idx="1">
              <a:schemeClr val="tx1"/>
            </a:lnRef>
          </a:left>
          <a:right>
            <a:lnRef idx="1">
              <a:schemeClr val="tx1"/>
            </a:lnRef>
          </a:right>
        </a:tcBdr>
      </a:tcStyle>
    </a:band2V>
    <a:lastCol>
      <a:tcTxStyle b="on"/>
      <a:tcStyle>
        <a:tcBdr/>
      </a:tcStyle>
    </a:lastCol>
    <a:firstCol>
      <a:tcTxStyle b="on"/>
      <a:tcStyle>
        <a:tcBdr/>
      </a:tcStyle>
    </a:firstCol>
    <a:lastRow>
      <a:tcTxStyle b="on"/>
      <a:tcStyle>
        <a:tcBdr>
          <a:top>
            <a:ln w="50800" cmpd="dbl">
              <a:solidFill>
                <a:schemeClr val="tx1"/>
              </a:solidFill>
            </a:ln>
          </a:top>
        </a:tcBdr>
      </a:tcStyle>
    </a:lastRow>
    <a:firstRow>
      <a:tcTxStyle b="on">
        <a:fontRef idx="minor">
          <a:scrgbClr r="0" g="0" b="0"/>
        </a:fontRef>
        <a:schemeClr val="bg1"/>
      </a:tcTxStyle>
      <a:tcStyle>
        <a:tcBdr/>
        <a:fillRef idx="1">
          <a:schemeClr val="tx1"/>
        </a:fillRef>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9DCAF9ED-07DC-4A11-8D7F-57B35C25682E}" styleName="Medium Style 1 - Accent 2">
    <a:wholeTbl>
      <a:tcTxStyle>
        <a:fontRef idx="minor">
          <a:scrgbClr r="0" g="0" b="0"/>
        </a:fontRef>
        <a:schemeClr val="dk1"/>
      </a:tcTxStyle>
      <a:tcStyle>
        <a:tcBdr>
          <a:left>
            <a:ln w="12700" cmpd="sng">
              <a:solidFill>
                <a:schemeClr val="accent2"/>
              </a:solidFill>
            </a:ln>
          </a:left>
          <a:right>
            <a:ln w="12700" cmpd="sng">
              <a:solidFill>
                <a:schemeClr val="accent2"/>
              </a:solidFill>
            </a:ln>
          </a:right>
          <a:top>
            <a:ln w="12700" cmpd="sng">
              <a:solidFill>
                <a:schemeClr val="accent2"/>
              </a:solidFill>
            </a:ln>
          </a:top>
          <a:bottom>
            <a:ln w="12700" cmpd="sng">
              <a:solidFill>
                <a:schemeClr val="accent2"/>
              </a:solidFill>
            </a:ln>
          </a:bottom>
          <a:insideH>
            <a:ln w="12700" cmpd="sng">
              <a:solidFill>
                <a:schemeClr val="accent2"/>
              </a:solidFill>
            </a:ln>
          </a:insideH>
          <a:insideV>
            <a:ln>
              <a:noFill/>
            </a:ln>
          </a:insideV>
        </a:tcBdr>
        <a:fill>
          <a:solidFill>
            <a:schemeClr val="lt1"/>
          </a:solidFill>
        </a:fill>
      </a:tcStyle>
    </a:wholeTbl>
    <a:band1H>
      <a:tcStyle>
        <a:tcBdr/>
        <a:fill>
          <a:solidFill>
            <a:schemeClr val="accent2">
              <a:tint val="20000"/>
            </a:schemeClr>
          </a:solidFill>
        </a:fill>
      </a:tcStyle>
    </a:band1H>
    <a:band1V>
      <a:tcStyle>
        <a:tcBdr/>
        <a:fill>
          <a:solidFill>
            <a:schemeClr val="accent2">
              <a:tint val="20000"/>
            </a:schemeClr>
          </a:solidFill>
        </a:fill>
      </a:tcStyle>
    </a:band1V>
    <a:lastCol>
      <a:tcTxStyle b="on"/>
      <a:tcStyle>
        <a:tcBdr/>
      </a:tcStyle>
    </a:lastCol>
    <a:firstCol>
      <a:tcTxStyle b="on"/>
      <a:tcStyle>
        <a:tcBdr/>
      </a:tcStyle>
    </a:firstCol>
    <a:lastRow>
      <a:tcTxStyle b="on"/>
      <a:tcStyle>
        <a:tcBdr>
          <a:top>
            <a:ln w="50800" cmpd="dbl">
              <a:solidFill>
                <a:schemeClr val="accent2"/>
              </a:solidFill>
            </a:ln>
          </a:top>
        </a:tcBdr>
        <a:fill>
          <a:solidFill>
            <a:schemeClr val="lt1"/>
          </a:solidFill>
        </a:fill>
      </a:tcStyle>
    </a:lastRow>
    <a:firstRow>
      <a:tcTxStyle b="on">
        <a:fontRef idx="minor">
          <a:scrgbClr r="0" g="0" b="0"/>
        </a:fontRef>
        <a:schemeClr val="lt1"/>
      </a:tcTxStyle>
      <a:tcStyle>
        <a:tcBdr/>
        <a:fill>
          <a:solidFill>
            <a:schemeClr val="accent2"/>
          </a:solidFill>
        </a:fill>
      </a:tcStyle>
    </a:firstRow>
  </a:tblStyle>
  <a:tblStyle styleId="{72833802-FEF1-4C79-8D5D-14CF1EAF98D9}" styleName="Light Style 2 - Accent 2">
    <a:wholeTbl>
      <a:tcTxStyle>
        <a:fontRef idx="minor">
          <a:scrgbClr r="0" g="0" b="0"/>
        </a:fontRef>
        <a:schemeClr val="tx1"/>
      </a:tcTxStyle>
      <a:tcStyle>
        <a:tcBdr>
          <a:left>
            <a:lnRef idx="1">
              <a:schemeClr val="accent2"/>
            </a:lnRef>
          </a:left>
          <a:right>
            <a:lnRef idx="1">
              <a:schemeClr val="accent2"/>
            </a:lnRef>
          </a:right>
          <a:top>
            <a:lnRef idx="1">
              <a:schemeClr val="accent2"/>
            </a:lnRef>
          </a:top>
          <a:bottom>
            <a:lnRef idx="1">
              <a:schemeClr val="accent2"/>
            </a:lnRef>
          </a:bottom>
          <a:insideH>
            <a:ln>
              <a:noFill/>
            </a:ln>
          </a:insideH>
          <a:insideV>
            <a:ln>
              <a:noFill/>
            </a:ln>
          </a:insideV>
        </a:tcBdr>
        <a:fill>
          <a:noFill/>
        </a:fill>
      </a:tcStyle>
    </a:wholeTbl>
    <a:band1H>
      <a:tcStyle>
        <a:tcBdr>
          <a:top>
            <a:lnRef idx="1">
              <a:schemeClr val="accent2"/>
            </a:lnRef>
          </a:top>
          <a:bottom>
            <a:lnRef idx="1">
              <a:schemeClr val="accent2"/>
            </a:lnRef>
          </a:bottom>
        </a:tcBdr>
      </a:tcStyle>
    </a:band1H>
    <a:band1V>
      <a:tcStyle>
        <a:tcBdr>
          <a:left>
            <a:lnRef idx="1">
              <a:schemeClr val="accent2"/>
            </a:lnRef>
          </a:left>
          <a:right>
            <a:lnRef idx="1">
              <a:schemeClr val="accent2"/>
            </a:lnRef>
          </a:right>
        </a:tcBdr>
      </a:tcStyle>
    </a:band1V>
    <a:band2V>
      <a:tcStyle>
        <a:tcBdr>
          <a:left>
            <a:lnRef idx="1">
              <a:schemeClr val="accent2"/>
            </a:lnRef>
          </a:left>
          <a:right>
            <a:lnRef idx="1">
              <a:schemeClr val="accent2"/>
            </a:lnRef>
          </a:right>
        </a:tcBdr>
      </a:tcStyle>
    </a:band2V>
    <a:lastCol>
      <a:tcTxStyle b="on"/>
      <a:tcStyle>
        <a:tcBdr/>
      </a:tcStyle>
    </a:lastCol>
    <a:firstCol>
      <a:tcTxStyle b="on"/>
      <a:tcStyle>
        <a:tcBdr/>
      </a:tcStyle>
    </a:firstCol>
    <a:lastRow>
      <a:tcTxStyle b="on"/>
      <a:tcStyle>
        <a:tcBdr>
          <a:top>
            <a:ln w="50800" cmpd="dbl">
              <a:solidFill>
                <a:schemeClr val="accent2"/>
              </a:solidFill>
            </a:ln>
          </a:top>
        </a:tcBdr>
      </a:tcStyle>
    </a:lastRow>
    <a:firstRow>
      <a:tcTxStyle b="on">
        <a:fontRef idx="minor">
          <a:scrgbClr r="0" g="0" b="0"/>
        </a:fontRef>
        <a:schemeClr val="bg1"/>
      </a:tcTxStyle>
      <a:tcStyle>
        <a:tcBdr/>
        <a:fillRef idx="1">
          <a:schemeClr val="accent2"/>
        </a:fillRef>
      </a:tcStyle>
    </a:firstRow>
  </a:tblStyle>
  <a:tblStyle styleId="{85BE263C-DBD7-4A20-BB59-AAB30ACAA65A}" styleName="Medium Style 3 - Accent 2">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2"/>
          </a:solidFill>
        </a:fill>
      </a:tcStyle>
    </a:lastCol>
    <a:firstCol>
      <a:tcTxStyle b="on">
        <a:fontRef idx="minor">
          <a:scrgbClr r="0" g="0" b="0"/>
        </a:fontRef>
        <a:schemeClr val="lt1"/>
      </a:tcTxStyle>
      <a:tcStyle>
        <a:tcBdr/>
        <a:fill>
          <a:solidFill>
            <a:schemeClr val="accent2"/>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2"/>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6E25E649-3F16-4E02-A733-19D2CDBF48F0}" styleName="Medium Style 3 - Accent 1">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1"/>
          </a:solidFill>
        </a:fill>
      </a:tcStyle>
    </a:lastCol>
    <a:firstCol>
      <a:tcTxStyle b="on">
        <a:fontRef idx="minor">
          <a:scrgbClr r="0" g="0" b="0"/>
        </a:fontRef>
        <a:schemeClr val="lt1"/>
      </a:tcTxStyle>
      <a:tcStyle>
        <a:tcBdr/>
        <a:fill>
          <a:solidFill>
            <a:schemeClr val="accent1"/>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1"/>
          </a:solidFill>
        </a:fill>
      </a:tcStyle>
    </a:firstRow>
  </a:tblStyle>
  <a:tblStyle styleId="{EB344D84-9AFB-497E-A393-DC336BA19D2E}" styleName="Medium Style 3 - Accent 3">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3"/>
          </a:solidFill>
        </a:fill>
      </a:tcStyle>
    </a:lastCol>
    <a:firstCol>
      <a:tcTxStyle b="on">
        <a:fontRef idx="minor">
          <a:scrgbClr r="0" g="0" b="0"/>
        </a:fontRef>
        <a:schemeClr val="lt1"/>
      </a:tcTxStyle>
      <a:tcStyle>
        <a:tcBdr/>
        <a:fill>
          <a:solidFill>
            <a:schemeClr val="accent3"/>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3"/>
          </a:solidFill>
        </a:fill>
      </a:tcStyle>
    </a:firstRow>
  </a:tblStyle>
  <a:tblStyle styleId="{EB9631B5-78F2-41C9-869B-9F39066F8104}" styleName="Medium Style 3 - Accent 4">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4"/>
          </a:solidFill>
        </a:fill>
      </a:tcStyle>
    </a:lastCol>
    <a:firstCol>
      <a:tcTxStyle b="on">
        <a:fontRef idx="minor">
          <a:scrgbClr r="0" g="0" b="0"/>
        </a:fontRef>
        <a:schemeClr val="lt1"/>
      </a:tcTxStyle>
      <a:tcStyle>
        <a:tcBdr/>
        <a:fill>
          <a:solidFill>
            <a:schemeClr val="accent4"/>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4"/>
          </a:solidFill>
        </a:fill>
      </a:tcStyle>
    </a:firstRow>
  </a:tblStyle>
  <a:tblStyle styleId="{74C1A8A3-306A-4EB7-A6B1-4F7E0EB9C5D6}" styleName="Medium Style 3 - Accent 5">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5"/>
          </a:solidFill>
        </a:fill>
      </a:tcStyle>
    </a:lastCol>
    <a:firstCol>
      <a:tcTxStyle b="on">
        <a:fontRef idx="minor">
          <a:scrgbClr r="0" g="0" b="0"/>
        </a:fontRef>
        <a:schemeClr val="lt1"/>
      </a:tcTxStyle>
      <a:tcStyle>
        <a:tcBdr/>
        <a:fill>
          <a:solidFill>
            <a:schemeClr val="accent5"/>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5"/>
          </a:solidFill>
        </a:fill>
      </a:tcStyle>
    </a:firstRow>
  </a:tblStyle>
  <a:tblStyle styleId="{2A488322-F2BA-4B5B-9748-0D474271808F}" styleName="Medium Style 3 - Accent 6">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6"/>
          </a:solidFill>
        </a:fill>
      </a:tcStyle>
    </a:lastCol>
    <a:firstCol>
      <a:tcTxStyle b="on">
        <a:fontRef idx="minor">
          <a:scrgbClr r="0" g="0" b="0"/>
        </a:fontRef>
        <a:schemeClr val="lt1"/>
      </a:tcTxStyle>
      <a:tcStyle>
        <a:tcBdr/>
        <a:fill>
          <a:solidFill>
            <a:schemeClr val="accent6"/>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6"/>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24718"/>
    <p:restoredTop sz="94694"/>
  </p:normalViewPr>
  <p:slideViewPr>
    <p:cSldViewPr snapToGrid="0">
      <p:cViewPr varScale="1">
        <p:scale>
          <a:sx n="70" d="100"/>
          <a:sy n="70" d="100"/>
        </p:scale>
        <p:origin x="82" y="293"/>
      </p:cViewPr>
      <p:guideLst>
        <p:guide orient="horz" pos="2160"/>
        <p:guide pos="3840"/>
        <p:guide orient="horz" pos="1776"/>
      </p:guideLst>
    </p:cSldViewPr>
  </p:slideViewPr>
  <p:notesTextViewPr>
    <p:cViewPr>
      <p:scale>
        <a:sx n="1" d="1"/>
        <a:sy n="1" d="1"/>
      </p:scale>
      <p:origin x="0" y="0"/>
    </p:cViewPr>
  </p:notesTextViewPr>
  <p:notesViewPr>
    <p:cSldViewPr snapToGrid="0">
      <p:cViewPr>
        <p:scale>
          <a:sx n="1" d="2"/>
          <a:sy n="1" d="2"/>
        </p:scale>
        <p:origin x="0" y="0"/>
      </p:cViewPr>
      <p:guideLst/>
    </p:cSldViewPr>
  </p:notes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handoutMaster" Target="handoutMasters/handoutMaster1.xml"/><Relationship Id="rId3" Type="http://schemas.openxmlformats.org/officeDocument/2006/relationships/customXml" Target="../customXml/item3.xml"/><Relationship Id="rId7" Type="http://schemas.openxmlformats.org/officeDocument/2006/relationships/slide" Target="slides/slide3.xml"/><Relationship Id="rId12" Type="http://schemas.openxmlformats.org/officeDocument/2006/relationships/notesMaster" Target="notesMasters/notesMaster1.xml"/><Relationship Id="rId17" Type="http://schemas.openxmlformats.org/officeDocument/2006/relationships/tableStyles" Target="tableStyles.xml"/><Relationship Id="rId2" Type="http://schemas.openxmlformats.org/officeDocument/2006/relationships/customXml" Target="../customXml/item2.xml"/><Relationship Id="rId16" Type="http://schemas.openxmlformats.org/officeDocument/2006/relationships/theme" Target="theme/theme1.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5" Type="http://schemas.openxmlformats.org/officeDocument/2006/relationships/slide" Target="slides/slide1.xml"/><Relationship Id="rId15" Type="http://schemas.openxmlformats.org/officeDocument/2006/relationships/viewProps" Target="viewProps.xml"/><Relationship Id="rId10" Type="http://schemas.openxmlformats.org/officeDocument/2006/relationships/slide" Target="slides/slide6.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presProps" Target="presProp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279EEC3C-A001-4107-B54E-3DA93EFF18E7}" type="datetimeFigureOut">
              <a:rPr lang="en-US" smtClean="0"/>
              <a:t>4/14/2022</a:t>
            </a:fld>
            <a:endParaRPr lang="en-US"/>
          </a:p>
        </p:txBody>
      </p:sp>
      <p:sp>
        <p:nvSpPr>
          <p:cNvPr id="4" name="Footer Placeholder 3"/>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16F9C473-A00E-481E-A6E8-16CFC626F81B}"/>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AF16447F-F8B4-4CE6-9C1A-CBB4604770CA}" type="slidenum">
              <a:rPr lang="en-US" smtClean="0"/>
              <a:t>‹#›</a:t>
            </a:fld>
            <a:endParaRPr lang="en-US"/>
          </a:p>
        </p:txBody>
      </p:sp>
    </p:spTree>
    <p:extLst>
      <p:ext uri="{BB962C8B-B14F-4D97-AF65-F5344CB8AC3E}">
        <p14:creationId xmlns:p14="http://schemas.microsoft.com/office/powerpoint/2010/main" val="192967784"/>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atin typeface="Arial" panose="020B0604020202020204" pitchFamily="34" charset="0"/>
                <a:cs typeface="Arial" panose="020B0604020202020204" pitchFamily="34" charset="0"/>
              </a:defRPr>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atin typeface="Arial" panose="020B0604020202020204" pitchFamily="34" charset="0"/>
                <a:cs typeface="Arial" panose="020B0604020202020204" pitchFamily="34" charset="0"/>
              </a:defRPr>
            </a:lvl1pPr>
          </a:lstStyle>
          <a:p>
            <a:fld id="{396E16B4-3FB2-4CDC-BEBF-CD70C72EF480}" type="datetimeFigureOut">
              <a:rPr lang="en-US" smtClean="0"/>
              <a:pPr/>
              <a:t>4/14/2022</a:t>
            </a:fld>
            <a:endParaRPr lang="en-US"/>
          </a:p>
        </p:txBody>
      </p:sp>
      <p:sp>
        <p:nvSpPr>
          <p:cNvPr id="4" name="Slide Image Placeholder 3"/>
          <p:cNvSpPr>
            <a:spLocks noGrp="1" noRot="1" noChangeAspect="1"/>
          </p:cNvSpPr>
          <p:nvPr>
            <p:ph type="sldImg" idx="2"/>
          </p:nvPr>
        </p:nvSpPr>
        <p:spPr>
          <a:xfrm>
            <a:off x="381000" y="838200"/>
            <a:ext cx="6096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atin typeface="Arial" panose="020B0604020202020204" pitchFamily="34" charset="0"/>
                <a:cs typeface="Arial" panose="020B0604020202020204" pitchFamily="34" charset="0"/>
              </a:defRPr>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atin typeface="Arial" panose="020B0604020202020204" pitchFamily="34" charset="0"/>
                <a:cs typeface="Arial" panose="020B0604020202020204" pitchFamily="34" charset="0"/>
              </a:defRPr>
            </a:lvl1pPr>
          </a:lstStyle>
          <a:p>
            <a:fld id="{A9D42829-8409-4711-B36D-25AE5703B863}" type="slidenum">
              <a:rPr lang="en-US" smtClean="0"/>
              <a:pPr/>
              <a:t>‹#›</a:t>
            </a:fld>
            <a:endParaRPr lang="en-US"/>
          </a:p>
        </p:txBody>
      </p:sp>
    </p:spTree>
    <p:extLst>
      <p:ext uri="{BB962C8B-B14F-4D97-AF65-F5344CB8AC3E}">
        <p14:creationId xmlns:p14="http://schemas.microsoft.com/office/powerpoint/2010/main" val="3364622551"/>
      </p:ext>
    </p:extLst>
  </p:cSld>
  <p:clrMap bg1="lt1" tx1="dk1" bg2="lt2" tx2="dk2" accent1="accent1" accent2="accent2" accent3="accent3" accent4="accent4" accent5="accent5" accent6="accent6" hlink="hlink" folHlink="folHlink"/>
  <p:notesStyle>
    <a:lvl1pPr marL="0" algn="l" defTabSz="914240" rtl="0" eaLnBrk="1" latinLnBrk="0" hangingPunct="1">
      <a:defRPr sz="1600" kern="1200">
        <a:solidFill>
          <a:schemeClr val="tx1"/>
        </a:solidFill>
        <a:latin typeface="Arial" panose="020B0604020202020204" pitchFamily="34" charset="0"/>
        <a:ea typeface="+mn-ea"/>
        <a:cs typeface="Arial" panose="020B0604020202020204" pitchFamily="34" charset="0"/>
      </a:defRPr>
    </a:lvl1pPr>
    <a:lvl2pPr marL="457120" algn="l" defTabSz="914240" rtl="0" eaLnBrk="1" latinLnBrk="0" hangingPunct="1">
      <a:defRPr sz="1600" kern="1200">
        <a:solidFill>
          <a:schemeClr val="tx1"/>
        </a:solidFill>
        <a:latin typeface="Arial" panose="020B0604020202020204" pitchFamily="34" charset="0"/>
        <a:ea typeface="+mn-ea"/>
        <a:cs typeface="Arial" panose="020B0604020202020204" pitchFamily="34" charset="0"/>
      </a:defRPr>
    </a:lvl2pPr>
    <a:lvl3pPr marL="914240" algn="l" defTabSz="914240" rtl="0" eaLnBrk="1" latinLnBrk="0" hangingPunct="1">
      <a:defRPr sz="1600" kern="1200">
        <a:solidFill>
          <a:schemeClr val="tx1"/>
        </a:solidFill>
        <a:latin typeface="Arial" panose="020B0604020202020204" pitchFamily="34" charset="0"/>
        <a:ea typeface="+mn-ea"/>
        <a:cs typeface="Arial" panose="020B0604020202020204" pitchFamily="34" charset="0"/>
      </a:defRPr>
    </a:lvl3pPr>
    <a:lvl4pPr marL="1371360" algn="l" defTabSz="914240" rtl="0" eaLnBrk="1" latinLnBrk="0" hangingPunct="1">
      <a:defRPr sz="1600" kern="1200">
        <a:solidFill>
          <a:schemeClr val="tx1"/>
        </a:solidFill>
        <a:latin typeface="Arial" panose="020B0604020202020204" pitchFamily="34" charset="0"/>
        <a:ea typeface="+mn-ea"/>
        <a:cs typeface="Arial" panose="020B0604020202020204" pitchFamily="34" charset="0"/>
      </a:defRPr>
    </a:lvl4pPr>
    <a:lvl5pPr marL="1828480" algn="l" defTabSz="914240" rtl="0" eaLnBrk="1" latinLnBrk="0" hangingPunct="1">
      <a:defRPr sz="1600" kern="1200">
        <a:solidFill>
          <a:schemeClr val="tx1"/>
        </a:solidFill>
        <a:latin typeface="Arial" panose="020B0604020202020204" pitchFamily="34" charset="0"/>
        <a:ea typeface="+mn-ea"/>
        <a:cs typeface="Arial" panose="020B0604020202020204" pitchFamily="34" charset="0"/>
      </a:defRPr>
    </a:lvl5pPr>
    <a:lvl6pPr marL="2285600" algn="l" defTabSz="914240" rtl="0" eaLnBrk="1" latinLnBrk="0" hangingPunct="1">
      <a:defRPr sz="1200" kern="1200">
        <a:solidFill>
          <a:schemeClr val="tx1"/>
        </a:solidFill>
        <a:latin typeface="+mn-lt"/>
        <a:ea typeface="+mn-ea"/>
        <a:cs typeface="+mn-cs"/>
      </a:defRPr>
    </a:lvl6pPr>
    <a:lvl7pPr marL="2742720" algn="l" defTabSz="914240" rtl="0" eaLnBrk="1" latinLnBrk="0" hangingPunct="1">
      <a:defRPr sz="1200" kern="1200">
        <a:solidFill>
          <a:schemeClr val="tx1"/>
        </a:solidFill>
        <a:latin typeface="+mn-lt"/>
        <a:ea typeface="+mn-ea"/>
        <a:cs typeface="+mn-cs"/>
      </a:defRPr>
    </a:lvl7pPr>
    <a:lvl8pPr marL="3199840" algn="l" defTabSz="914240" rtl="0" eaLnBrk="1" latinLnBrk="0" hangingPunct="1">
      <a:defRPr sz="1200" kern="1200">
        <a:solidFill>
          <a:schemeClr val="tx1"/>
        </a:solidFill>
        <a:latin typeface="+mn-lt"/>
        <a:ea typeface="+mn-ea"/>
        <a:cs typeface="+mn-cs"/>
      </a:defRPr>
    </a:lvl8pPr>
    <a:lvl9pPr marL="3656960" algn="l" defTabSz="91424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Slide">
    <p:bg>
      <p:bgPr>
        <a:solidFill>
          <a:schemeClr val="bg2"/>
        </a:solidFill>
        <a:effectLst/>
      </p:bgPr>
    </p:bg>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FD36CB97-8324-8440-AF83-FDCF5C83423C}"/>
              </a:ext>
            </a:extLst>
          </p:cNvPr>
          <p:cNvSpPr/>
          <p:nvPr userDrawn="1"/>
        </p:nvSpPr>
        <p:spPr>
          <a:xfrm>
            <a:off x="10210800" y="6119691"/>
            <a:ext cx="1752600" cy="662109"/>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Title 11">
            <a:extLst>
              <a:ext uri="{FF2B5EF4-FFF2-40B4-BE49-F238E27FC236}">
                <a16:creationId xmlns:a16="http://schemas.microsoft.com/office/drawing/2014/main" id="{92695751-8148-D44C-819F-19AC107A8E9D}"/>
              </a:ext>
            </a:extLst>
          </p:cNvPr>
          <p:cNvSpPr>
            <a:spLocks noGrp="1"/>
          </p:cNvSpPr>
          <p:nvPr>
            <p:ph type="title" hasCustomPrompt="1"/>
          </p:nvPr>
        </p:nvSpPr>
        <p:spPr>
          <a:xfrm>
            <a:off x="579121" y="2700534"/>
            <a:ext cx="8945879" cy="975360"/>
          </a:xfrm>
        </p:spPr>
        <p:txBody>
          <a:bodyPr/>
          <a:lstStyle>
            <a:lvl1pPr>
              <a:defRPr sz="4400"/>
            </a:lvl1pPr>
          </a:lstStyle>
          <a:p>
            <a:pPr>
              <a:lnSpc>
                <a:spcPct val="85000"/>
              </a:lnSpc>
            </a:pPr>
            <a:r>
              <a:rPr lang="en-US">
                <a:solidFill>
                  <a:schemeClr val="tx1"/>
                </a:solidFill>
              </a:rPr>
              <a:t>Presentation Title</a:t>
            </a:r>
          </a:p>
        </p:txBody>
      </p:sp>
      <p:sp>
        <p:nvSpPr>
          <p:cNvPr id="32" name="Name, Title, Date">
            <a:extLst>
              <a:ext uri="{FF2B5EF4-FFF2-40B4-BE49-F238E27FC236}">
                <a16:creationId xmlns:a16="http://schemas.microsoft.com/office/drawing/2014/main" id="{2396738D-B05F-FC45-B1A8-82AA1CB933D0}"/>
              </a:ext>
            </a:extLst>
          </p:cNvPr>
          <p:cNvSpPr>
            <a:spLocks noGrp="1"/>
          </p:cNvSpPr>
          <p:nvPr>
            <p:ph type="subTitle" idx="1" hasCustomPrompt="1"/>
          </p:nvPr>
        </p:nvSpPr>
        <p:spPr>
          <a:xfrm>
            <a:off x="579121" y="4490866"/>
            <a:ext cx="7417990" cy="1092607"/>
          </a:xfrm>
        </p:spPr>
        <p:txBody>
          <a:bodyPr wrap="square">
            <a:spAutoFit/>
          </a:bodyPr>
          <a:lstStyle>
            <a:lvl1pPr marL="0" indent="0" algn="l">
              <a:spcBef>
                <a:spcPts val="300"/>
              </a:spcBef>
              <a:buNone/>
              <a:defRPr lang="en-US" sz="2000" b="0" i="0" kern="1200" baseline="0" dirty="0">
                <a:solidFill>
                  <a:schemeClr val="tx1"/>
                </a:solidFill>
                <a:latin typeface="Arial" charset="0"/>
                <a:ea typeface="Arial" charset="0"/>
                <a:cs typeface="Arial"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Name</a:t>
            </a:r>
          </a:p>
          <a:p>
            <a:r>
              <a:rPr lang="en-US"/>
              <a:t>Title</a:t>
            </a:r>
          </a:p>
          <a:p>
            <a:r>
              <a:rPr lang="en-US"/>
              <a:t>Date</a:t>
            </a:r>
          </a:p>
        </p:txBody>
      </p:sp>
      <p:pic>
        <p:nvPicPr>
          <p:cNvPr id="3" name="Picture 2">
            <a:extLst>
              <a:ext uri="{FF2B5EF4-FFF2-40B4-BE49-F238E27FC236}">
                <a16:creationId xmlns:a16="http://schemas.microsoft.com/office/drawing/2014/main" id="{E2C59811-BED7-2645-B53F-2ABD7993559A}"/>
              </a:ext>
            </a:extLst>
          </p:cNvPr>
          <p:cNvPicPr>
            <a:picLocks noChangeAspect="1"/>
          </p:cNvPicPr>
          <p:nvPr userDrawn="1"/>
        </p:nvPicPr>
        <p:blipFill>
          <a:blip r:embed="rId2"/>
          <a:stretch>
            <a:fillRect/>
          </a:stretch>
        </p:blipFill>
        <p:spPr>
          <a:xfrm>
            <a:off x="693414" y="498870"/>
            <a:ext cx="1092729" cy="676787"/>
          </a:xfrm>
          <a:prstGeom prst="rect">
            <a:avLst/>
          </a:prstGeom>
        </p:spPr>
      </p:pic>
    </p:spTree>
    <p:extLst>
      <p:ext uri="{BB962C8B-B14F-4D97-AF65-F5344CB8AC3E}">
        <p14:creationId xmlns:p14="http://schemas.microsoft.com/office/powerpoint/2010/main" val="3273246597"/>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Agenda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5EEAD77-0876-4647-97DC-D93085BB1334}"/>
              </a:ext>
            </a:extLst>
          </p:cNvPr>
          <p:cNvSpPr>
            <a:spLocks noGrp="1"/>
          </p:cNvSpPr>
          <p:nvPr>
            <p:ph type="title" hasCustomPrompt="1"/>
          </p:nvPr>
        </p:nvSpPr>
        <p:spPr>
          <a:xfrm>
            <a:off x="579121" y="304800"/>
            <a:ext cx="7421878" cy="975360"/>
          </a:xfrm>
        </p:spPr>
        <p:txBody>
          <a:bodyPr/>
          <a:lstStyle>
            <a:lvl1pPr>
              <a:defRPr>
                <a:solidFill>
                  <a:schemeClr val="tx1"/>
                </a:solidFill>
              </a:defRPr>
            </a:lvl1pPr>
          </a:lstStyle>
          <a:p>
            <a:r>
              <a:rPr lang="en-US"/>
              <a:t>Agenda</a:t>
            </a:r>
          </a:p>
        </p:txBody>
      </p:sp>
      <p:sp>
        <p:nvSpPr>
          <p:cNvPr id="6" name="Rectangle 5"/>
          <p:cNvSpPr/>
          <p:nvPr userDrawn="1"/>
        </p:nvSpPr>
        <p:spPr>
          <a:xfrm>
            <a:off x="1" y="0"/>
            <a:ext cx="12192000" cy="85344"/>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5" name="Content Placeholder 2"/>
          <p:cNvSpPr>
            <a:spLocks noGrp="1"/>
          </p:cNvSpPr>
          <p:nvPr>
            <p:ph idx="1"/>
          </p:nvPr>
        </p:nvSpPr>
        <p:spPr>
          <a:xfrm>
            <a:off x="579120" y="1733296"/>
            <a:ext cx="7421879" cy="3753104"/>
          </a:xfrm>
        </p:spPr>
        <p:txBody>
          <a:bodyPr/>
          <a:lstStyle>
            <a:lvl1pPr>
              <a:defRPr>
                <a:solidFill>
                  <a:schemeClr val="tx1"/>
                </a:solidFill>
              </a:defRPr>
            </a:lvl1pPr>
          </a:lstStyle>
          <a:p>
            <a:r>
              <a:rPr lang="en-US"/>
              <a:t>Agenda Item 1</a:t>
            </a:r>
          </a:p>
          <a:p>
            <a:r>
              <a:rPr lang="en-US"/>
              <a:t>Agenda Item 2</a:t>
            </a:r>
          </a:p>
          <a:p>
            <a:r>
              <a:rPr lang="en-US"/>
              <a:t>Agenda Item 3</a:t>
            </a:r>
          </a:p>
          <a:p>
            <a:r>
              <a:rPr lang="en-US"/>
              <a:t>Agenda Item 4</a:t>
            </a:r>
          </a:p>
          <a:p>
            <a:r>
              <a:rPr lang="en-US"/>
              <a:t>Agenda Item 5</a:t>
            </a:r>
          </a:p>
          <a:p>
            <a:r>
              <a:rPr lang="en-US"/>
              <a:t>Agenda Item 6</a:t>
            </a:r>
          </a:p>
        </p:txBody>
      </p:sp>
      <p:sp>
        <p:nvSpPr>
          <p:cNvPr id="7" name="Slide Number Placeholder 7">
            <a:extLst>
              <a:ext uri="{FF2B5EF4-FFF2-40B4-BE49-F238E27FC236}">
                <a16:creationId xmlns:a16="http://schemas.microsoft.com/office/drawing/2014/main" id="{0484518A-6DAA-4575-96A6-724443B79831}"/>
              </a:ext>
            </a:extLst>
          </p:cNvPr>
          <p:cNvSpPr>
            <a:spLocks noGrp="1"/>
          </p:cNvSpPr>
          <p:nvPr>
            <p:ph type="sldNum" sz="quarter" idx="4"/>
          </p:nvPr>
        </p:nvSpPr>
        <p:spPr>
          <a:xfrm>
            <a:off x="579120" y="6325606"/>
            <a:ext cx="2206217" cy="365125"/>
          </a:xfrm>
          <a:prstGeom prst="rect">
            <a:avLst/>
          </a:prstGeom>
        </p:spPr>
        <p:txBody>
          <a:bodyPr/>
          <a:lstStyle>
            <a:lvl1pPr>
              <a:defRPr sz="1200"/>
            </a:lvl1pPr>
          </a:lstStyle>
          <a:p>
            <a:pPr>
              <a:defRPr/>
            </a:pPr>
            <a:r>
              <a:rPr lang="en-US" dirty="0"/>
              <a:t>Intro to HLS 11- </a:t>
            </a:r>
            <a:fld id="{060BD193-E118-4B16-863C-C8C12C675E3E}" type="slidenum">
              <a:rPr lang="en-US" smtClean="0"/>
              <a:pPr>
                <a:defRPr/>
              </a:pPr>
              <a:t>‹#›</a:t>
            </a:fld>
            <a:endParaRPr lang="en-US" dirty="0"/>
          </a:p>
        </p:txBody>
      </p:sp>
    </p:spTree>
    <p:extLst>
      <p:ext uri="{BB962C8B-B14F-4D97-AF65-F5344CB8AC3E}">
        <p14:creationId xmlns:p14="http://schemas.microsoft.com/office/powerpoint/2010/main" val="151832016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5EEAD77-0876-4647-97DC-D93085BB1334}"/>
              </a:ext>
            </a:extLst>
          </p:cNvPr>
          <p:cNvSpPr>
            <a:spLocks noGrp="1"/>
          </p:cNvSpPr>
          <p:nvPr>
            <p:ph type="title"/>
          </p:nvPr>
        </p:nvSpPr>
        <p:spPr>
          <a:xfrm>
            <a:off x="579121" y="304800"/>
            <a:ext cx="11033760" cy="975360"/>
          </a:xfrm>
        </p:spPr>
        <p:txBody>
          <a:bodyPr/>
          <a:lstStyle/>
          <a:p>
            <a:r>
              <a:rPr lang="en-US"/>
              <a:t>Click to edit Master title style</a:t>
            </a:r>
          </a:p>
        </p:txBody>
      </p:sp>
      <p:sp>
        <p:nvSpPr>
          <p:cNvPr id="6" name="Rectangle 5"/>
          <p:cNvSpPr/>
          <p:nvPr userDrawn="1"/>
        </p:nvSpPr>
        <p:spPr>
          <a:xfrm>
            <a:off x="1" y="0"/>
            <a:ext cx="12192000" cy="85344"/>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5" name="Slide Number Placeholder 7">
            <a:extLst>
              <a:ext uri="{FF2B5EF4-FFF2-40B4-BE49-F238E27FC236}">
                <a16:creationId xmlns:a16="http://schemas.microsoft.com/office/drawing/2014/main" id="{091E9F79-1AE9-4644-B7F1-E56C54425757}"/>
              </a:ext>
            </a:extLst>
          </p:cNvPr>
          <p:cNvSpPr>
            <a:spLocks noGrp="1"/>
          </p:cNvSpPr>
          <p:nvPr>
            <p:ph type="sldNum" sz="quarter" idx="4"/>
          </p:nvPr>
        </p:nvSpPr>
        <p:spPr>
          <a:xfrm>
            <a:off x="579120" y="6325606"/>
            <a:ext cx="2206217" cy="365125"/>
          </a:xfrm>
          <a:prstGeom prst="rect">
            <a:avLst/>
          </a:prstGeom>
        </p:spPr>
        <p:txBody>
          <a:bodyPr/>
          <a:lstStyle>
            <a:lvl1pPr>
              <a:defRPr sz="1200"/>
            </a:lvl1pPr>
          </a:lstStyle>
          <a:p>
            <a:pPr>
              <a:defRPr/>
            </a:pPr>
            <a:r>
              <a:rPr lang="en-US" dirty="0"/>
              <a:t>Intro to HLS 11- </a:t>
            </a:r>
            <a:fld id="{060BD193-E118-4B16-863C-C8C12C675E3E}" type="slidenum">
              <a:rPr lang="en-US" smtClean="0"/>
              <a:pPr>
                <a:defRPr/>
              </a:pPr>
              <a:t>‹#›</a:t>
            </a:fld>
            <a:endParaRPr lang="en-US" dirty="0"/>
          </a:p>
        </p:txBody>
      </p:sp>
    </p:spTree>
    <p:extLst>
      <p:ext uri="{BB962C8B-B14F-4D97-AF65-F5344CB8AC3E}">
        <p14:creationId xmlns:p14="http://schemas.microsoft.com/office/powerpoint/2010/main" val="34004979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5EEAD77-0876-4647-97DC-D93085BB1334}"/>
              </a:ext>
            </a:extLst>
          </p:cNvPr>
          <p:cNvSpPr>
            <a:spLocks noGrp="1"/>
          </p:cNvSpPr>
          <p:nvPr>
            <p:ph type="title"/>
          </p:nvPr>
        </p:nvSpPr>
        <p:spPr>
          <a:xfrm>
            <a:off x="579121" y="304800"/>
            <a:ext cx="11033760" cy="975360"/>
          </a:xfrm>
        </p:spPr>
        <p:txBody>
          <a:bodyPr/>
          <a:lstStyle/>
          <a:p>
            <a:r>
              <a:rPr lang="en-US"/>
              <a:t>Click to edit Master title style</a:t>
            </a:r>
          </a:p>
        </p:txBody>
      </p:sp>
      <p:sp>
        <p:nvSpPr>
          <p:cNvPr id="4" name="Text Placeholder 2">
            <a:extLst>
              <a:ext uri="{FF2B5EF4-FFF2-40B4-BE49-F238E27FC236}">
                <a16:creationId xmlns:a16="http://schemas.microsoft.com/office/drawing/2014/main" id="{3A824BE7-9859-7240-83D5-846AECA2353C}"/>
              </a:ext>
            </a:extLst>
          </p:cNvPr>
          <p:cNvSpPr>
            <a:spLocks noGrp="1"/>
          </p:cNvSpPr>
          <p:nvPr>
            <p:ph idx="1"/>
          </p:nvPr>
        </p:nvSpPr>
        <p:spPr>
          <a:xfrm>
            <a:off x="579121" y="1470401"/>
            <a:ext cx="11033760" cy="4632960"/>
          </a:xfrm>
          <a:prstGeom prst="rect">
            <a:avLst/>
          </a:prstGeom>
        </p:spPr>
        <p:txBody>
          <a:bodyPr vert="horz" lIns="91440" tIns="45720" rIns="91440" bIns="45720" rtlCol="0">
            <a:noAutofit/>
          </a:bodyPr>
          <a:lstStyle>
            <a:lvl1pPr marL="234962" indent="-234962">
              <a:buSzPct val="80000"/>
              <a:buFont typeface="Webdings" panose="05030102010509060703" pitchFamily="18" charset="2"/>
              <a:buChar char=""/>
              <a:defRPr lang="en-US" dirty="0" smtClean="0"/>
            </a:lvl1pPr>
            <a:lvl2pPr marL="452989" indent="-220144">
              <a:buSzPct val="80000"/>
              <a:buFont typeface="Wingdings 3" panose="05040102010807070707" pitchFamily="18" charset="2"/>
              <a:buChar char=""/>
              <a:defRPr sz="2000"/>
            </a:lvl2pPr>
            <a:lvl3pPr marL="685835" indent="-232845">
              <a:buSzPct val="80000"/>
              <a:buFont typeface="Wingdings 3" panose="05040102010807070707" pitchFamily="18" charset="2"/>
              <a:buChar char="¬"/>
              <a:defRPr sz="1600"/>
            </a:lvl3pPr>
            <a:lvl4pPr marL="916563" indent="-230729">
              <a:buSzPct val="80000"/>
              <a:buFont typeface="Wingdings 3" panose="05040102010807070707" pitchFamily="18" charset="2"/>
              <a:buChar char="¬"/>
              <a:defRPr/>
            </a:lvl4pPr>
            <a:lvl5pPr marL="1138824" indent="-222262">
              <a:buSzPct val="80000"/>
              <a:buFont typeface="Wingdings 3" panose="05040102010807070707" pitchFamily="18" charset="2"/>
              <a:buChar char="¬"/>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Rectangle 5"/>
          <p:cNvSpPr/>
          <p:nvPr userDrawn="1"/>
        </p:nvSpPr>
        <p:spPr>
          <a:xfrm>
            <a:off x="1" y="0"/>
            <a:ext cx="12192000" cy="85344"/>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7" name="Slide Number Placeholder 7">
            <a:extLst>
              <a:ext uri="{FF2B5EF4-FFF2-40B4-BE49-F238E27FC236}">
                <a16:creationId xmlns:a16="http://schemas.microsoft.com/office/drawing/2014/main" id="{537AC89D-C0D9-481A-B97D-3BB960A55DB7}"/>
              </a:ext>
            </a:extLst>
          </p:cNvPr>
          <p:cNvSpPr>
            <a:spLocks noGrp="1"/>
          </p:cNvSpPr>
          <p:nvPr>
            <p:ph type="sldNum" sz="quarter" idx="4"/>
          </p:nvPr>
        </p:nvSpPr>
        <p:spPr>
          <a:xfrm>
            <a:off x="579120" y="6325606"/>
            <a:ext cx="2206217" cy="365125"/>
          </a:xfrm>
          <a:prstGeom prst="rect">
            <a:avLst/>
          </a:prstGeom>
        </p:spPr>
        <p:txBody>
          <a:bodyPr/>
          <a:lstStyle>
            <a:lvl1pPr>
              <a:defRPr sz="1200"/>
            </a:lvl1pPr>
          </a:lstStyle>
          <a:p>
            <a:pPr>
              <a:defRPr/>
            </a:pPr>
            <a:r>
              <a:rPr lang="en-US" dirty="0"/>
              <a:t>Intro to HLS 11- </a:t>
            </a:r>
            <a:fld id="{060BD193-E118-4B16-863C-C8C12C675E3E}" type="slidenum">
              <a:rPr lang="en-US" smtClean="0"/>
              <a:pPr>
                <a:defRPr/>
              </a:pPr>
              <a:t>‹#›</a:t>
            </a:fld>
            <a:endParaRPr lang="en-US" dirty="0"/>
          </a:p>
        </p:txBody>
      </p:sp>
    </p:spTree>
    <p:extLst>
      <p:ext uri="{BB962C8B-B14F-4D97-AF65-F5344CB8AC3E}">
        <p14:creationId xmlns:p14="http://schemas.microsoft.com/office/powerpoint/2010/main" val="83918707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579121" y="304800"/>
            <a:ext cx="11033760" cy="975360"/>
          </a:xfrm>
        </p:spPr>
        <p:txBody>
          <a:bodyPr/>
          <a:lstStyle/>
          <a:p>
            <a:r>
              <a:rPr lang="en-US"/>
              <a:t>Click to edit Master title style</a:t>
            </a:r>
          </a:p>
        </p:txBody>
      </p:sp>
      <p:sp>
        <p:nvSpPr>
          <p:cNvPr id="3" name="Content Placeholder 2"/>
          <p:cNvSpPr>
            <a:spLocks noGrp="1"/>
          </p:cNvSpPr>
          <p:nvPr>
            <p:ph sz="half" idx="1"/>
          </p:nvPr>
        </p:nvSpPr>
        <p:spPr>
          <a:xfrm>
            <a:off x="579120" y="1463041"/>
            <a:ext cx="5364480" cy="4632960"/>
          </a:xfrm>
          <a:prstGeom prst="rect">
            <a:avLst/>
          </a:prstGeom>
        </p:spPr>
        <p:txBody>
          <a:bodyPr>
            <a:noAutofit/>
          </a:bodyPr>
          <a:lstStyle>
            <a:lvl1pPr>
              <a:defRPr sz="2400">
                <a:solidFill>
                  <a:schemeClr val="tx1"/>
                </a:solidFill>
              </a:defRPr>
            </a:lvl1pPr>
            <a:lvl2pPr>
              <a:defRPr sz="2000">
                <a:solidFill>
                  <a:schemeClr val="tx1"/>
                </a:solidFill>
              </a:defRPr>
            </a:lvl2pPr>
            <a:lvl3pPr>
              <a:defRPr sz="1600">
                <a:solidFill>
                  <a:schemeClr val="tx1"/>
                </a:solidFill>
              </a:defRPr>
            </a:lvl3pPr>
            <a:lvl4pPr>
              <a:defRPr sz="1600">
                <a:solidFill>
                  <a:schemeClr val="tx1"/>
                </a:solidFill>
              </a:defRPr>
            </a:lvl4pPr>
            <a:lvl5pPr>
              <a:defRPr sz="1600">
                <a:solidFill>
                  <a:schemeClr val="tx1"/>
                </a:solidFill>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248401" y="1463041"/>
            <a:ext cx="5364480" cy="4632960"/>
          </a:xfrm>
          <a:prstGeom prst="rect">
            <a:avLst/>
          </a:prstGeom>
        </p:spPr>
        <p:txBody>
          <a:bodyPr>
            <a:noAutofit/>
          </a:bodyPr>
          <a:lstStyle>
            <a:lvl1pPr>
              <a:defRPr sz="2400">
                <a:solidFill>
                  <a:schemeClr val="tx1"/>
                </a:solidFill>
              </a:defRPr>
            </a:lvl1pPr>
            <a:lvl2pPr>
              <a:defRPr sz="2000">
                <a:solidFill>
                  <a:schemeClr val="tx1"/>
                </a:solidFill>
              </a:defRPr>
            </a:lvl2pPr>
            <a:lvl3pPr>
              <a:defRPr sz="1600">
                <a:solidFill>
                  <a:schemeClr val="tx1"/>
                </a:solidFill>
              </a:defRPr>
            </a:lvl3pPr>
            <a:lvl4pPr>
              <a:defRPr sz="1600">
                <a:solidFill>
                  <a:schemeClr val="tx1"/>
                </a:solidFill>
              </a:defRPr>
            </a:lvl4pPr>
            <a:lvl5pPr>
              <a:defRPr sz="1600">
                <a:solidFill>
                  <a:schemeClr val="tx1"/>
                </a:solidFill>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Rectangle 8"/>
          <p:cNvSpPr/>
          <p:nvPr userDrawn="1"/>
        </p:nvSpPr>
        <p:spPr>
          <a:xfrm>
            <a:off x="1" y="0"/>
            <a:ext cx="12192000" cy="85344"/>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8" name="Slide Number Placeholder 7">
            <a:extLst>
              <a:ext uri="{FF2B5EF4-FFF2-40B4-BE49-F238E27FC236}">
                <a16:creationId xmlns:a16="http://schemas.microsoft.com/office/drawing/2014/main" id="{8A761DF9-2ED6-416D-B56D-C6EE51E3338D}"/>
              </a:ext>
            </a:extLst>
          </p:cNvPr>
          <p:cNvSpPr>
            <a:spLocks noGrp="1"/>
          </p:cNvSpPr>
          <p:nvPr>
            <p:ph type="sldNum" sz="quarter" idx="4"/>
          </p:nvPr>
        </p:nvSpPr>
        <p:spPr>
          <a:xfrm>
            <a:off x="579120" y="6325606"/>
            <a:ext cx="2206217" cy="365125"/>
          </a:xfrm>
          <a:prstGeom prst="rect">
            <a:avLst/>
          </a:prstGeom>
        </p:spPr>
        <p:txBody>
          <a:bodyPr/>
          <a:lstStyle>
            <a:lvl1pPr>
              <a:defRPr sz="1200"/>
            </a:lvl1pPr>
          </a:lstStyle>
          <a:p>
            <a:pPr>
              <a:defRPr/>
            </a:pPr>
            <a:r>
              <a:rPr lang="en-US" dirty="0"/>
              <a:t>Intro to HLS 11- </a:t>
            </a:r>
            <a:fld id="{060BD193-E118-4B16-863C-C8C12C675E3E}" type="slidenum">
              <a:rPr lang="en-US" smtClean="0"/>
              <a:pPr>
                <a:defRPr/>
              </a:pPr>
              <a:t>‹#›</a:t>
            </a:fld>
            <a:endParaRPr lang="en-US" dirty="0"/>
          </a:p>
        </p:txBody>
      </p:sp>
    </p:spTree>
    <p:extLst>
      <p:ext uri="{BB962C8B-B14F-4D97-AF65-F5344CB8AC3E}">
        <p14:creationId xmlns:p14="http://schemas.microsoft.com/office/powerpoint/2010/main" val="422307004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Section Header">
    <p:bg>
      <p:bgPr>
        <a:solidFill>
          <a:schemeClr val="tx2"/>
        </a:solidFill>
        <a:effectLst/>
      </p:bgPr>
    </p:bg>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25D42470-3AEB-A94C-96B8-18E2C7C25164}"/>
              </a:ext>
            </a:extLst>
          </p:cNvPr>
          <p:cNvSpPr/>
          <p:nvPr userDrawn="1"/>
        </p:nvSpPr>
        <p:spPr>
          <a:xfrm>
            <a:off x="10058400" y="6109945"/>
            <a:ext cx="1752600" cy="662109"/>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3" name="Picture 2">
            <a:extLst>
              <a:ext uri="{FF2B5EF4-FFF2-40B4-BE49-F238E27FC236}">
                <a16:creationId xmlns:a16="http://schemas.microsoft.com/office/drawing/2014/main" id="{BC665AB6-C348-1649-BCA3-AB4427CB838C}"/>
              </a:ext>
            </a:extLst>
          </p:cNvPr>
          <p:cNvPicPr>
            <a:picLocks noChangeAspect="1"/>
          </p:cNvPicPr>
          <p:nvPr userDrawn="1"/>
        </p:nvPicPr>
        <p:blipFill>
          <a:blip r:embed="rId2"/>
          <a:stretch>
            <a:fillRect/>
          </a:stretch>
        </p:blipFill>
        <p:spPr>
          <a:xfrm>
            <a:off x="11028822" y="6279369"/>
            <a:ext cx="576532" cy="357078"/>
          </a:xfrm>
          <a:prstGeom prst="rect">
            <a:avLst/>
          </a:prstGeom>
        </p:spPr>
      </p:pic>
      <p:sp>
        <p:nvSpPr>
          <p:cNvPr id="6" name="Title 1">
            <a:extLst>
              <a:ext uri="{FF2B5EF4-FFF2-40B4-BE49-F238E27FC236}">
                <a16:creationId xmlns:a16="http://schemas.microsoft.com/office/drawing/2014/main" id="{61320318-DA78-471F-8076-1A95C5254529}"/>
              </a:ext>
            </a:extLst>
          </p:cNvPr>
          <p:cNvSpPr>
            <a:spLocks noGrp="1"/>
          </p:cNvSpPr>
          <p:nvPr>
            <p:ph type="title" hasCustomPrompt="1"/>
          </p:nvPr>
        </p:nvSpPr>
        <p:spPr>
          <a:xfrm>
            <a:off x="428807" y="3124200"/>
            <a:ext cx="11093827" cy="701040"/>
          </a:xfrm>
        </p:spPr>
        <p:txBody>
          <a:bodyPr anchor="b">
            <a:noAutofit/>
          </a:bodyPr>
          <a:lstStyle>
            <a:lvl1pPr>
              <a:defRPr lang="en-US" sz="4201" b="1" i="0" kern="1200" dirty="0">
                <a:solidFill>
                  <a:schemeClr val="bg1"/>
                </a:solidFill>
                <a:latin typeface="Arial" charset="0"/>
                <a:ea typeface="+mj-ea"/>
                <a:cs typeface="Arial" charset="0"/>
              </a:defRPr>
            </a:lvl1pPr>
          </a:lstStyle>
          <a:p>
            <a:r>
              <a:rPr lang="en-US"/>
              <a:t>Simple Statement</a:t>
            </a:r>
          </a:p>
        </p:txBody>
      </p:sp>
    </p:spTree>
    <p:extLst>
      <p:ext uri="{BB962C8B-B14F-4D97-AF65-F5344CB8AC3E}">
        <p14:creationId xmlns:p14="http://schemas.microsoft.com/office/powerpoint/2010/main" val="344951917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Section Header (with Picture)">
    <p:bg>
      <p:bgPr>
        <a:solidFill>
          <a:schemeClr val="tx2"/>
        </a:solidFill>
        <a:effectLst/>
      </p:bgPr>
    </p:bg>
    <p:spTree>
      <p:nvGrpSpPr>
        <p:cNvPr id="1" name=""/>
        <p:cNvGrpSpPr/>
        <p:nvPr/>
      </p:nvGrpSpPr>
      <p:grpSpPr>
        <a:xfrm>
          <a:off x="0" y="0"/>
          <a:ext cx="0" cy="0"/>
          <a:chOff x="0" y="0"/>
          <a:chExt cx="0" cy="0"/>
        </a:xfrm>
      </p:grpSpPr>
      <p:sp>
        <p:nvSpPr>
          <p:cNvPr id="11" name="Title 1">
            <a:extLst>
              <a:ext uri="{FF2B5EF4-FFF2-40B4-BE49-F238E27FC236}">
                <a16:creationId xmlns:a16="http://schemas.microsoft.com/office/drawing/2014/main" id="{6512AD6E-7A81-4D46-A4DC-BC3429D8CFF8}"/>
              </a:ext>
            </a:extLst>
          </p:cNvPr>
          <p:cNvSpPr>
            <a:spLocks noGrp="1"/>
          </p:cNvSpPr>
          <p:nvPr>
            <p:ph type="title" hasCustomPrompt="1"/>
          </p:nvPr>
        </p:nvSpPr>
        <p:spPr>
          <a:xfrm>
            <a:off x="428807" y="3124200"/>
            <a:ext cx="5514793" cy="701040"/>
          </a:xfrm>
        </p:spPr>
        <p:txBody>
          <a:bodyPr anchor="b">
            <a:noAutofit/>
          </a:bodyPr>
          <a:lstStyle>
            <a:lvl1pPr>
              <a:defRPr lang="en-US" sz="4201" b="1" i="0" kern="1200" dirty="0">
                <a:solidFill>
                  <a:schemeClr val="bg1"/>
                </a:solidFill>
                <a:latin typeface="Arial" charset="0"/>
                <a:ea typeface="+mj-ea"/>
                <a:cs typeface="Arial" charset="0"/>
              </a:defRPr>
            </a:lvl1pPr>
          </a:lstStyle>
          <a:p>
            <a:r>
              <a:rPr lang="en-US"/>
              <a:t>Simple Statement</a:t>
            </a:r>
          </a:p>
        </p:txBody>
      </p:sp>
      <p:sp>
        <p:nvSpPr>
          <p:cNvPr id="6" name="Picture Placeholder 14">
            <a:extLst>
              <a:ext uri="{FF2B5EF4-FFF2-40B4-BE49-F238E27FC236}">
                <a16:creationId xmlns:a16="http://schemas.microsoft.com/office/drawing/2014/main" id="{89EAEFDD-B284-E94B-8F1D-D7E1627370F6}"/>
              </a:ext>
            </a:extLst>
          </p:cNvPr>
          <p:cNvSpPr>
            <a:spLocks noGrp="1"/>
          </p:cNvSpPr>
          <p:nvPr>
            <p:ph type="pic" sz="quarter" idx="13" hasCustomPrompt="1"/>
          </p:nvPr>
        </p:nvSpPr>
        <p:spPr>
          <a:xfrm>
            <a:off x="6581768" y="1558290"/>
            <a:ext cx="4457700" cy="3741422"/>
          </a:xfrm>
          <a:prstGeom prst="rect">
            <a:avLst/>
          </a:prstGeom>
          <a:noFill/>
        </p:spPr>
        <p:txBody>
          <a:bodyPr vert="horz" lIns="91440" tIns="1371600" rIns="91440" bIns="0" rtlCol="0" anchor="ctr" anchorCtr="0">
            <a:noAutofit/>
          </a:bodyPr>
          <a:lstStyle>
            <a:lvl1pPr marL="309026" indent="-309026" algn="ctr">
              <a:buNone/>
              <a:defRPr lang="en-US" sz="1867" dirty="0">
                <a:solidFill>
                  <a:schemeClr val="bg1"/>
                </a:solidFill>
              </a:defRPr>
            </a:lvl1pPr>
          </a:lstStyle>
          <a:p>
            <a:pPr marL="0" marR="0" lvl="0" indent="0" algn="ctr" defTabSz="1219170" rtl="0" eaLnBrk="1" fontAlgn="auto" latinLnBrk="0" hangingPunct="1">
              <a:lnSpc>
                <a:spcPct val="100000"/>
              </a:lnSpc>
              <a:spcBef>
                <a:spcPts val="1600"/>
              </a:spcBef>
              <a:spcAft>
                <a:spcPts val="0"/>
              </a:spcAft>
              <a:buClr>
                <a:schemeClr val="accent1"/>
              </a:buClr>
              <a:buSzPct val="100000"/>
              <a:tabLst/>
              <a:defRPr/>
            </a:pPr>
            <a:r>
              <a:rPr lang="en-US"/>
              <a:t>Click icon to add picture</a:t>
            </a:r>
          </a:p>
        </p:txBody>
      </p:sp>
      <p:sp>
        <p:nvSpPr>
          <p:cNvPr id="7" name="Rectangle 6">
            <a:extLst>
              <a:ext uri="{FF2B5EF4-FFF2-40B4-BE49-F238E27FC236}">
                <a16:creationId xmlns:a16="http://schemas.microsoft.com/office/drawing/2014/main" id="{645E7C71-1267-7F46-A82A-631E19E556BC}"/>
              </a:ext>
            </a:extLst>
          </p:cNvPr>
          <p:cNvSpPr/>
          <p:nvPr userDrawn="1"/>
        </p:nvSpPr>
        <p:spPr>
          <a:xfrm>
            <a:off x="10058400" y="6109945"/>
            <a:ext cx="1752600" cy="662109"/>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2" name="Picture 11">
            <a:extLst>
              <a:ext uri="{FF2B5EF4-FFF2-40B4-BE49-F238E27FC236}">
                <a16:creationId xmlns:a16="http://schemas.microsoft.com/office/drawing/2014/main" id="{E1AC8721-E11C-7940-A173-0F10C27BA8A2}"/>
              </a:ext>
            </a:extLst>
          </p:cNvPr>
          <p:cNvPicPr>
            <a:picLocks noChangeAspect="1"/>
          </p:cNvPicPr>
          <p:nvPr userDrawn="1"/>
        </p:nvPicPr>
        <p:blipFill>
          <a:blip r:embed="rId2"/>
          <a:stretch>
            <a:fillRect/>
          </a:stretch>
        </p:blipFill>
        <p:spPr>
          <a:xfrm>
            <a:off x="11028822" y="6279369"/>
            <a:ext cx="576532" cy="357078"/>
          </a:xfrm>
          <a:prstGeom prst="rect">
            <a:avLst/>
          </a:prstGeom>
        </p:spPr>
      </p:pic>
    </p:spTree>
    <p:extLst>
      <p:ext uri="{BB962C8B-B14F-4D97-AF65-F5344CB8AC3E}">
        <p14:creationId xmlns:p14="http://schemas.microsoft.com/office/powerpoint/2010/main" val="157845188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8.xml><?xml version="1.0" encoding="utf-8"?>
<p:sldLayout xmlns:a="http://schemas.openxmlformats.org/drawingml/2006/main" xmlns:r="http://schemas.openxmlformats.org/officeDocument/2006/relationships" xmlns:p="http://schemas.openxmlformats.org/presentationml/2006/main" preserve="1">
  <p:cSld name="End Slide">
    <p:bg>
      <p:bgPr>
        <a:solidFill>
          <a:schemeClr val="tx2"/>
        </a:solidFill>
        <a:effectLst/>
      </p:bgPr>
    </p:bg>
    <p:spTree>
      <p:nvGrpSpPr>
        <p:cNvPr id="1" name=""/>
        <p:cNvGrpSpPr/>
        <p:nvPr/>
      </p:nvGrpSpPr>
      <p:grpSpPr>
        <a:xfrm>
          <a:off x="0" y="0"/>
          <a:ext cx="0" cy="0"/>
          <a:chOff x="0" y="0"/>
          <a:chExt cx="0" cy="0"/>
        </a:xfrm>
      </p:grpSpPr>
      <p:grpSp>
        <p:nvGrpSpPr>
          <p:cNvPr id="12" name="Group 11">
            <a:extLst>
              <a:ext uri="{FF2B5EF4-FFF2-40B4-BE49-F238E27FC236}">
                <a16:creationId xmlns:a16="http://schemas.microsoft.com/office/drawing/2014/main" id="{62F0434C-4CE7-42D1-965D-0265C29B04F3}"/>
              </a:ext>
            </a:extLst>
          </p:cNvPr>
          <p:cNvGrpSpPr/>
          <p:nvPr/>
        </p:nvGrpSpPr>
        <p:grpSpPr>
          <a:xfrm>
            <a:off x="640118" y="3628208"/>
            <a:ext cx="5608321" cy="1019992"/>
            <a:chOff x="480089" y="2568756"/>
            <a:chExt cx="4206240" cy="764994"/>
          </a:xfrm>
        </p:grpSpPr>
        <p:sp>
          <p:nvSpPr>
            <p:cNvPr id="13" name="Rectangle 12">
              <a:extLst>
                <a:ext uri="{FF2B5EF4-FFF2-40B4-BE49-F238E27FC236}">
                  <a16:creationId xmlns:a16="http://schemas.microsoft.com/office/drawing/2014/main" id="{5E88497C-C551-4465-9953-8BC43D9E0208}"/>
                </a:ext>
              </a:extLst>
            </p:cNvPr>
            <p:cNvSpPr/>
            <p:nvPr/>
          </p:nvSpPr>
          <p:spPr>
            <a:xfrm>
              <a:off x="480089" y="2841307"/>
              <a:ext cx="4206240" cy="492443"/>
            </a:xfrm>
            <a:prstGeom prst="rect">
              <a:avLst/>
            </a:prstGeom>
          </p:spPr>
          <p:txBody>
            <a:bodyPr vert="horz" lIns="91440" tIns="45720" rIns="91440" bIns="45720" rtlCol="0" anchor="ctr">
              <a:noAutofit/>
            </a:bodyPr>
            <a:lstStyle/>
            <a:p>
              <a:r>
                <a:rPr lang="en-US" sz="4800" b="1" spc="100">
                  <a:solidFill>
                    <a:schemeClr val="bg1"/>
                  </a:solidFill>
                </a:rPr>
                <a:t>Thank You</a:t>
              </a:r>
            </a:p>
          </p:txBody>
        </p:sp>
        <p:cxnSp>
          <p:nvCxnSpPr>
            <p:cNvPr id="15" name="Straight Connector 14">
              <a:extLst>
                <a:ext uri="{FF2B5EF4-FFF2-40B4-BE49-F238E27FC236}">
                  <a16:creationId xmlns:a16="http://schemas.microsoft.com/office/drawing/2014/main" id="{1AF6007A-E1A7-46F3-B830-C81E32C3CF47}"/>
                </a:ext>
              </a:extLst>
            </p:cNvPr>
            <p:cNvCxnSpPr>
              <a:cxnSpLocks/>
            </p:cNvCxnSpPr>
            <p:nvPr/>
          </p:nvCxnSpPr>
          <p:spPr>
            <a:xfrm>
              <a:off x="520059" y="2568756"/>
              <a:ext cx="825801" cy="0"/>
            </a:xfrm>
            <a:prstGeom prst="line">
              <a:avLst/>
            </a:prstGeom>
            <a:ln w="22225"/>
          </p:spPr>
          <p:style>
            <a:lnRef idx="1">
              <a:schemeClr val="accent1"/>
            </a:lnRef>
            <a:fillRef idx="0">
              <a:schemeClr val="accent1"/>
            </a:fillRef>
            <a:effectRef idx="0">
              <a:schemeClr val="accent1"/>
            </a:effectRef>
            <a:fontRef idx="minor">
              <a:schemeClr val="tx1"/>
            </a:fontRef>
          </p:style>
        </p:cxnSp>
      </p:grpSp>
      <p:sp>
        <p:nvSpPr>
          <p:cNvPr id="7" name="Rectangle 6">
            <a:extLst>
              <a:ext uri="{FF2B5EF4-FFF2-40B4-BE49-F238E27FC236}">
                <a16:creationId xmlns:a16="http://schemas.microsoft.com/office/drawing/2014/main" id="{592EA454-74F4-0847-8EA2-1E94A436814E}"/>
              </a:ext>
            </a:extLst>
          </p:cNvPr>
          <p:cNvSpPr/>
          <p:nvPr userDrawn="1"/>
        </p:nvSpPr>
        <p:spPr>
          <a:xfrm>
            <a:off x="10058400" y="6109945"/>
            <a:ext cx="1752600" cy="662109"/>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9" name="Picture 8">
            <a:extLst>
              <a:ext uri="{FF2B5EF4-FFF2-40B4-BE49-F238E27FC236}">
                <a16:creationId xmlns:a16="http://schemas.microsoft.com/office/drawing/2014/main" id="{D042C449-64BB-9849-8FF2-4E5299BD1AF1}"/>
              </a:ext>
            </a:extLst>
          </p:cNvPr>
          <p:cNvPicPr>
            <a:picLocks noChangeAspect="1"/>
          </p:cNvPicPr>
          <p:nvPr userDrawn="1"/>
        </p:nvPicPr>
        <p:blipFill>
          <a:blip r:embed="rId2"/>
          <a:stretch>
            <a:fillRect/>
          </a:stretch>
        </p:blipFill>
        <p:spPr>
          <a:xfrm>
            <a:off x="693411" y="2176340"/>
            <a:ext cx="1569578" cy="972126"/>
          </a:xfrm>
          <a:prstGeom prst="rect">
            <a:avLst/>
          </a:prstGeom>
        </p:spPr>
      </p:pic>
    </p:spTree>
    <p:extLst>
      <p:ext uri="{BB962C8B-B14F-4D97-AF65-F5344CB8AC3E}">
        <p14:creationId xmlns:p14="http://schemas.microsoft.com/office/powerpoint/2010/main" val="363464859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Disclaimer and Attribution">
    <p:bg>
      <p:bgPr>
        <a:solidFill>
          <a:schemeClr val="tx2"/>
        </a:solidFill>
        <a:effectLst/>
      </p:bgPr>
    </p:bg>
    <p:spTree>
      <p:nvGrpSpPr>
        <p:cNvPr id="1" name=""/>
        <p:cNvGrpSpPr/>
        <p:nvPr/>
      </p:nvGrpSpPr>
      <p:grpSpPr>
        <a:xfrm>
          <a:off x="0" y="0"/>
          <a:ext cx="0" cy="0"/>
          <a:chOff x="0" y="0"/>
          <a:chExt cx="0" cy="0"/>
        </a:xfrm>
      </p:grpSpPr>
      <p:sp>
        <p:nvSpPr>
          <p:cNvPr id="13" name="Rectangle 12">
            <a:extLst>
              <a:ext uri="{FF2B5EF4-FFF2-40B4-BE49-F238E27FC236}">
                <a16:creationId xmlns:a16="http://schemas.microsoft.com/office/drawing/2014/main" id="{5E88497C-C551-4465-9953-8BC43D9E0208}"/>
              </a:ext>
            </a:extLst>
          </p:cNvPr>
          <p:cNvSpPr/>
          <p:nvPr/>
        </p:nvSpPr>
        <p:spPr>
          <a:xfrm>
            <a:off x="622291" y="2393810"/>
            <a:ext cx="5608321" cy="656591"/>
          </a:xfrm>
          <a:prstGeom prst="rect">
            <a:avLst/>
          </a:prstGeom>
        </p:spPr>
        <p:txBody>
          <a:bodyPr vert="horz" lIns="91440" tIns="45720" rIns="91440" bIns="45720" rtlCol="0" anchor="ctr">
            <a:noAutofit/>
          </a:bodyPr>
          <a:lstStyle/>
          <a:p>
            <a:r>
              <a:rPr lang="en-US" sz="2400" b="1" i="0" u="none" strike="noStrike" kern="1200" dirty="0">
                <a:solidFill>
                  <a:schemeClr val="bg1"/>
                </a:solidFill>
                <a:effectLst/>
                <a:latin typeface="+mn-lt"/>
                <a:ea typeface="+mn-ea"/>
                <a:cs typeface="+mn-cs"/>
              </a:rPr>
              <a:t>Disclaimer and Attribution</a:t>
            </a:r>
            <a:endParaRPr lang="en-US" sz="2400" b="0" i="0" u="none" strike="noStrike" kern="1200" dirty="0">
              <a:solidFill>
                <a:schemeClr val="bg1"/>
              </a:solidFill>
              <a:effectLst/>
              <a:latin typeface="+mn-lt"/>
              <a:ea typeface="+mn-ea"/>
              <a:cs typeface="+mn-cs"/>
            </a:endParaRPr>
          </a:p>
        </p:txBody>
      </p:sp>
      <p:sp>
        <p:nvSpPr>
          <p:cNvPr id="7" name="Rectangle 6">
            <a:extLst>
              <a:ext uri="{FF2B5EF4-FFF2-40B4-BE49-F238E27FC236}">
                <a16:creationId xmlns:a16="http://schemas.microsoft.com/office/drawing/2014/main" id="{592EA454-74F4-0847-8EA2-1E94A436814E}"/>
              </a:ext>
            </a:extLst>
          </p:cNvPr>
          <p:cNvSpPr/>
          <p:nvPr userDrawn="1"/>
        </p:nvSpPr>
        <p:spPr>
          <a:xfrm>
            <a:off x="10058400" y="6109945"/>
            <a:ext cx="1752600" cy="662109"/>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9" name="Picture 8">
            <a:extLst>
              <a:ext uri="{FF2B5EF4-FFF2-40B4-BE49-F238E27FC236}">
                <a16:creationId xmlns:a16="http://schemas.microsoft.com/office/drawing/2014/main" id="{D042C449-64BB-9849-8FF2-4E5299BD1AF1}"/>
              </a:ext>
            </a:extLst>
          </p:cNvPr>
          <p:cNvPicPr>
            <a:picLocks noChangeAspect="1"/>
          </p:cNvPicPr>
          <p:nvPr userDrawn="1"/>
        </p:nvPicPr>
        <p:blipFill>
          <a:blip r:embed="rId2"/>
          <a:stretch>
            <a:fillRect/>
          </a:stretch>
        </p:blipFill>
        <p:spPr>
          <a:xfrm>
            <a:off x="693411" y="5892800"/>
            <a:ext cx="885113" cy="548199"/>
          </a:xfrm>
          <a:prstGeom prst="rect">
            <a:avLst/>
          </a:prstGeom>
        </p:spPr>
      </p:pic>
      <p:sp>
        <p:nvSpPr>
          <p:cNvPr id="11" name="Rectangle 10">
            <a:extLst>
              <a:ext uri="{FF2B5EF4-FFF2-40B4-BE49-F238E27FC236}">
                <a16:creationId xmlns:a16="http://schemas.microsoft.com/office/drawing/2014/main" id="{1E782F75-D84E-E645-83B8-15BBE61BA1E7}"/>
              </a:ext>
            </a:extLst>
          </p:cNvPr>
          <p:cNvSpPr/>
          <p:nvPr userDrawn="1"/>
        </p:nvSpPr>
        <p:spPr>
          <a:xfrm>
            <a:off x="622291" y="3172950"/>
            <a:ext cx="11102349" cy="2238036"/>
          </a:xfrm>
          <a:prstGeom prst="rect">
            <a:avLst/>
          </a:prstGeom>
        </p:spPr>
        <p:txBody>
          <a:bodyPr vert="horz" lIns="91440" tIns="45720" rIns="91440" bIns="45720" rtlCol="0" anchor="ctr">
            <a:noAutofit/>
          </a:bodyPr>
          <a:lstStyle/>
          <a:p>
            <a:pPr marL="0" marR="0" lvl="0" indent="0" algn="l" defTabSz="1219261" rtl="0" eaLnBrk="1" fontAlgn="auto" latinLnBrk="0" hangingPunct="1">
              <a:lnSpc>
                <a:spcPct val="100000"/>
              </a:lnSpc>
              <a:spcBef>
                <a:spcPts val="300"/>
              </a:spcBef>
              <a:spcAft>
                <a:spcPts val="0"/>
              </a:spcAft>
              <a:buClr>
                <a:srgbClr val="E20000"/>
              </a:buClr>
              <a:buSzPct val="80000"/>
              <a:buFont typeface="Webdings" panose="05030102010509060703" pitchFamily="18" charset="2"/>
              <a:buNone/>
              <a:tabLst/>
              <a:defRPr/>
            </a:pPr>
            <a:r>
              <a:rPr kumimoji="0" lang="en-US" sz="1200" b="0" i="0" u="none" strike="noStrike" kern="1200" cap="none" spc="0" normalizeH="0" baseline="0" noProof="0" dirty="0">
                <a:ln>
                  <a:noFill/>
                </a:ln>
                <a:solidFill>
                  <a:srgbClr val="FFFFFF"/>
                </a:solidFill>
                <a:effectLst/>
                <a:uLnTx/>
                <a:uFillTx/>
                <a:latin typeface="Arial" charset="0"/>
                <a:cs typeface="Arial" charset="0"/>
              </a:rPr>
              <a:t>The information contained herein is for informational purposes only and is subject to change without notice. While every precaution has been taken in the preparation of this document, it may contain technical inaccuracies, omissions and typographical errors, and AMD is under no obligation to update or otherwise correct this information. Advanced Micro Devices, Inc. makes no representations or warranties with respect to the accuracy or completeness of the contents of this document, and assumes no liability of any kind, including the implied warranties of noninfringement, merchantability or fitness for particular purposes, with respect to the operation or use of AMD hardware, software or other products described herein. No license, including implied or arising by estoppel, to any intellectual property rights is granted by this document. Terms and limitations applicable to the purchase or use of AMD’s products are as set forth in a signed agreement between the parties or in AMD's Standard Terms and Conditions of Sale. GD-18</a:t>
            </a:r>
          </a:p>
          <a:p>
            <a:pPr marL="0" marR="0" lvl="0" indent="0" algn="l" defTabSz="1219261" rtl="0" eaLnBrk="1" fontAlgn="auto" latinLnBrk="0" hangingPunct="1">
              <a:lnSpc>
                <a:spcPct val="100000"/>
              </a:lnSpc>
              <a:spcBef>
                <a:spcPts val="1600"/>
              </a:spcBef>
              <a:spcAft>
                <a:spcPts val="0"/>
              </a:spcAft>
              <a:buClr>
                <a:srgbClr val="E20000"/>
              </a:buClr>
              <a:buSzPct val="80000"/>
              <a:buFont typeface="Webdings" panose="05030102010509060703" pitchFamily="18" charset="2"/>
              <a:buNone/>
              <a:tabLst/>
              <a:defRPr/>
            </a:pPr>
            <a:r>
              <a:rPr kumimoji="0" lang="en-US" sz="1200" b="0" i="0" u="none" strike="noStrike" kern="1200" cap="none" spc="0" normalizeH="0" baseline="0" noProof="0" dirty="0">
                <a:ln>
                  <a:noFill/>
                </a:ln>
                <a:solidFill>
                  <a:srgbClr val="FFFFFF"/>
                </a:solidFill>
                <a:effectLst/>
                <a:uLnTx/>
                <a:uFillTx/>
                <a:latin typeface="Arial" panose="020B0604020202020204" pitchFamily="34" charset="0"/>
                <a:ea typeface="+mn-ea"/>
                <a:cs typeface="Arial" panose="020B0604020202020204" pitchFamily="34" charset="0"/>
              </a:rPr>
              <a:t>© Copyright 2021 Advanced Micro Devices, Inc.  All rights reserved.  Xilinx, the Xilinx logo, AMD, the AMD Arrow logo, </a:t>
            </a:r>
            <a:r>
              <a:rPr kumimoji="0" lang="en-US" sz="1200" b="0" i="0" u="none" strike="noStrike" kern="1200" cap="none" spc="0" normalizeH="0" baseline="0" noProof="0" dirty="0" err="1">
                <a:ln>
                  <a:noFill/>
                </a:ln>
                <a:solidFill>
                  <a:srgbClr val="FFFFFF"/>
                </a:solidFill>
                <a:effectLst/>
                <a:uLnTx/>
                <a:uFillTx/>
                <a:latin typeface="Arial" panose="020B0604020202020204" pitchFamily="34" charset="0"/>
                <a:ea typeface="+mn-ea"/>
                <a:cs typeface="Arial" panose="020B0604020202020204" pitchFamily="34" charset="0"/>
              </a:rPr>
              <a:t>Alveo</a:t>
            </a:r>
            <a:r>
              <a:rPr kumimoji="0" lang="en-US" sz="1200" b="0" i="0" u="none" strike="noStrike" kern="1200" cap="none" spc="0" normalizeH="0" baseline="0" noProof="0" dirty="0">
                <a:ln>
                  <a:noFill/>
                </a:ln>
                <a:solidFill>
                  <a:srgbClr val="FFFFFF"/>
                </a:solidFill>
                <a:effectLst/>
                <a:uLnTx/>
                <a:uFillTx/>
                <a:latin typeface="Arial" panose="020B0604020202020204" pitchFamily="34" charset="0"/>
                <a:ea typeface="+mn-ea"/>
                <a:cs typeface="Arial" panose="020B0604020202020204" pitchFamily="34" charset="0"/>
              </a:rPr>
              <a:t>, </a:t>
            </a:r>
            <a:r>
              <a:rPr kumimoji="0" lang="en-US" sz="1200" b="0" i="0" u="none" strike="noStrike" kern="1200" cap="none" spc="0" normalizeH="0" baseline="0" noProof="0" dirty="0" err="1">
                <a:ln>
                  <a:noFill/>
                </a:ln>
                <a:solidFill>
                  <a:srgbClr val="FFFFFF"/>
                </a:solidFill>
                <a:effectLst/>
                <a:uLnTx/>
                <a:uFillTx/>
                <a:latin typeface="Arial" panose="020B0604020202020204" pitchFamily="34" charset="0"/>
                <a:ea typeface="+mn-ea"/>
                <a:cs typeface="Arial" panose="020B0604020202020204" pitchFamily="34" charset="0"/>
              </a:rPr>
              <a:t>Artix</a:t>
            </a:r>
            <a:r>
              <a:rPr kumimoji="0" lang="en-US" sz="1200" b="0" i="0" u="none" strike="noStrike" kern="1200" cap="none" spc="0" normalizeH="0" baseline="0" noProof="0" dirty="0">
                <a:ln>
                  <a:noFill/>
                </a:ln>
                <a:solidFill>
                  <a:srgbClr val="FFFFFF"/>
                </a:solidFill>
                <a:effectLst/>
                <a:uLnTx/>
                <a:uFillTx/>
                <a:latin typeface="Arial" panose="020B0604020202020204" pitchFamily="34" charset="0"/>
                <a:ea typeface="+mn-ea"/>
                <a:cs typeface="Arial" panose="020B0604020202020204" pitchFamily="34" charset="0"/>
              </a:rPr>
              <a:t>, </a:t>
            </a:r>
            <a:r>
              <a:rPr kumimoji="0" lang="en-US" sz="1200" b="0" i="0" u="none" strike="noStrike" kern="1200" cap="none" spc="0" normalizeH="0" baseline="0" noProof="0" dirty="0" err="1">
                <a:ln>
                  <a:noFill/>
                </a:ln>
                <a:solidFill>
                  <a:srgbClr val="FFFFFF"/>
                </a:solidFill>
                <a:effectLst/>
                <a:uLnTx/>
                <a:uFillTx/>
                <a:latin typeface="Arial" panose="020B0604020202020204" pitchFamily="34" charset="0"/>
                <a:ea typeface="+mn-ea"/>
                <a:cs typeface="Arial" panose="020B0604020202020204" pitchFamily="34" charset="0"/>
              </a:rPr>
              <a:t>Kintex</a:t>
            </a:r>
            <a:r>
              <a:rPr kumimoji="0" lang="en-US" sz="1200" b="0" i="0" u="none" strike="noStrike" kern="1200" cap="none" spc="0" normalizeH="0" baseline="0" noProof="0" dirty="0">
                <a:ln>
                  <a:noFill/>
                </a:ln>
                <a:solidFill>
                  <a:srgbClr val="FFFFFF"/>
                </a:solidFill>
                <a:effectLst/>
                <a:uLnTx/>
                <a:uFillTx/>
                <a:latin typeface="Arial" panose="020B0604020202020204" pitchFamily="34" charset="0"/>
                <a:ea typeface="+mn-ea"/>
                <a:cs typeface="Arial" panose="020B0604020202020204" pitchFamily="34" charset="0"/>
              </a:rPr>
              <a:t>, </a:t>
            </a:r>
            <a:r>
              <a:rPr kumimoji="0" lang="en-US" sz="1200" b="0" i="0" u="none" strike="noStrike" kern="1200" cap="none" spc="0" normalizeH="0" baseline="0" noProof="0" dirty="0" err="1">
                <a:ln>
                  <a:noFill/>
                </a:ln>
                <a:solidFill>
                  <a:srgbClr val="FFFFFF"/>
                </a:solidFill>
                <a:effectLst/>
                <a:uLnTx/>
                <a:uFillTx/>
                <a:latin typeface="Arial" panose="020B0604020202020204" pitchFamily="34" charset="0"/>
                <a:ea typeface="+mn-ea"/>
                <a:cs typeface="Arial" panose="020B0604020202020204" pitchFamily="34" charset="0"/>
              </a:rPr>
              <a:t>Kria</a:t>
            </a:r>
            <a:r>
              <a:rPr kumimoji="0" lang="en-US" sz="1200" b="0" i="0" u="none" strike="noStrike" kern="1200" cap="none" spc="0" normalizeH="0" baseline="0" noProof="0" dirty="0">
                <a:ln>
                  <a:noFill/>
                </a:ln>
                <a:solidFill>
                  <a:srgbClr val="FFFFFF"/>
                </a:solidFill>
                <a:effectLst/>
                <a:uLnTx/>
                <a:uFillTx/>
                <a:latin typeface="Arial" panose="020B0604020202020204" pitchFamily="34" charset="0"/>
                <a:ea typeface="+mn-ea"/>
                <a:cs typeface="Arial" panose="020B0604020202020204" pitchFamily="34" charset="0"/>
              </a:rPr>
              <a:t>, Spartan, Versal, Vitis, </a:t>
            </a:r>
            <a:r>
              <a:rPr kumimoji="0" lang="en-US" sz="1200" b="0" i="0" u="none" strike="noStrike" kern="1200" cap="none" spc="0" normalizeH="0" baseline="0" noProof="0" dirty="0" err="1">
                <a:ln>
                  <a:noFill/>
                </a:ln>
                <a:solidFill>
                  <a:srgbClr val="FFFFFF"/>
                </a:solidFill>
                <a:effectLst/>
                <a:uLnTx/>
                <a:uFillTx/>
                <a:latin typeface="Arial" panose="020B0604020202020204" pitchFamily="34" charset="0"/>
                <a:ea typeface="+mn-ea"/>
                <a:cs typeface="Arial" panose="020B0604020202020204" pitchFamily="34" charset="0"/>
              </a:rPr>
              <a:t>Virtex</a:t>
            </a:r>
            <a:r>
              <a:rPr kumimoji="0" lang="en-US" sz="1200" b="0" i="0" u="none" strike="noStrike" kern="1200" cap="none" spc="0" normalizeH="0" baseline="0" noProof="0" dirty="0">
                <a:ln>
                  <a:noFill/>
                </a:ln>
                <a:solidFill>
                  <a:srgbClr val="FFFFFF"/>
                </a:solidFill>
                <a:effectLst/>
                <a:uLnTx/>
                <a:uFillTx/>
                <a:latin typeface="Arial" panose="020B0604020202020204" pitchFamily="34" charset="0"/>
                <a:ea typeface="+mn-ea"/>
                <a:cs typeface="Arial" panose="020B0604020202020204" pitchFamily="34" charset="0"/>
              </a:rPr>
              <a:t>, </a:t>
            </a:r>
            <a:r>
              <a:rPr kumimoji="0" lang="en-US" sz="1200" b="0" i="0" u="none" strike="noStrike" kern="1200" cap="none" spc="0" normalizeH="0" baseline="0" noProof="0" dirty="0" err="1">
                <a:ln>
                  <a:noFill/>
                </a:ln>
                <a:solidFill>
                  <a:srgbClr val="FFFFFF"/>
                </a:solidFill>
                <a:effectLst/>
                <a:uLnTx/>
                <a:uFillTx/>
                <a:latin typeface="Arial" panose="020B0604020202020204" pitchFamily="34" charset="0"/>
                <a:ea typeface="+mn-ea"/>
                <a:cs typeface="Arial" panose="020B0604020202020204" pitchFamily="34" charset="0"/>
              </a:rPr>
              <a:t>Vivado</a:t>
            </a:r>
            <a:r>
              <a:rPr kumimoji="0" lang="en-US" sz="1200" b="0" i="0" u="none" strike="noStrike" kern="1200" cap="none" spc="0" normalizeH="0" baseline="0" noProof="0" dirty="0">
                <a:ln>
                  <a:noFill/>
                </a:ln>
                <a:solidFill>
                  <a:srgbClr val="FFFFFF"/>
                </a:solidFill>
                <a:effectLst/>
                <a:uLnTx/>
                <a:uFillTx/>
                <a:latin typeface="Arial" panose="020B0604020202020204" pitchFamily="34" charset="0"/>
                <a:ea typeface="+mn-ea"/>
                <a:cs typeface="Arial" panose="020B0604020202020204" pitchFamily="34" charset="0"/>
              </a:rPr>
              <a:t>, Zynq, and other designated brands included herein are trademarks of Advanced Micro Devices, Inc.  Other product names used in this publication are for identification purposes only and may be trademarks of their respective companies.  </a:t>
            </a:r>
            <a:endParaRPr kumimoji="0" lang="en-US" sz="1200" b="0" i="0" u="none" strike="noStrike" kern="1200" cap="none" spc="0" normalizeH="0" baseline="0" noProof="0" dirty="0">
              <a:ln>
                <a:noFill/>
              </a:ln>
              <a:solidFill>
                <a:srgbClr val="00B2BA"/>
              </a:solidFill>
              <a:effectLst/>
              <a:uLnTx/>
              <a:uFillTx/>
              <a:latin typeface="Arial" panose="020B0604020202020204" pitchFamily="34" charset="0"/>
              <a:ea typeface="+mn-ea"/>
              <a:cs typeface="Arial" panose="020B0604020202020204" pitchFamily="34" charset="0"/>
            </a:endParaRPr>
          </a:p>
          <a:p>
            <a:pPr marL="0" marR="0" lvl="0" indent="0" algn="l" defTabSz="1219261" rtl="0" eaLnBrk="1" fontAlgn="auto" latinLnBrk="0" hangingPunct="1">
              <a:lnSpc>
                <a:spcPct val="100000"/>
              </a:lnSpc>
              <a:spcBef>
                <a:spcPts val="300"/>
              </a:spcBef>
              <a:spcAft>
                <a:spcPts val="0"/>
              </a:spcAft>
              <a:buClr>
                <a:srgbClr val="E20000"/>
              </a:buClr>
              <a:buSzPct val="80000"/>
              <a:buFont typeface="Webdings" panose="05030102010509060703" pitchFamily="18" charset="2"/>
              <a:buNone/>
              <a:tabLst/>
              <a:defRPr/>
            </a:pPr>
            <a:endParaRPr kumimoji="0" lang="en-US" sz="1200" b="0" i="0" u="none" strike="noStrike" kern="1200" cap="none" spc="0" normalizeH="0" baseline="0" noProof="0" dirty="0">
              <a:ln>
                <a:noFill/>
              </a:ln>
              <a:solidFill>
                <a:srgbClr val="FFFFFF"/>
              </a:solidFill>
              <a:effectLst/>
              <a:uLnTx/>
              <a:uFillTx/>
              <a:latin typeface="Arial" charset="0"/>
              <a:cs typeface="Arial" charset="0"/>
            </a:endParaRPr>
          </a:p>
        </p:txBody>
      </p:sp>
    </p:spTree>
    <p:extLst>
      <p:ext uri="{BB962C8B-B14F-4D97-AF65-F5344CB8AC3E}">
        <p14:creationId xmlns:p14="http://schemas.microsoft.com/office/powerpoint/2010/main" val="332030899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0.xml><?xml version="1.0" encoding="utf-8"?>
<p:sldLayout xmlns:a="http://schemas.openxmlformats.org/drawingml/2006/main" xmlns:r="http://schemas.openxmlformats.org/officeDocument/2006/relationships" xmlns:p="http://schemas.openxmlformats.org/presentationml/2006/main">
  <p:cSld name="Title and Content (WHITE)">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ltLang="zh-CN"/>
              <a:t>Click to edit Master title style</a:t>
            </a:r>
            <a:endParaRPr lang="en-US"/>
          </a:p>
        </p:txBody>
      </p:sp>
      <p:sp>
        <p:nvSpPr>
          <p:cNvPr id="3" name="Content Placeholder 2"/>
          <p:cNvSpPr>
            <a:spLocks noGrp="1"/>
          </p:cNvSpPr>
          <p:nvPr>
            <p:ph idx="1"/>
          </p:nvPr>
        </p:nvSpPr>
        <p:spPr>
          <a:xfrm>
            <a:off x="647700" y="1463040"/>
            <a:ext cx="10515600" cy="4759404"/>
          </a:xfrm>
        </p:spPr>
        <p:txBody>
          <a:bodyPr/>
          <a:lstStyle>
            <a:lvl1pPr>
              <a:defRPr>
                <a:solidFill>
                  <a:schemeClr val="tx1"/>
                </a:solidFill>
              </a:defRPr>
            </a:lvl1pPr>
            <a:lvl2pPr>
              <a:defRPr>
                <a:solidFill>
                  <a:schemeClr val="tx1"/>
                </a:solidFill>
              </a:defRPr>
            </a:lvl2pPr>
            <a:lvl3pPr>
              <a:defRPr sz="1600">
                <a:solidFill>
                  <a:schemeClr val="tx1"/>
                </a:solidFill>
              </a:defRPr>
            </a:lvl3pPr>
            <a:lvl4pPr>
              <a:defRPr sz="1400">
                <a:solidFill>
                  <a:schemeClr val="tx1"/>
                </a:solidFill>
              </a:defRPr>
            </a:lvl4pPr>
            <a:lvl5pPr>
              <a:tabLst>
                <a:tab pos="2626525" algn="l"/>
              </a:tabLst>
              <a:defRPr sz="1400">
                <a:solidFill>
                  <a:schemeClr val="tx1"/>
                </a:solidFill>
              </a:defRPr>
            </a:lvl5pPr>
          </a:lstStyle>
          <a:p>
            <a:pPr lvl="0"/>
            <a:r>
              <a:rPr lang="en-US" altLang="zh-CN"/>
              <a:t>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dirty="0"/>
          </a:p>
        </p:txBody>
      </p:sp>
      <p:sp>
        <p:nvSpPr>
          <p:cNvPr id="9" name="Slide Number Placeholder 8"/>
          <p:cNvSpPr>
            <a:spLocks noGrp="1"/>
          </p:cNvSpPr>
          <p:nvPr>
            <p:ph type="sldNum" sz="quarter" idx="10"/>
          </p:nvPr>
        </p:nvSpPr>
        <p:spPr>
          <a:xfrm>
            <a:off x="579121" y="6325606"/>
            <a:ext cx="975360" cy="365125"/>
          </a:xfrm>
          <a:prstGeom prst="rect">
            <a:avLst/>
          </a:prstGeom>
        </p:spPr>
        <p:txBody>
          <a:bodyPr/>
          <a:lstStyle/>
          <a:p>
            <a:pPr>
              <a:defRPr/>
            </a:pPr>
            <a:r>
              <a:rPr lang="en-US"/>
              <a:t>Lab2 Intro 13a- </a:t>
            </a:r>
            <a:fld id="{060BD193-E118-4B16-863C-C8C12C675E3E}" type="slidenum">
              <a:rPr lang="en-US" smtClean="0"/>
              <a:pPr>
                <a:defRPr/>
              </a:pPr>
              <a:t>‹#›</a:t>
            </a:fld>
            <a:endParaRPr lang="en-US" dirty="0"/>
          </a:p>
        </p:txBody>
      </p:sp>
    </p:spTree>
    <p:extLst>
      <p:ext uri="{BB962C8B-B14F-4D97-AF65-F5344CB8AC3E}">
        <p14:creationId xmlns:p14="http://schemas.microsoft.com/office/powerpoint/2010/main" val="407530080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image" Target="../media/image1.png"/><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theme" Target="../theme/theme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579121" y="234696"/>
            <a:ext cx="11033760" cy="975360"/>
          </a:xfrm>
          <a:prstGeom prst="rect">
            <a:avLst/>
          </a:prstGeom>
        </p:spPr>
        <p:txBody>
          <a:bodyPr vert="horz" lIns="91440" tIns="45720" rIns="91440" bIns="45720" rtlCol="0" anchor="t" anchorCtr="0">
            <a:noAutofit/>
          </a:bodyPr>
          <a:lstStyle/>
          <a:p>
            <a:r>
              <a:rPr lang="en-US"/>
              <a:t>Click to edit Master title style</a:t>
            </a:r>
          </a:p>
        </p:txBody>
      </p:sp>
      <p:sp>
        <p:nvSpPr>
          <p:cNvPr id="3" name="Text Placeholder 2"/>
          <p:cNvSpPr>
            <a:spLocks noGrp="1"/>
          </p:cNvSpPr>
          <p:nvPr>
            <p:ph type="body" idx="1"/>
          </p:nvPr>
        </p:nvSpPr>
        <p:spPr>
          <a:xfrm>
            <a:off x="579121" y="1470401"/>
            <a:ext cx="11033760" cy="4632960"/>
          </a:xfrm>
          <a:prstGeom prst="rect">
            <a:avLst/>
          </a:prstGeom>
        </p:spPr>
        <p:txBody>
          <a:bodyPr vert="horz" lIns="91440" tIns="45720" rIns="91440" bIns="45720" rtlCol="0">
            <a:no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pic>
        <p:nvPicPr>
          <p:cNvPr id="7" name="Picture 6">
            <a:extLst>
              <a:ext uri="{FF2B5EF4-FFF2-40B4-BE49-F238E27FC236}">
                <a16:creationId xmlns:a16="http://schemas.microsoft.com/office/drawing/2014/main" id="{BCBBAE11-7273-0744-B2EB-4D22266C9B89}"/>
              </a:ext>
            </a:extLst>
          </p:cNvPr>
          <p:cNvPicPr>
            <a:picLocks noChangeAspect="1"/>
          </p:cNvPicPr>
          <p:nvPr userDrawn="1"/>
        </p:nvPicPr>
        <p:blipFill>
          <a:blip r:embed="rId12"/>
          <a:stretch>
            <a:fillRect/>
          </a:stretch>
        </p:blipFill>
        <p:spPr>
          <a:xfrm>
            <a:off x="11028823" y="6279370"/>
            <a:ext cx="576531" cy="357077"/>
          </a:xfrm>
          <a:prstGeom prst="rect">
            <a:avLst/>
          </a:prstGeom>
        </p:spPr>
      </p:pic>
      <p:sp>
        <p:nvSpPr>
          <p:cNvPr id="8" name="fc" descr="&#10;© Copyright 2022 AMD">
            <a:extLst>
              <a:ext uri="{FF2B5EF4-FFF2-40B4-BE49-F238E27FC236}">
                <a16:creationId xmlns:a16="http://schemas.microsoft.com/office/drawing/2014/main" id="{267905CA-1E40-4355-8488-CBAEBBD403F6}"/>
              </a:ext>
            </a:extLst>
          </p:cNvPr>
          <p:cNvSpPr txBox="1"/>
          <p:nvPr userDrawn="1"/>
        </p:nvSpPr>
        <p:spPr>
          <a:xfrm>
            <a:off x="0" y="6512560"/>
            <a:ext cx="12192000" cy="230832"/>
          </a:xfrm>
          <a:prstGeom prst="rect">
            <a:avLst/>
          </a:prstGeom>
          <a:noFill/>
        </p:spPr>
        <p:txBody>
          <a:bodyPr vert="horz" rtlCol="0">
            <a:spAutoFit/>
          </a:bodyPr>
          <a:lstStyle/>
          <a:p>
            <a:pPr algn="ctr"/>
            <a:r>
              <a:rPr lang="en-US" sz="900" b="0" i="0" u="none" strike="noStrike" kern="1200" baseline="0" dirty="0">
                <a:solidFill>
                  <a:schemeClr val="tx1"/>
                </a:solidFill>
                <a:latin typeface="+mn-lt"/>
                <a:ea typeface="+mn-ea"/>
                <a:cs typeface="+mn-cs"/>
              </a:rPr>
              <a:t>©2022 Advanced Micro Devices, Inc.</a:t>
            </a:r>
            <a:endParaRPr lang="en-US" sz="850" b="0" i="0" u="none" baseline="0" dirty="0">
              <a:solidFill>
                <a:srgbClr val="000000"/>
              </a:solidFill>
              <a:latin typeface="Microsoft Sans Serif" panose="020B0604020202020204" pitchFamily="34" charset="0"/>
            </a:endParaRPr>
          </a:p>
        </p:txBody>
      </p:sp>
      <p:sp>
        <p:nvSpPr>
          <p:cNvPr id="9" name="Slide Number Placeholder 7">
            <a:extLst>
              <a:ext uri="{FF2B5EF4-FFF2-40B4-BE49-F238E27FC236}">
                <a16:creationId xmlns:a16="http://schemas.microsoft.com/office/drawing/2014/main" id="{A00056EE-EB1E-4FF5-8E9E-FA26293ABABB}"/>
              </a:ext>
            </a:extLst>
          </p:cNvPr>
          <p:cNvSpPr>
            <a:spLocks noGrp="1"/>
          </p:cNvSpPr>
          <p:nvPr>
            <p:ph type="sldNum" sz="quarter" idx="4"/>
          </p:nvPr>
        </p:nvSpPr>
        <p:spPr>
          <a:xfrm>
            <a:off x="579120" y="6325606"/>
            <a:ext cx="2206217" cy="365125"/>
          </a:xfrm>
          <a:prstGeom prst="rect">
            <a:avLst/>
          </a:prstGeom>
        </p:spPr>
        <p:txBody>
          <a:bodyPr/>
          <a:lstStyle>
            <a:lvl1pPr>
              <a:defRPr sz="1200"/>
            </a:lvl1pPr>
          </a:lstStyle>
          <a:p>
            <a:pPr>
              <a:defRPr/>
            </a:pPr>
            <a:r>
              <a:rPr lang="en-US" dirty="0"/>
              <a:t>Intro to HLS 11- </a:t>
            </a:r>
            <a:fld id="{060BD193-E118-4B16-863C-C8C12C675E3E}" type="slidenum">
              <a:rPr lang="en-US" smtClean="0"/>
              <a:pPr>
                <a:defRPr/>
              </a:pPr>
              <a:t>‹#›</a:t>
            </a:fld>
            <a:endParaRPr lang="en-US" dirty="0"/>
          </a:p>
        </p:txBody>
      </p:sp>
    </p:spTree>
    <p:extLst>
      <p:ext uri="{BB962C8B-B14F-4D97-AF65-F5344CB8AC3E}">
        <p14:creationId xmlns:p14="http://schemas.microsoft.com/office/powerpoint/2010/main" val="3868898160"/>
      </p:ext>
    </p:extLst>
  </p:cSld>
  <p:clrMap bg1="lt1" tx1="dk1" bg2="lt2" tx2="dk2" accent1="accent1" accent2="accent2" accent3="accent3" accent4="accent4" accent5="accent5" accent6="accent6" hlink="hlink" folHlink="folHlink"/>
  <p:sldLayoutIdLst>
    <p:sldLayoutId id="2147483985" r:id="rId1"/>
    <p:sldLayoutId id="2147483983" r:id="rId2"/>
    <p:sldLayoutId id="2147483979" r:id="rId3"/>
    <p:sldLayoutId id="2147483973" r:id="rId4"/>
    <p:sldLayoutId id="2147483938" r:id="rId5"/>
    <p:sldLayoutId id="2147483961" r:id="rId6"/>
    <p:sldLayoutId id="2147483982" r:id="rId7"/>
    <p:sldLayoutId id="2147483986" r:id="rId8"/>
    <p:sldLayoutId id="2147483964" r:id="rId9"/>
    <p:sldLayoutId id="2147483988" r:id="rId10"/>
  </p:sldLayoutIdLst>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hf hdr="0" ftr="0" dt="0"/>
  <p:txStyles>
    <p:titleStyle>
      <a:lvl1pPr algn="l" defTabSz="914445" rtl="0" eaLnBrk="1" latinLnBrk="0" hangingPunct="1">
        <a:lnSpc>
          <a:spcPct val="90000"/>
        </a:lnSpc>
        <a:spcBef>
          <a:spcPct val="0"/>
        </a:spcBef>
        <a:buNone/>
        <a:defRPr lang="en-US" sz="3200" b="1" i="0" kern="1200" dirty="0" smtClean="0">
          <a:solidFill>
            <a:schemeClr val="tx1"/>
          </a:solidFill>
          <a:latin typeface="Arial" charset="0"/>
          <a:ea typeface="+mj-ea"/>
          <a:cs typeface="Arial" charset="0"/>
        </a:defRPr>
      </a:lvl1pPr>
    </p:titleStyle>
    <p:bodyStyle>
      <a:lvl1pPr marL="234962" indent="-234962" algn="l" defTabSz="1219261" rtl="0" eaLnBrk="1" latinLnBrk="0" hangingPunct="1">
        <a:lnSpc>
          <a:spcPct val="100000"/>
        </a:lnSpc>
        <a:spcBef>
          <a:spcPts val="1600"/>
        </a:spcBef>
        <a:buClr>
          <a:schemeClr val="accent1"/>
        </a:buClr>
        <a:buSzPct val="80000"/>
        <a:buFont typeface="Webdings" panose="05030102010509060703" pitchFamily="18" charset="2"/>
        <a:buChar char="4"/>
        <a:defRPr lang="en-US" sz="2400" b="0" kern="1200" dirty="0" smtClean="0">
          <a:solidFill>
            <a:schemeClr val="tx1"/>
          </a:solidFill>
          <a:latin typeface="Arial" panose="020B0604020202020204" pitchFamily="34" charset="0"/>
          <a:ea typeface="+mn-ea"/>
          <a:cs typeface="Arial" panose="020B0604020202020204" pitchFamily="34" charset="0"/>
        </a:defRPr>
      </a:lvl1pPr>
      <a:lvl2pPr marL="452989" indent="-220144" algn="l" defTabSz="914445" rtl="0" eaLnBrk="1" latinLnBrk="0" hangingPunct="1">
        <a:lnSpc>
          <a:spcPct val="95000"/>
        </a:lnSpc>
        <a:spcBef>
          <a:spcPts val="600"/>
        </a:spcBef>
        <a:buClr>
          <a:schemeClr val="accent1"/>
        </a:buClr>
        <a:buSzPct val="80000"/>
        <a:buFont typeface="Wingdings 3" panose="05040102010807070707" pitchFamily="18" charset="2"/>
        <a:buChar char="¬"/>
        <a:defRPr lang="en-US" sz="2000" kern="1200" dirty="0" smtClean="0">
          <a:solidFill>
            <a:schemeClr val="tx1"/>
          </a:solidFill>
          <a:latin typeface="Arial" panose="020B0604020202020204" pitchFamily="34" charset="0"/>
          <a:ea typeface="+mn-ea"/>
          <a:cs typeface="Arial" panose="020B0604020202020204" pitchFamily="34" charset="0"/>
        </a:defRPr>
      </a:lvl2pPr>
      <a:lvl3pPr marL="685835" indent="-232845" algn="l" defTabSz="914445" rtl="0" eaLnBrk="1" latinLnBrk="0" hangingPunct="1">
        <a:lnSpc>
          <a:spcPct val="95000"/>
        </a:lnSpc>
        <a:spcBef>
          <a:spcPts val="833"/>
        </a:spcBef>
        <a:buClr>
          <a:schemeClr val="tx1"/>
        </a:buClr>
        <a:buSzPct val="80000"/>
        <a:buFont typeface="Wingdings 3" panose="05040102010807070707" pitchFamily="18" charset="2"/>
        <a:buChar char="¬"/>
        <a:defRPr lang="en-US" sz="1600" kern="1200" dirty="0" smtClean="0">
          <a:solidFill>
            <a:schemeClr val="tx1"/>
          </a:solidFill>
          <a:latin typeface="Arial" panose="020B0604020202020204" pitchFamily="34" charset="0"/>
          <a:ea typeface="+mn-ea"/>
          <a:cs typeface="Arial" panose="020B0604020202020204" pitchFamily="34" charset="0"/>
        </a:defRPr>
      </a:lvl3pPr>
      <a:lvl4pPr marL="916563" indent="-230729" algn="l" defTabSz="914445" rtl="0" eaLnBrk="1" latinLnBrk="0" hangingPunct="1">
        <a:lnSpc>
          <a:spcPct val="95000"/>
        </a:lnSpc>
        <a:spcBef>
          <a:spcPts val="833"/>
        </a:spcBef>
        <a:buClr>
          <a:schemeClr val="tx1"/>
        </a:buClr>
        <a:buSzPct val="80000"/>
        <a:buFont typeface="Wingdings 3" panose="05040102010807070707" pitchFamily="18" charset="2"/>
        <a:buChar char="¬"/>
        <a:defRPr lang="en-US" sz="1600" kern="1200" dirty="0" smtClean="0">
          <a:solidFill>
            <a:schemeClr val="tx1"/>
          </a:solidFill>
          <a:latin typeface="Arial" panose="020B0604020202020204" pitchFamily="34" charset="0"/>
          <a:ea typeface="+mn-ea"/>
          <a:cs typeface="Arial" panose="020B0604020202020204" pitchFamily="34" charset="0"/>
        </a:defRPr>
      </a:lvl4pPr>
      <a:lvl5pPr marL="1138824" indent="-222262" algn="l" defTabSz="914445" rtl="0" eaLnBrk="1" latinLnBrk="0" hangingPunct="1">
        <a:lnSpc>
          <a:spcPct val="95000"/>
        </a:lnSpc>
        <a:spcBef>
          <a:spcPts val="833"/>
        </a:spcBef>
        <a:buClr>
          <a:schemeClr val="tx1"/>
        </a:buClr>
        <a:buSzPct val="80000"/>
        <a:buFont typeface="Wingdings 3" panose="05040102010807070707" pitchFamily="18" charset="2"/>
        <a:buChar char="¬"/>
        <a:tabLst/>
        <a:defRPr lang="en-US" sz="1600" kern="1200" dirty="0">
          <a:solidFill>
            <a:schemeClr val="tx1"/>
          </a:solidFill>
          <a:latin typeface="Arial" panose="020B0604020202020204" pitchFamily="34" charset="0"/>
          <a:ea typeface="+mn-ea"/>
          <a:cs typeface="Arial" panose="020B0604020202020204" pitchFamily="34" charset="0"/>
        </a:defRPr>
      </a:lvl5pPr>
      <a:lvl6pPr marL="2514725" indent="-228612" algn="l" defTabSz="914445" rtl="0" eaLnBrk="1" latinLnBrk="0" hangingPunct="1">
        <a:lnSpc>
          <a:spcPct val="90000"/>
        </a:lnSpc>
        <a:spcBef>
          <a:spcPts val="500"/>
        </a:spcBef>
        <a:buFont typeface="Arial" panose="020B0604020202020204" pitchFamily="34" charset="0"/>
        <a:buChar char="•"/>
        <a:defRPr sz="1801" kern="1200">
          <a:solidFill>
            <a:schemeClr val="tx1"/>
          </a:solidFill>
          <a:latin typeface="+mn-lt"/>
          <a:ea typeface="+mn-ea"/>
          <a:cs typeface="+mn-cs"/>
        </a:defRPr>
      </a:lvl6pPr>
      <a:lvl7pPr marL="2971948" indent="-228612" algn="l" defTabSz="914445" rtl="0" eaLnBrk="1" latinLnBrk="0" hangingPunct="1">
        <a:lnSpc>
          <a:spcPct val="90000"/>
        </a:lnSpc>
        <a:spcBef>
          <a:spcPts val="500"/>
        </a:spcBef>
        <a:buFont typeface="Arial" panose="020B0604020202020204" pitchFamily="34" charset="0"/>
        <a:buChar char="•"/>
        <a:defRPr sz="1801" kern="1200">
          <a:solidFill>
            <a:schemeClr val="tx1"/>
          </a:solidFill>
          <a:latin typeface="+mn-lt"/>
          <a:ea typeface="+mn-ea"/>
          <a:cs typeface="+mn-cs"/>
        </a:defRPr>
      </a:lvl7pPr>
      <a:lvl8pPr marL="3429171" indent="-228612" algn="l" defTabSz="914445" rtl="0" eaLnBrk="1" latinLnBrk="0" hangingPunct="1">
        <a:lnSpc>
          <a:spcPct val="90000"/>
        </a:lnSpc>
        <a:spcBef>
          <a:spcPts val="500"/>
        </a:spcBef>
        <a:buFont typeface="Arial" panose="020B0604020202020204" pitchFamily="34" charset="0"/>
        <a:buChar char="•"/>
        <a:defRPr sz="1801" kern="1200">
          <a:solidFill>
            <a:schemeClr val="tx1"/>
          </a:solidFill>
          <a:latin typeface="+mn-lt"/>
          <a:ea typeface="+mn-ea"/>
          <a:cs typeface="+mn-cs"/>
        </a:defRPr>
      </a:lvl8pPr>
      <a:lvl9pPr marL="3886394" indent="-228612" algn="l" defTabSz="914445" rtl="0" eaLnBrk="1" latinLnBrk="0" hangingPunct="1">
        <a:lnSpc>
          <a:spcPct val="90000"/>
        </a:lnSpc>
        <a:spcBef>
          <a:spcPts val="500"/>
        </a:spcBef>
        <a:buFont typeface="Arial" panose="020B0604020202020204" pitchFamily="34" charset="0"/>
        <a:buChar char="•"/>
        <a:defRPr sz="1801" kern="1200">
          <a:solidFill>
            <a:schemeClr val="tx1"/>
          </a:solidFill>
          <a:latin typeface="+mn-lt"/>
          <a:ea typeface="+mn-ea"/>
          <a:cs typeface="+mn-cs"/>
        </a:defRPr>
      </a:lvl9pPr>
    </p:bodyStyle>
    <p:otherStyle>
      <a:defPPr>
        <a:defRPr lang="en-US"/>
      </a:defPPr>
      <a:lvl1pPr marL="0" algn="l" defTabSz="914445" rtl="0" eaLnBrk="1" latinLnBrk="0" hangingPunct="1">
        <a:defRPr sz="1801" kern="1200">
          <a:solidFill>
            <a:schemeClr val="tx1"/>
          </a:solidFill>
          <a:latin typeface="+mn-lt"/>
          <a:ea typeface="+mn-ea"/>
          <a:cs typeface="+mn-cs"/>
        </a:defRPr>
      </a:lvl1pPr>
      <a:lvl2pPr marL="457223" algn="l" defTabSz="914445" rtl="0" eaLnBrk="1" latinLnBrk="0" hangingPunct="1">
        <a:defRPr sz="1801" kern="1200">
          <a:solidFill>
            <a:schemeClr val="tx1"/>
          </a:solidFill>
          <a:latin typeface="+mn-lt"/>
          <a:ea typeface="+mn-ea"/>
          <a:cs typeface="+mn-cs"/>
        </a:defRPr>
      </a:lvl2pPr>
      <a:lvl3pPr marL="914445" algn="l" defTabSz="914445" rtl="0" eaLnBrk="1" latinLnBrk="0" hangingPunct="1">
        <a:defRPr sz="1801" kern="1200">
          <a:solidFill>
            <a:schemeClr val="tx1"/>
          </a:solidFill>
          <a:latin typeface="+mn-lt"/>
          <a:ea typeface="+mn-ea"/>
          <a:cs typeface="+mn-cs"/>
        </a:defRPr>
      </a:lvl3pPr>
      <a:lvl4pPr marL="1371668" algn="l" defTabSz="914445" rtl="0" eaLnBrk="1" latinLnBrk="0" hangingPunct="1">
        <a:defRPr sz="1801" kern="1200">
          <a:solidFill>
            <a:schemeClr val="tx1"/>
          </a:solidFill>
          <a:latin typeface="+mn-lt"/>
          <a:ea typeface="+mn-ea"/>
          <a:cs typeface="+mn-cs"/>
        </a:defRPr>
      </a:lvl4pPr>
      <a:lvl5pPr marL="1828892" algn="l" defTabSz="914445" rtl="0" eaLnBrk="1" latinLnBrk="0" hangingPunct="1">
        <a:defRPr sz="1801" kern="1200">
          <a:solidFill>
            <a:schemeClr val="tx1"/>
          </a:solidFill>
          <a:latin typeface="+mn-lt"/>
          <a:ea typeface="+mn-ea"/>
          <a:cs typeface="+mn-cs"/>
        </a:defRPr>
      </a:lvl5pPr>
      <a:lvl6pPr marL="2286115" algn="l" defTabSz="914445" rtl="0" eaLnBrk="1" latinLnBrk="0" hangingPunct="1">
        <a:defRPr sz="1801" kern="1200">
          <a:solidFill>
            <a:schemeClr val="tx1"/>
          </a:solidFill>
          <a:latin typeface="+mn-lt"/>
          <a:ea typeface="+mn-ea"/>
          <a:cs typeface="+mn-cs"/>
        </a:defRPr>
      </a:lvl6pPr>
      <a:lvl7pPr marL="2743337" algn="l" defTabSz="914445" rtl="0" eaLnBrk="1" latinLnBrk="0" hangingPunct="1">
        <a:defRPr sz="1801" kern="1200">
          <a:solidFill>
            <a:schemeClr val="tx1"/>
          </a:solidFill>
          <a:latin typeface="+mn-lt"/>
          <a:ea typeface="+mn-ea"/>
          <a:cs typeface="+mn-cs"/>
        </a:defRPr>
      </a:lvl7pPr>
      <a:lvl8pPr marL="3200560" algn="l" defTabSz="914445" rtl="0" eaLnBrk="1" latinLnBrk="0" hangingPunct="1">
        <a:defRPr sz="1801" kern="1200">
          <a:solidFill>
            <a:schemeClr val="tx1"/>
          </a:solidFill>
          <a:latin typeface="+mn-lt"/>
          <a:ea typeface="+mn-ea"/>
          <a:cs typeface="+mn-cs"/>
        </a:defRPr>
      </a:lvl8pPr>
      <a:lvl9pPr marL="3657783" algn="l" defTabSz="914445" rtl="0" eaLnBrk="1" latinLnBrk="0" hangingPunct="1">
        <a:defRPr sz="1801"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userDrawn="1">
          <p15:clr>
            <a:srgbClr val="F26B43"/>
          </p15:clr>
        </p15:guide>
        <p15:guide id="2" pos="3840" userDrawn="1">
          <p15:clr>
            <a:srgbClr val="F26B43"/>
          </p15:clr>
        </p15:guide>
        <p15:guide id="3" orient="horz" pos="4176" userDrawn="1">
          <p15:clr>
            <a:srgbClr val="F26B43"/>
          </p15:clr>
        </p15:guide>
        <p15:guide id="4" pos="448" userDrawn="1">
          <p15:clr>
            <a:srgbClr val="F26B43"/>
          </p15:clr>
        </p15:guide>
        <p15:guide id="5" pos="7232" userDrawn="1">
          <p15:clr>
            <a:srgbClr val="F26B43"/>
          </p15:clr>
        </p15:guide>
        <p15:guide id="6" orient="horz" pos="208" userDrawn="1">
          <p15:clr>
            <a:srgbClr val="F26B43"/>
          </p15:clr>
        </p15:guide>
        <p15:guide id="7" orient="horz" pos="976" userDrawn="1">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4.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47E05BA-2C7D-4921-982A-84A30B5EE55B}"/>
              </a:ext>
            </a:extLst>
          </p:cNvPr>
          <p:cNvSpPr>
            <a:spLocks noGrp="1"/>
          </p:cNvSpPr>
          <p:nvPr>
            <p:ph type="title"/>
          </p:nvPr>
        </p:nvSpPr>
        <p:spPr/>
        <p:txBody>
          <a:bodyPr/>
          <a:lstStyle/>
          <a:p>
            <a:r>
              <a:rPr lang="en-US" altLang="zh-CN" dirty="0">
                <a:ea typeface="SimSun" pitchFamily="2" charset="-122"/>
              </a:rPr>
              <a:t>Lab2 Intro</a:t>
            </a:r>
            <a:br>
              <a:rPr lang="en-US" altLang="zh-CN" dirty="0">
                <a:ea typeface="SimSun" pitchFamily="2" charset="-122"/>
              </a:rPr>
            </a:br>
            <a:r>
              <a:rPr lang="en-US" altLang="zh-CN" dirty="0">
                <a:ea typeface="SimSun" pitchFamily="2" charset="-122"/>
              </a:rPr>
              <a:t>Improving Performance</a:t>
            </a:r>
            <a:endParaRPr lang="zh-CN" altLang="en-US" dirty="0"/>
          </a:p>
        </p:txBody>
      </p:sp>
      <p:sp>
        <p:nvSpPr>
          <p:cNvPr id="4" name="Subtitle 3">
            <a:extLst>
              <a:ext uri="{FF2B5EF4-FFF2-40B4-BE49-F238E27FC236}">
                <a16:creationId xmlns:a16="http://schemas.microsoft.com/office/drawing/2014/main" id="{7F7F1FE8-F7DE-4816-854E-F163AD6A1C9B}"/>
              </a:ext>
            </a:extLst>
          </p:cNvPr>
          <p:cNvSpPr>
            <a:spLocks noGrp="1"/>
          </p:cNvSpPr>
          <p:nvPr>
            <p:ph type="subTitle" idx="1"/>
          </p:nvPr>
        </p:nvSpPr>
        <p:spPr>
          <a:xfrm>
            <a:off x="579121" y="4490866"/>
            <a:ext cx="7417990" cy="400110"/>
          </a:xfrm>
        </p:spPr>
        <p:txBody>
          <a:bodyPr/>
          <a:lstStyle/>
          <a:p>
            <a:endParaRPr lang="en-US" dirty="0"/>
          </a:p>
        </p:txBody>
      </p:sp>
    </p:spTree>
    <p:extLst>
      <p:ext uri="{BB962C8B-B14F-4D97-AF65-F5344CB8AC3E}">
        <p14:creationId xmlns:p14="http://schemas.microsoft.com/office/powerpoint/2010/main" val="117603605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p:cNvSpPr>
            <a:spLocks noGrp="1"/>
          </p:cNvSpPr>
          <p:nvPr>
            <p:ph type="title"/>
          </p:nvPr>
        </p:nvSpPr>
        <p:spPr/>
        <p:txBody>
          <a:bodyPr/>
          <a:lstStyle/>
          <a:p>
            <a:r>
              <a:rPr lang="en-US" dirty="0"/>
              <a:t>Objectives</a:t>
            </a:r>
          </a:p>
        </p:txBody>
      </p:sp>
      <p:sp>
        <p:nvSpPr>
          <p:cNvPr id="2" name="Content Placeholder 1"/>
          <p:cNvSpPr>
            <a:spLocks noGrp="1"/>
          </p:cNvSpPr>
          <p:nvPr>
            <p:ph idx="1"/>
          </p:nvPr>
        </p:nvSpPr>
        <p:spPr/>
        <p:txBody>
          <a:bodyPr/>
          <a:lstStyle/>
          <a:p>
            <a:pPr>
              <a:lnSpc>
                <a:spcPts val="2200"/>
              </a:lnSpc>
              <a:tabLst>
                <a:tab pos="228600" algn="l"/>
              </a:tabLst>
            </a:pPr>
            <a:r>
              <a:rPr lang="en-US" altLang="zh-CN" dirty="0">
                <a:solidFill>
                  <a:schemeClr val="tx1"/>
                </a:solidFill>
                <a:cs typeface="Arial" pitchFamily="34" charset="0"/>
              </a:rPr>
              <a:t>After completing this lab, you will be able to:</a:t>
            </a:r>
          </a:p>
          <a:p>
            <a:pPr>
              <a:lnSpc>
                <a:spcPts val="1000"/>
              </a:lnSpc>
              <a:buNone/>
            </a:pPr>
            <a:endParaRPr lang="en-US" altLang="zh-CN" dirty="0">
              <a:solidFill>
                <a:schemeClr val="tx1"/>
              </a:solidFill>
            </a:endParaRPr>
          </a:p>
          <a:p>
            <a:pPr lvl="1"/>
            <a:r>
              <a:rPr lang="en-US" dirty="0"/>
              <a:t>Add directives to your design</a:t>
            </a:r>
          </a:p>
          <a:p>
            <a:pPr lvl="1"/>
            <a:r>
              <a:rPr lang="en-US" dirty="0"/>
              <a:t>Observe the effect of PIPELINE-</a:t>
            </a:r>
            <a:r>
              <a:rPr lang="en-US" dirty="0" err="1"/>
              <a:t>ing</a:t>
            </a:r>
            <a:r>
              <a:rPr lang="en-US" dirty="0"/>
              <a:t> functions</a:t>
            </a:r>
          </a:p>
          <a:p>
            <a:pPr lvl="1"/>
            <a:r>
              <a:rPr lang="en-US" dirty="0"/>
              <a:t>Improve the performance using various directives</a:t>
            </a:r>
          </a:p>
        </p:txBody>
      </p:sp>
      <p:sp>
        <p:nvSpPr>
          <p:cNvPr id="3" name="Slide Number Placeholder 2">
            <a:extLst>
              <a:ext uri="{FF2B5EF4-FFF2-40B4-BE49-F238E27FC236}">
                <a16:creationId xmlns:a16="http://schemas.microsoft.com/office/drawing/2014/main" id="{D4D23026-85F4-45F8-BA1D-BA2C787AF20A}"/>
              </a:ext>
            </a:extLst>
          </p:cNvPr>
          <p:cNvSpPr>
            <a:spLocks noGrp="1"/>
          </p:cNvSpPr>
          <p:nvPr>
            <p:ph type="sldNum" sz="quarter" idx="4"/>
          </p:nvPr>
        </p:nvSpPr>
        <p:spPr/>
        <p:txBody>
          <a:bodyPr/>
          <a:lstStyle/>
          <a:p>
            <a:pPr>
              <a:defRPr/>
            </a:pPr>
            <a:r>
              <a:rPr lang="en-US"/>
              <a:t>Lab2 Intro 13a- </a:t>
            </a:r>
            <a:fld id="{060BD193-E118-4B16-863C-C8C12C675E3E}" type="slidenum">
              <a:rPr lang="en-US" smtClean="0"/>
              <a:pPr>
                <a:defRPr/>
              </a:pPr>
              <a:t>2</a:t>
            </a:fld>
            <a:endParaRPr lang="en-US" dirty="0"/>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The Design</a:t>
            </a:r>
          </a:p>
        </p:txBody>
      </p:sp>
      <p:sp>
        <p:nvSpPr>
          <p:cNvPr id="3" name="Content Placeholder 2"/>
          <p:cNvSpPr>
            <a:spLocks noGrp="1"/>
          </p:cNvSpPr>
          <p:nvPr>
            <p:ph idx="1"/>
          </p:nvPr>
        </p:nvSpPr>
        <p:spPr/>
        <p:txBody>
          <a:bodyPr>
            <a:normAutofit/>
          </a:bodyPr>
          <a:lstStyle/>
          <a:p>
            <a:r>
              <a:rPr lang="en-US" dirty="0"/>
              <a:t>The design consists of YUV filter typically used in video processing.   The design consists of three functions – rgb2yuv, </a:t>
            </a:r>
            <a:r>
              <a:rPr lang="en-US" dirty="0" err="1"/>
              <a:t>yuv_scale</a:t>
            </a:r>
            <a:r>
              <a:rPr lang="en-US" dirty="0"/>
              <a:t>, and yuv2rgb  </a:t>
            </a:r>
          </a:p>
          <a:p>
            <a:pPr lvl="1"/>
            <a:r>
              <a:rPr lang="en-US" dirty="0"/>
              <a:t>Each of these functions iterates over the </a:t>
            </a:r>
            <a:br>
              <a:rPr lang="en-US" dirty="0"/>
            </a:br>
            <a:r>
              <a:rPr lang="en-US" dirty="0"/>
              <a:t>entire source image, requiring a single </a:t>
            </a:r>
            <a:br>
              <a:rPr lang="en-US" dirty="0"/>
            </a:br>
            <a:r>
              <a:rPr lang="en-US" dirty="0"/>
              <a:t>source pixel to produce a pixel in the result </a:t>
            </a:r>
            <a:br>
              <a:rPr lang="en-US" dirty="0"/>
            </a:br>
            <a:r>
              <a:rPr lang="en-US" dirty="0"/>
              <a:t>image </a:t>
            </a:r>
          </a:p>
          <a:p>
            <a:pPr lvl="1"/>
            <a:r>
              <a:rPr lang="en-US" dirty="0"/>
              <a:t>The scale function simply applies individual </a:t>
            </a:r>
            <a:br>
              <a:rPr lang="en-US" dirty="0"/>
            </a:br>
            <a:r>
              <a:rPr lang="en-US" dirty="0"/>
              <a:t>scale factors, supplied through top-level </a:t>
            </a:r>
            <a:br>
              <a:rPr lang="en-US" dirty="0"/>
            </a:br>
            <a:r>
              <a:rPr lang="en-US" dirty="0"/>
              <a:t>arguments</a:t>
            </a:r>
          </a:p>
          <a:p>
            <a:endParaRPr lang="en-US" dirty="0"/>
          </a:p>
        </p:txBody>
      </p:sp>
      <p:sp>
        <p:nvSpPr>
          <p:cNvPr id="4" name="Slide Number Placeholder 3">
            <a:extLst>
              <a:ext uri="{FF2B5EF4-FFF2-40B4-BE49-F238E27FC236}">
                <a16:creationId xmlns:a16="http://schemas.microsoft.com/office/drawing/2014/main" id="{62F2EF60-B1E1-4A01-9A78-A55431A5B7ED}"/>
              </a:ext>
            </a:extLst>
          </p:cNvPr>
          <p:cNvSpPr>
            <a:spLocks noGrp="1"/>
          </p:cNvSpPr>
          <p:nvPr>
            <p:ph type="sldNum" sz="quarter" idx="4"/>
          </p:nvPr>
        </p:nvSpPr>
        <p:spPr/>
        <p:txBody>
          <a:bodyPr/>
          <a:lstStyle/>
          <a:p>
            <a:pPr>
              <a:defRPr/>
            </a:pPr>
            <a:r>
              <a:rPr lang="en-US"/>
              <a:t>Lab2 Intro 13a- </a:t>
            </a:r>
            <a:fld id="{060BD193-E118-4B16-863C-C8C12C675E3E}" type="slidenum">
              <a:rPr lang="en-US" smtClean="0"/>
              <a:pPr>
                <a:defRPr/>
              </a:pPr>
              <a:t>3</a:t>
            </a:fld>
            <a:endParaRPr lang="en-US" dirty="0"/>
          </a:p>
        </p:txBody>
      </p:sp>
      <p:pic>
        <p:nvPicPr>
          <p:cNvPr id="7" name="Picture 2"/>
          <p:cNvPicPr>
            <a:picLocks noChangeAspect="1" noChangeArrowheads="1"/>
          </p:cNvPicPr>
          <p:nvPr/>
        </p:nvPicPr>
        <p:blipFill>
          <a:blip r:embed="rId2"/>
          <a:srcRect/>
          <a:stretch>
            <a:fillRect/>
          </a:stretch>
        </p:blipFill>
        <p:spPr bwMode="auto">
          <a:xfrm>
            <a:off x="6096000" y="2376292"/>
            <a:ext cx="5894417" cy="3917310"/>
          </a:xfrm>
          <a:prstGeom prst="rect">
            <a:avLst/>
          </a:prstGeom>
          <a:noFill/>
          <a:ln w="9525">
            <a:noFill/>
            <a:miter lim="800000"/>
            <a:headEnd/>
            <a:tailEnd/>
          </a:ln>
        </p:spPr>
      </p:pic>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Procedure</a:t>
            </a:r>
          </a:p>
        </p:txBody>
      </p:sp>
      <p:sp>
        <p:nvSpPr>
          <p:cNvPr id="24" name="Content Placeholder 23"/>
          <p:cNvSpPr>
            <a:spLocks noGrp="1"/>
          </p:cNvSpPr>
          <p:nvPr>
            <p:ph idx="1"/>
          </p:nvPr>
        </p:nvSpPr>
        <p:spPr/>
        <p:txBody>
          <a:bodyPr>
            <a:normAutofit/>
          </a:bodyPr>
          <a:lstStyle/>
          <a:p>
            <a:r>
              <a:rPr lang="en-US" dirty="0"/>
              <a:t>Create a Vitis HLS project by executing script from </a:t>
            </a:r>
            <a:r>
              <a:rPr lang="en-US"/>
              <a:t>the terminal</a:t>
            </a:r>
            <a:endParaRPr lang="en-US" dirty="0"/>
          </a:p>
          <a:p>
            <a:r>
              <a:rPr lang="en-US" dirty="0"/>
              <a:t>Open the created project in Vitis HLS GUI and analyze </a:t>
            </a:r>
          </a:p>
          <a:p>
            <a:r>
              <a:rPr lang="en-US" dirty="0"/>
              <a:t>Apply TRIPCOUNT directive using PRAGMA</a:t>
            </a:r>
          </a:p>
          <a:p>
            <a:r>
              <a:rPr lang="en-US" dirty="0"/>
              <a:t>Apply PIPELINE directive, generate solution, and analyze output</a:t>
            </a:r>
          </a:p>
          <a:p>
            <a:r>
              <a:rPr lang="en-US" dirty="0"/>
              <a:t>Apply DATAFLOW directive to improve performance</a:t>
            </a:r>
          </a:p>
          <a:p>
            <a:r>
              <a:rPr lang="en-US" dirty="0"/>
              <a:t>Export and Implement the design</a:t>
            </a:r>
          </a:p>
          <a:p>
            <a:pPr marL="0" indent="0">
              <a:buNone/>
            </a:pPr>
            <a:endParaRPr lang="en-US" dirty="0"/>
          </a:p>
        </p:txBody>
      </p:sp>
      <p:sp>
        <p:nvSpPr>
          <p:cNvPr id="3" name="Slide Number Placeholder 2">
            <a:extLst>
              <a:ext uri="{FF2B5EF4-FFF2-40B4-BE49-F238E27FC236}">
                <a16:creationId xmlns:a16="http://schemas.microsoft.com/office/drawing/2014/main" id="{A0E088E5-5AE2-47B3-B26F-4E252971D797}"/>
              </a:ext>
            </a:extLst>
          </p:cNvPr>
          <p:cNvSpPr>
            <a:spLocks noGrp="1"/>
          </p:cNvSpPr>
          <p:nvPr>
            <p:ph type="sldNum" sz="quarter" idx="4"/>
          </p:nvPr>
        </p:nvSpPr>
        <p:spPr/>
        <p:txBody>
          <a:bodyPr/>
          <a:lstStyle/>
          <a:p>
            <a:pPr>
              <a:defRPr/>
            </a:pPr>
            <a:r>
              <a:rPr lang="en-US"/>
              <a:t>Lab2 Intro 13a- </a:t>
            </a:r>
            <a:fld id="{060BD193-E118-4B16-863C-C8C12C675E3E}" type="slidenum">
              <a:rPr lang="en-US" smtClean="0"/>
              <a:pPr>
                <a:defRPr/>
              </a:pPr>
              <a:t>4</a:t>
            </a:fld>
            <a:endParaRPr lang="en-US" dirty="0"/>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Summary</a:t>
            </a:r>
          </a:p>
        </p:txBody>
      </p:sp>
      <p:sp>
        <p:nvSpPr>
          <p:cNvPr id="3" name="Content Placeholder 2"/>
          <p:cNvSpPr>
            <a:spLocks noGrp="1"/>
          </p:cNvSpPr>
          <p:nvPr>
            <p:ph idx="1"/>
          </p:nvPr>
        </p:nvSpPr>
        <p:spPr/>
        <p:txBody>
          <a:bodyPr>
            <a:noAutofit/>
          </a:bodyPr>
          <a:lstStyle/>
          <a:p>
            <a:r>
              <a:rPr lang="en-US" dirty="0"/>
              <a:t>In this lab you learned that even though this design could not be pipelined at the top-level, a strategy of pipelining the individual loops and then using dataflow optimization to make the functions operate in parallel was able to achieve the same high throughput, processing one pixel per clock. When DATAFLOW directive is applied, the default memory buffers (of ping-pong type) are automatically inserted between the functions. Using the fact that the design used only sequential (streaming) data accesses allowed the costly memory buffers associated with dataflow optimization to be replaced with simple 2 element FIFOs using the Dataflow command configuration</a:t>
            </a:r>
          </a:p>
        </p:txBody>
      </p:sp>
      <p:sp>
        <p:nvSpPr>
          <p:cNvPr id="4" name="Slide Number Placeholder 3">
            <a:extLst>
              <a:ext uri="{FF2B5EF4-FFF2-40B4-BE49-F238E27FC236}">
                <a16:creationId xmlns:a16="http://schemas.microsoft.com/office/drawing/2014/main" id="{31CDC360-BBB4-4426-94BF-A1354C313BBE}"/>
              </a:ext>
            </a:extLst>
          </p:cNvPr>
          <p:cNvSpPr>
            <a:spLocks noGrp="1"/>
          </p:cNvSpPr>
          <p:nvPr>
            <p:ph type="sldNum" sz="quarter" idx="4"/>
          </p:nvPr>
        </p:nvSpPr>
        <p:spPr/>
        <p:txBody>
          <a:bodyPr/>
          <a:lstStyle/>
          <a:p>
            <a:pPr>
              <a:defRPr/>
            </a:pPr>
            <a:r>
              <a:rPr lang="en-US"/>
              <a:t>Lab2 Intro 13a- </a:t>
            </a:r>
            <a:fld id="{060BD193-E118-4B16-863C-C8C12C675E3E}" type="slidenum">
              <a:rPr lang="en-US" smtClean="0"/>
              <a:pPr>
                <a:defRPr/>
              </a:pPr>
              <a:t>5</a:t>
            </a:fld>
            <a:endParaRPr lang="en-US" dirty="0"/>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305154787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300025359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theme/theme1.xml><?xml version="1.0" encoding="utf-8"?>
<a:theme xmlns:a="http://schemas.openxmlformats.org/drawingml/2006/main" name="Xilinx-5">
  <a:themeElements>
    <a:clrScheme name="Custom 1">
      <a:dk1>
        <a:srgbClr val="0C0C0C"/>
      </a:dk1>
      <a:lt1>
        <a:srgbClr val="FFFFFF"/>
      </a:lt1>
      <a:dk2>
        <a:srgbClr val="161C2E"/>
      </a:dk2>
      <a:lt2>
        <a:srgbClr val="5F5F5F"/>
      </a:lt2>
      <a:accent1>
        <a:srgbClr val="E20000"/>
      </a:accent1>
      <a:accent2>
        <a:srgbClr val="282D3F"/>
      </a:accent2>
      <a:accent3>
        <a:srgbClr val="8D919A"/>
      </a:accent3>
      <a:accent4>
        <a:srgbClr val="055C99"/>
      </a:accent4>
      <a:accent5>
        <a:srgbClr val="0D9079"/>
      </a:accent5>
      <a:accent6>
        <a:srgbClr val="00B2BA"/>
      </a:accent6>
      <a:hlink>
        <a:srgbClr val="055C99"/>
      </a:hlink>
      <a:folHlink>
        <a:srgbClr val="5F5F5F"/>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accent2"/>
        </a:solidFill>
        <a:ln>
          <a:noFill/>
        </a:ln>
      </a:spPr>
      <a:bodyPr rtlCol="0" anchor="ctr"/>
      <a:lstStyle>
        <a:defPPr algn="ctr">
          <a:defRPr/>
        </a:defPPr>
      </a:lstStyle>
      <a:style>
        <a:lnRef idx="2">
          <a:schemeClr val="accent1">
            <a:shade val="50000"/>
          </a:schemeClr>
        </a:lnRef>
        <a:fillRef idx="1">
          <a:schemeClr val="accent1"/>
        </a:fillRef>
        <a:effectRef idx="0">
          <a:schemeClr val="accent1"/>
        </a:effectRef>
        <a:fontRef idx="minor">
          <a:schemeClr val="lt1"/>
        </a:fontRef>
      </a:style>
    </a:spDef>
  </a:objectDefaults>
  <a:extraClrSchemeLst/>
  <a:extLst>
    <a:ext uri="{05A4C25C-085E-4340-85A3-A5531E510DB2}">
      <thm15:themeFamily xmlns:thm15="http://schemas.microsoft.com/office/thememl/2012/main" name="xilinx-amd-corporate-ppt-template-2021" id="{7CC915E4-ED56-F440-A372-8A06D175C5EE}" vid="{9CD3E2E4-A2A3-2840-AEBD-8A66C2529386}"/>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D13AA4F4-3B34-2743-ACD6-F6D573A82AF7}">
  <we:reference id="f9ac8e4d-ed29-46df-aca6-61a4f7a9a1d6" version="1.0.0.1" store="developer" storeType="Registry"/>
  <we:alternateReferences/>
  <we:properties/>
  <we:bindings/>
  <we:snapshot xmlns:r="http://schemas.openxmlformats.org/officeDocument/2006/relationships"/>
</we:webextension>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58A00A9B6178BD498632E37D0AD5CC8E" ma:contentTypeVersion="3" ma:contentTypeDescription="Create a new document." ma:contentTypeScope="" ma:versionID="fbaca91dc24b034817257c3a25d93af0">
  <xsd:schema xmlns:xsd="http://www.w3.org/2001/XMLSchema" xmlns:xs="http://www.w3.org/2001/XMLSchema" xmlns:p="http://schemas.microsoft.com/office/2006/metadata/properties" xmlns:ns2="ee71d666-e06f-4bed-b53d-75a975332d6d" targetNamespace="http://schemas.microsoft.com/office/2006/metadata/properties" ma:root="true" ma:fieldsID="14a92504b4f4f9b68fc7bcdaff1e0a50" ns2:_="">
    <xsd:import namespace="ee71d666-e06f-4bed-b53d-75a975332d6d"/>
    <xsd:element name="properties">
      <xsd:complexType>
        <xsd:sequence>
          <xsd:element name="documentManagement">
            <xsd:complexType>
              <xsd:all>
                <xsd:element ref="ns2:MediaServiceMetadata" minOccurs="0"/>
                <xsd:element ref="ns2:MediaServiceFastMetadata"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ee71d666-e06f-4bed-b53d-75a975332d6d"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7"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860316F9-D49B-43D3-B1A5-38BBC2E7659C}">
  <ds:schemaRefs>
    <ds:schemaRef ds:uri="http://purl.org/dc/terms/"/>
    <ds:schemaRef ds:uri="http://schemas.openxmlformats.org/package/2006/metadata/core-properties"/>
    <ds:schemaRef ds:uri="http://schemas.microsoft.com/office/2006/documentManagement/types"/>
    <ds:schemaRef ds:uri="http://schemas.microsoft.com/office/infopath/2007/PartnerControls"/>
    <ds:schemaRef ds:uri="ee71d666-e06f-4bed-b53d-75a975332d6d"/>
    <ds:schemaRef ds:uri="http://purl.org/dc/elements/1.1/"/>
    <ds:schemaRef ds:uri="http://schemas.microsoft.com/office/2006/metadata/properties"/>
    <ds:schemaRef ds:uri="http://www.w3.org/XML/1998/namespace"/>
    <ds:schemaRef ds:uri="http://purl.org/dc/dcmitype/"/>
  </ds:schemaRefs>
</ds:datastoreItem>
</file>

<file path=customXml/itemProps2.xml><?xml version="1.0" encoding="utf-8"?>
<ds:datastoreItem xmlns:ds="http://schemas.openxmlformats.org/officeDocument/2006/customXml" ds:itemID="{ABE94A12-9E97-40EB-A974-3BC9F5C18103}">
  <ds:schemaRefs>
    <ds:schemaRef ds:uri="http://schemas.microsoft.com/sharepoint/v3/contenttype/forms"/>
  </ds:schemaRefs>
</ds:datastoreItem>
</file>

<file path=customXml/itemProps3.xml><?xml version="1.0" encoding="utf-8"?>
<ds:datastoreItem xmlns:ds="http://schemas.openxmlformats.org/officeDocument/2006/customXml" ds:itemID="{F4DF82DF-52AA-4D1D-AC7B-8F45A830CAFE}">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ee71d666-e06f-4bed-b53d-75a975332d6d"/>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emplate/>
  <TotalTime>0</TotalTime>
  <Words>280</Words>
  <Application>Microsoft Office PowerPoint</Application>
  <PresentationFormat>宽屏</PresentationFormat>
  <Paragraphs>24</Paragraphs>
  <Slides>7</Slides>
  <Notes>0</Notes>
  <HiddenSlides>0</HiddenSlides>
  <MMClips>0</MMClips>
  <ScaleCrop>false</ScaleCrop>
  <HeadingPairs>
    <vt:vector size="6" baseType="variant">
      <vt:variant>
        <vt:lpstr>已用的字体</vt:lpstr>
      </vt:variant>
      <vt:variant>
        <vt:i4>4</vt:i4>
      </vt:variant>
      <vt:variant>
        <vt:lpstr>主题</vt:lpstr>
      </vt:variant>
      <vt:variant>
        <vt:i4>1</vt:i4>
      </vt:variant>
      <vt:variant>
        <vt:lpstr>幻灯片标题</vt:lpstr>
      </vt:variant>
      <vt:variant>
        <vt:i4>7</vt:i4>
      </vt:variant>
    </vt:vector>
  </HeadingPairs>
  <TitlesOfParts>
    <vt:vector size="12" baseType="lpstr">
      <vt:lpstr>Arial</vt:lpstr>
      <vt:lpstr>Microsoft Sans Serif</vt:lpstr>
      <vt:lpstr>Webdings</vt:lpstr>
      <vt:lpstr>Wingdings 3</vt:lpstr>
      <vt:lpstr>Xilinx-5</vt:lpstr>
      <vt:lpstr>Lab2 Intro Improving Performance</vt:lpstr>
      <vt:lpstr>Objectives</vt:lpstr>
      <vt:lpstr>The Design</vt:lpstr>
      <vt:lpstr>Procedure</vt:lpstr>
      <vt:lpstr>Summary</vt:lpstr>
      <vt:lpstr>PowerPoint 演示文稿</vt:lpstr>
      <vt:lpstr>PowerPoint 演示文稿</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STOP (Read Instructions Below)</dc:title>
  <dc:subject/>
  <dc:creator/>
  <cp:keywords>Public</cp:keywords>
  <dc:description/>
  <cp:revision>2</cp:revision>
  <dcterms:created xsi:type="dcterms:W3CDTF">2019-10-16T21:50:31Z</dcterms:created>
  <dcterms:modified xsi:type="dcterms:W3CDTF">2022-04-13T18:17:27Z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XilinxClassification">
    <vt:lpwstr>Public</vt:lpwstr>
  </property>
  <property fmtid="{D5CDD505-2E9C-101B-9397-08002B2CF9AE}" pid="3" name="IDENTIFIER">
    <vt:lpwstr>12B622CE-7949-4BC8-8A85-7A5041597B9E</vt:lpwstr>
  </property>
  <property fmtid="{D5CDD505-2E9C-101B-9397-08002B2CF9AE}" pid="4" name="TitusGUID">
    <vt:lpwstr>3ccd02ed-9359-48e8-b527-ff05ab9cddfa</vt:lpwstr>
  </property>
  <property fmtid="{D5CDD505-2E9C-101B-9397-08002B2CF9AE}" pid="5" name="ContentTypeId">
    <vt:lpwstr>0x01010058A00A9B6178BD498632E37D0AD5CC8E</vt:lpwstr>
  </property>
  <property fmtid="{D5CDD505-2E9C-101B-9397-08002B2CF9AE}" pid="6" name="VisualMarkings">
    <vt:lpwstr>Yes</vt:lpwstr>
  </property>
  <property fmtid="{D5CDD505-2E9C-101B-9397-08002B2CF9AE}" pid="7" name="PublicationYear">
    <vt:lpwstr>2022</vt:lpwstr>
  </property>
</Properties>
</file>