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930" r:id="rId4"/>
  </p:sldMasterIdLst>
  <p:notesMasterIdLst>
    <p:notesMasterId r:id="rId11"/>
  </p:notesMasterIdLst>
  <p:handoutMasterIdLst>
    <p:handoutMasterId r:id="rId12"/>
  </p:handoutMasterIdLst>
  <p:sldIdLst>
    <p:sldId id="1052" r:id="rId5"/>
    <p:sldId id="960" r:id="rId6"/>
    <p:sldId id="961" r:id="rId7"/>
    <p:sldId id="962" r:id="rId8"/>
    <p:sldId id="963" r:id="rId9"/>
    <p:sldId id="911" r:id="rId10"/>
  </p:sldIdLst>
  <p:sldSz cx="12192000" cy="6858000"/>
  <p:notesSz cx="6858000" cy="9144000"/>
  <p:defaultTextStyle>
    <a:defPPr>
      <a:defRPr lang="en-US"/>
    </a:defPPr>
    <a:lvl1pPr marL="0" algn="l" defTabSz="914240" rtl="0" eaLnBrk="1" latinLnBrk="0" hangingPunct="1">
      <a:defRPr sz="1800" kern="1200">
        <a:solidFill>
          <a:schemeClr val="tx1"/>
        </a:solidFill>
        <a:latin typeface="+mn-lt"/>
        <a:ea typeface="+mn-ea"/>
        <a:cs typeface="+mn-cs"/>
      </a:defRPr>
    </a:lvl1pPr>
    <a:lvl2pPr marL="457120" algn="l" defTabSz="914240" rtl="0" eaLnBrk="1" latinLnBrk="0" hangingPunct="1">
      <a:defRPr sz="1800" kern="1200">
        <a:solidFill>
          <a:schemeClr val="tx1"/>
        </a:solidFill>
        <a:latin typeface="+mn-lt"/>
        <a:ea typeface="+mn-ea"/>
        <a:cs typeface="+mn-cs"/>
      </a:defRPr>
    </a:lvl2pPr>
    <a:lvl3pPr marL="914240" algn="l" defTabSz="914240" rtl="0" eaLnBrk="1" latinLnBrk="0" hangingPunct="1">
      <a:defRPr sz="1800" kern="1200">
        <a:solidFill>
          <a:schemeClr val="tx1"/>
        </a:solidFill>
        <a:latin typeface="+mn-lt"/>
        <a:ea typeface="+mn-ea"/>
        <a:cs typeface="+mn-cs"/>
      </a:defRPr>
    </a:lvl3pPr>
    <a:lvl4pPr marL="1371360" algn="l" defTabSz="914240" rtl="0" eaLnBrk="1" latinLnBrk="0" hangingPunct="1">
      <a:defRPr sz="1800" kern="1200">
        <a:solidFill>
          <a:schemeClr val="tx1"/>
        </a:solidFill>
        <a:latin typeface="+mn-lt"/>
        <a:ea typeface="+mn-ea"/>
        <a:cs typeface="+mn-cs"/>
      </a:defRPr>
    </a:lvl4pPr>
    <a:lvl5pPr marL="1828480" algn="l" defTabSz="914240" rtl="0" eaLnBrk="1" latinLnBrk="0" hangingPunct="1">
      <a:defRPr sz="1800" kern="1200">
        <a:solidFill>
          <a:schemeClr val="tx1"/>
        </a:solidFill>
        <a:latin typeface="+mn-lt"/>
        <a:ea typeface="+mn-ea"/>
        <a:cs typeface="+mn-cs"/>
      </a:defRPr>
    </a:lvl5pPr>
    <a:lvl6pPr marL="2285600" algn="l" defTabSz="914240" rtl="0" eaLnBrk="1" latinLnBrk="0" hangingPunct="1">
      <a:defRPr sz="1800" kern="1200">
        <a:solidFill>
          <a:schemeClr val="tx1"/>
        </a:solidFill>
        <a:latin typeface="+mn-lt"/>
        <a:ea typeface="+mn-ea"/>
        <a:cs typeface="+mn-cs"/>
      </a:defRPr>
    </a:lvl6pPr>
    <a:lvl7pPr marL="2742720" algn="l" defTabSz="914240" rtl="0" eaLnBrk="1" latinLnBrk="0" hangingPunct="1">
      <a:defRPr sz="1800" kern="1200">
        <a:solidFill>
          <a:schemeClr val="tx1"/>
        </a:solidFill>
        <a:latin typeface="+mn-lt"/>
        <a:ea typeface="+mn-ea"/>
        <a:cs typeface="+mn-cs"/>
      </a:defRPr>
    </a:lvl7pPr>
    <a:lvl8pPr marL="3199840" algn="l" defTabSz="914240" rtl="0" eaLnBrk="1" latinLnBrk="0" hangingPunct="1">
      <a:defRPr sz="1800" kern="1200">
        <a:solidFill>
          <a:schemeClr val="tx1"/>
        </a:solidFill>
        <a:latin typeface="+mn-lt"/>
        <a:ea typeface="+mn-ea"/>
        <a:cs typeface="+mn-cs"/>
      </a:defRPr>
    </a:lvl8pPr>
    <a:lvl9pPr marL="3656960" algn="l" defTabSz="91424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177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7E7"/>
    <a:srgbClr val="A21820"/>
    <a:srgbClr val="171C2D"/>
    <a:srgbClr val="F5811F"/>
    <a:srgbClr val="045C99"/>
    <a:srgbClr val="EB1C23"/>
    <a:srgbClr val="7F7F7F"/>
    <a:srgbClr val="0C0C0C"/>
    <a:srgbClr val="00B2BA"/>
    <a:srgbClr val="8D91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718"/>
    <p:restoredTop sz="94694"/>
  </p:normalViewPr>
  <p:slideViewPr>
    <p:cSldViewPr snapToGrid="0">
      <p:cViewPr varScale="1">
        <p:scale>
          <a:sx n="81" d="100"/>
          <a:sy n="81" d="100"/>
        </p:scale>
        <p:origin x="307" y="48"/>
      </p:cViewPr>
      <p:guideLst>
        <p:guide orient="horz" pos="2160"/>
        <p:guide pos="3840"/>
        <p:guide orient="horz" pos="1776"/>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9EEC3C-A001-4107-B54E-3DA93EFF18E7}" type="datetimeFigureOut">
              <a:rPr lang="en-US" smtClean="0"/>
              <a:t>3/28/2022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6F9C473-A00E-481E-A6E8-16CFC626F81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F16447F-F8B4-4CE6-9C1A-CBB4604770CA}" type="slidenum">
              <a:rPr lang="en-US" smtClean="0"/>
              <a:t>‹#›</a:t>
            </a:fld>
            <a:endParaRPr lang="en-US"/>
          </a:p>
        </p:txBody>
      </p:sp>
    </p:spTree>
    <p:extLst>
      <p:ext uri="{BB962C8B-B14F-4D97-AF65-F5344CB8AC3E}">
        <p14:creationId xmlns:p14="http://schemas.microsoft.com/office/powerpoint/2010/main" val="1929677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cs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cs typeface="Arial" panose="020B0604020202020204" pitchFamily="34" charset="0"/>
              </a:defRPr>
            </a:lvl1pPr>
          </a:lstStyle>
          <a:p>
            <a:fld id="{396E16B4-3FB2-4CDC-BEBF-CD70C72EF480}" type="datetimeFigureOut">
              <a:rPr lang="en-US" smtClean="0"/>
              <a:pPr/>
              <a:t>3/28/2022</a:t>
            </a:fld>
            <a:endParaRPr lang="en-US"/>
          </a:p>
        </p:txBody>
      </p:sp>
      <p:sp>
        <p:nvSpPr>
          <p:cNvPr id="4" name="Slide Image Placeholder 3"/>
          <p:cNvSpPr>
            <a:spLocks noGrp="1" noRot="1" noChangeAspect="1"/>
          </p:cNvSpPr>
          <p:nvPr>
            <p:ph type="sldImg" idx="2"/>
          </p:nvPr>
        </p:nvSpPr>
        <p:spPr>
          <a:xfrm>
            <a:off x="381000" y="8382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cs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cs typeface="Arial" panose="020B0604020202020204" pitchFamily="34" charset="0"/>
              </a:defRPr>
            </a:lvl1pPr>
          </a:lstStyle>
          <a:p>
            <a:fld id="{A9D42829-8409-4711-B36D-25AE5703B863}" type="slidenum">
              <a:rPr lang="en-US" smtClean="0"/>
              <a:pPr/>
              <a:t>‹#›</a:t>
            </a:fld>
            <a:endParaRPr lang="en-US"/>
          </a:p>
        </p:txBody>
      </p:sp>
    </p:spTree>
    <p:extLst>
      <p:ext uri="{BB962C8B-B14F-4D97-AF65-F5344CB8AC3E}">
        <p14:creationId xmlns:p14="http://schemas.microsoft.com/office/powerpoint/2010/main" val="3364622551"/>
      </p:ext>
    </p:extLst>
  </p:cSld>
  <p:clrMap bg1="lt1" tx1="dk1" bg2="lt2" tx2="dk2" accent1="accent1" accent2="accent2" accent3="accent3" accent4="accent4" accent5="accent5" accent6="accent6" hlink="hlink" folHlink="folHlink"/>
  <p:notesStyle>
    <a:lvl1pPr marL="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45712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91424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37136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182848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2285600" algn="l" defTabSz="914240" rtl="0" eaLnBrk="1" latinLnBrk="0" hangingPunct="1">
      <a:defRPr sz="1200" kern="1200">
        <a:solidFill>
          <a:schemeClr val="tx1"/>
        </a:solidFill>
        <a:latin typeface="+mn-lt"/>
        <a:ea typeface="+mn-ea"/>
        <a:cs typeface="+mn-cs"/>
      </a:defRPr>
    </a:lvl6pPr>
    <a:lvl7pPr marL="2742720" algn="l" defTabSz="914240" rtl="0" eaLnBrk="1" latinLnBrk="0" hangingPunct="1">
      <a:defRPr sz="1200" kern="1200">
        <a:solidFill>
          <a:schemeClr val="tx1"/>
        </a:solidFill>
        <a:latin typeface="+mn-lt"/>
        <a:ea typeface="+mn-ea"/>
        <a:cs typeface="+mn-cs"/>
      </a:defRPr>
    </a:lvl7pPr>
    <a:lvl8pPr marL="3199840" algn="l" defTabSz="914240" rtl="0" eaLnBrk="1" latinLnBrk="0" hangingPunct="1">
      <a:defRPr sz="1200" kern="1200">
        <a:solidFill>
          <a:schemeClr val="tx1"/>
        </a:solidFill>
        <a:latin typeface="+mn-lt"/>
        <a:ea typeface="+mn-ea"/>
        <a:cs typeface="+mn-cs"/>
      </a:defRPr>
    </a:lvl8pPr>
    <a:lvl9pPr marL="3656960" algn="l" defTabSz="91424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D36CB97-8324-8440-AF83-FDCF5C83423C}"/>
              </a:ext>
            </a:extLst>
          </p:cNvPr>
          <p:cNvSpPr/>
          <p:nvPr userDrawn="1"/>
        </p:nvSpPr>
        <p:spPr>
          <a:xfrm>
            <a:off x="10210800" y="6119691"/>
            <a:ext cx="1752600" cy="6621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1">
            <a:extLst>
              <a:ext uri="{FF2B5EF4-FFF2-40B4-BE49-F238E27FC236}">
                <a16:creationId xmlns:a16="http://schemas.microsoft.com/office/drawing/2014/main" id="{92695751-8148-D44C-819F-19AC107A8E9D}"/>
              </a:ext>
            </a:extLst>
          </p:cNvPr>
          <p:cNvSpPr>
            <a:spLocks noGrp="1"/>
          </p:cNvSpPr>
          <p:nvPr>
            <p:ph type="title" hasCustomPrompt="1"/>
          </p:nvPr>
        </p:nvSpPr>
        <p:spPr>
          <a:xfrm>
            <a:off x="579121" y="2700534"/>
            <a:ext cx="8945879" cy="975360"/>
          </a:xfrm>
        </p:spPr>
        <p:txBody>
          <a:bodyPr/>
          <a:lstStyle>
            <a:lvl1pPr>
              <a:defRPr sz="4400"/>
            </a:lvl1pPr>
          </a:lstStyle>
          <a:p>
            <a:pPr>
              <a:lnSpc>
                <a:spcPct val="85000"/>
              </a:lnSpc>
            </a:pPr>
            <a:r>
              <a:rPr lang="en-US">
                <a:solidFill>
                  <a:schemeClr val="tx1"/>
                </a:solidFill>
              </a:rPr>
              <a:t>Presentation Title</a:t>
            </a:r>
          </a:p>
        </p:txBody>
      </p:sp>
      <p:sp>
        <p:nvSpPr>
          <p:cNvPr id="32" name="Name, Title, Date">
            <a:extLst>
              <a:ext uri="{FF2B5EF4-FFF2-40B4-BE49-F238E27FC236}">
                <a16:creationId xmlns:a16="http://schemas.microsoft.com/office/drawing/2014/main" id="{2396738D-B05F-FC45-B1A8-82AA1CB933D0}"/>
              </a:ext>
            </a:extLst>
          </p:cNvPr>
          <p:cNvSpPr>
            <a:spLocks noGrp="1"/>
          </p:cNvSpPr>
          <p:nvPr>
            <p:ph type="subTitle" idx="1" hasCustomPrompt="1"/>
          </p:nvPr>
        </p:nvSpPr>
        <p:spPr>
          <a:xfrm>
            <a:off x="579121" y="4490866"/>
            <a:ext cx="7417990" cy="1092607"/>
          </a:xfrm>
        </p:spPr>
        <p:txBody>
          <a:bodyPr wrap="square">
            <a:spAutoFit/>
          </a:bodyPr>
          <a:lstStyle>
            <a:lvl1pPr marL="0" indent="0" algn="l">
              <a:spcBef>
                <a:spcPts val="300"/>
              </a:spcBef>
              <a:buNone/>
              <a:defRPr lang="en-US" sz="2000" b="0" i="0" kern="1200" baseline="0" dirty="0">
                <a:solidFill>
                  <a:schemeClr val="tx1"/>
                </a:solidFill>
                <a:latin typeface="Arial" charset="0"/>
                <a:ea typeface="Arial" charset="0"/>
                <a:cs typeface="Arial"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Name</a:t>
            </a:r>
          </a:p>
          <a:p>
            <a:r>
              <a:rPr lang="en-US"/>
              <a:t>Title</a:t>
            </a:r>
          </a:p>
          <a:p>
            <a:r>
              <a:rPr lang="en-US"/>
              <a:t>Date</a:t>
            </a:r>
          </a:p>
        </p:txBody>
      </p:sp>
      <p:pic>
        <p:nvPicPr>
          <p:cNvPr id="3" name="Picture 2">
            <a:extLst>
              <a:ext uri="{FF2B5EF4-FFF2-40B4-BE49-F238E27FC236}">
                <a16:creationId xmlns:a16="http://schemas.microsoft.com/office/drawing/2014/main" id="{E2C59811-BED7-2645-B53F-2ABD7993559A}"/>
              </a:ext>
            </a:extLst>
          </p:cNvPr>
          <p:cNvPicPr>
            <a:picLocks noChangeAspect="1"/>
          </p:cNvPicPr>
          <p:nvPr userDrawn="1"/>
        </p:nvPicPr>
        <p:blipFill>
          <a:blip r:embed="rId2"/>
          <a:stretch>
            <a:fillRect/>
          </a:stretch>
        </p:blipFill>
        <p:spPr>
          <a:xfrm>
            <a:off x="693414" y="498870"/>
            <a:ext cx="1092729" cy="676787"/>
          </a:xfrm>
          <a:prstGeom prst="rect">
            <a:avLst/>
          </a:prstGeom>
        </p:spPr>
      </p:pic>
    </p:spTree>
    <p:extLst>
      <p:ext uri="{BB962C8B-B14F-4D97-AF65-F5344CB8AC3E}">
        <p14:creationId xmlns:p14="http://schemas.microsoft.com/office/powerpoint/2010/main" val="32732465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EAD77-0876-4647-97DC-D93085BB1334}"/>
              </a:ext>
            </a:extLst>
          </p:cNvPr>
          <p:cNvSpPr>
            <a:spLocks noGrp="1"/>
          </p:cNvSpPr>
          <p:nvPr>
            <p:ph type="title" hasCustomPrompt="1"/>
          </p:nvPr>
        </p:nvSpPr>
        <p:spPr>
          <a:xfrm>
            <a:off x="579121" y="304800"/>
            <a:ext cx="7421878" cy="975360"/>
          </a:xfrm>
        </p:spPr>
        <p:txBody>
          <a:bodyPr/>
          <a:lstStyle>
            <a:lvl1pPr>
              <a:defRPr>
                <a:solidFill>
                  <a:schemeClr val="tx1"/>
                </a:solidFill>
              </a:defRPr>
            </a:lvl1pPr>
          </a:lstStyle>
          <a:p>
            <a:r>
              <a:rPr lang="en-US"/>
              <a:t>Agenda</a:t>
            </a:r>
          </a:p>
        </p:txBody>
      </p:sp>
      <p:sp>
        <p:nvSpPr>
          <p:cNvPr id="3" name="Slide Number Placeholder 2">
            <a:extLst>
              <a:ext uri="{FF2B5EF4-FFF2-40B4-BE49-F238E27FC236}">
                <a16:creationId xmlns:a16="http://schemas.microsoft.com/office/drawing/2014/main" id="{470F2BAF-0E03-9146-9CEF-EF57A7048199}"/>
              </a:ext>
            </a:extLst>
          </p:cNvPr>
          <p:cNvSpPr>
            <a:spLocks noGrp="1"/>
          </p:cNvSpPr>
          <p:nvPr>
            <p:ph type="sldNum" sz="quarter" idx="10"/>
          </p:nvPr>
        </p:nvSpPr>
        <p:spPr/>
        <p:txBody>
          <a:bodyPr/>
          <a:lstStyle>
            <a:lvl1pPr>
              <a:defRPr>
                <a:solidFill>
                  <a:schemeClr val="tx1"/>
                </a:solidFill>
              </a:defRPr>
            </a:lvl1pPr>
          </a:lstStyle>
          <a:p>
            <a:fld id="{626C978B-826E-438C-909A-E9C381D3FF04}" type="slidenum">
              <a:rPr lang="en-US" smtClean="0"/>
              <a:pPr/>
              <a:t>‹#›</a:t>
            </a:fld>
            <a:endParaRPr lang="en-US"/>
          </a:p>
        </p:txBody>
      </p:sp>
      <p:sp>
        <p:nvSpPr>
          <p:cNvPr id="6" name="Rectangle 5"/>
          <p:cNvSpPr/>
          <p:nvPr userDrawn="1"/>
        </p:nvSpPr>
        <p:spPr>
          <a:xfrm>
            <a:off x="1" y="0"/>
            <a:ext cx="12192000"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 name="Content Placeholder 2"/>
          <p:cNvSpPr>
            <a:spLocks noGrp="1"/>
          </p:cNvSpPr>
          <p:nvPr>
            <p:ph idx="1"/>
          </p:nvPr>
        </p:nvSpPr>
        <p:spPr>
          <a:xfrm>
            <a:off x="579120" y="1733296"/>
            <a:ext cx="7421879" cy="3753104"/>
          </a:xfrm>
        </p:spPr>
        <p:txBody>
          <a:bodyPr/>
          <a:lstStyle>
            <a:lvl1pPr>
              <a:defRPr>
                <a:solidFill>
                  <a:schemeClr val="tx1"/>
                </a:solidFill>
              </a:defRPr>
            </a:lvl1pPr>
          </a:lstStyle>
          <a:p>
            <a:r>
              <a:rPr lang="en-US"/>
              <a:t>Agenda Item 1</a:t>
            </a:r>
          </a:p>
          <a:p>
            <a:r>
              <a:rPr lang="en-US"/>
              <a:t>Agenda Item 2</a:t>
            </a:r>
          </a:p>
          <a:p>
            <a:r>
              <a:rPr lang="en-US"/>
              <a:t>Agenda Item 3</a:t>
            </a:r>
          </a:p>
          <a:p>
            <a:r>
              <a:rPr lang="en-US"/>
              <a:t>Agenda Item 4</a:t>
            </a:r>
          </a:p>
          <a:p>
            <a:r>
              <a:rPr lang="en-US"/>
              <a:t>Agenda Item 5</a:t>
            </a:r>
          </a:p>
          <a:p>
            <a:r>
              <a:rPr lang="en-US"/>
              <a:t>Agenda Item 6</a:t>
            </a:r>
          </a:p>
        </p:txBody>
      </p:sp>
    </p:spTree>
    <p:extLst>
      <p:ext uri="{BB962C8B-B14F-4D97-AF65-F5344CB8AC3E}">
        <p14:creationId xmlns:p14="http://schemas.microsoft.com/office/powerpoint/2010/main" val="1518320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EAD77-0876-4647-97DC-D93085BB1334}"/>
              </a:ext>
            </a:extLst>
          </p:cNvPr>
          <p:cNvSpPr>
            <a:spLocks noGrp="1"/>
          </p:cNvSpPr>
          <p:nvPr>
            <p:ph type="title"/>
          </p:nvPr>
        </p:nvSpPr>
        <p:spPr>
          <a:xfrm>
            <a:off x="579121" y="304800"/>
            <a:ext cx="11033760" cy="975360"/>
          </a:xfr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470F2BAF-0E03-9146-9CEF-EF57A7048199}"/>
              </a:ext>
            </a:extLst>
          </p:cNvPr>
          <p:cNvSpPr>
            <a:spLocks noGrp="1"/>
          </p:cNvSpPr>
          <p:nvPr>
            <p:ph type="sldNum" sz="quarter" idx="10"/>
          </p:nvPr>
        </p:nvSpPr>
        <p:spPr/>
        <p:txBody>
          <a:bodyPr/>
          <a:lstStyle/>
          <a:p>
            <a:fld id="{626C978B-826E-438C-909A-E9C381D3FF04}" type="slidenum">
              <a:rPr lang="en-US" smtClean="0"/>
              <a:pPr/>
              <a:t>‹#›</a:t>
            </a:fld>
            <a:endParaRPr lang="en-US"/>
          </a:p>
        </p:txBody>
      </p:sp>
      <p:sp>
        <p:nvSpPr>
          <p:cNvPr id="6" name="Rectangle 5"/>
          <p:cNvSpPr/>
          <p:nvPr userDrawn="1"/>
        </p:nvSpPr>
        <p:spPr>
          <a:xfrm>
            <a:off x="1" y="0"/>
            <a:ext cx="12192000"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340049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EAD77-0876-4647-97DC-D93085BB1334}"/>
              </a:ext>
            </a:extLst>
          </p:cNvPr>
          <p:cNvSpPr>
            <a:spLocks noGrp="1"/>
          </p:cNvSpPr>
          <p:nvPr>
            <p:ph type="title"/>
          </p:nvPr>
        </p:nvSpPr>
        <p:spPr>
          <a:xfrm>
            <a:off x="579121" y="304800"/>
            <a:ext cx="11033760" cy="975360"/>
          </a:xfr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470F2BAF-0E03-9146-9CEF-EF57A7048199}"/>
              </a:ext>
            </a:extLst>
          </p:cNvPr>
          <p:cNvSpPr>
            <a:spLocks noGrp="1"/>
          </p:cNvSpPr>
          <p:nvPr>
            <p:ph type="sldNum" sz="quarter" idx="10"/>
          </p:nvPr>
        </p:nvSpPr>
        <p:spPr/>
        <p:txBody>
          <a:bodyPr/>
          <a:lstStyle/>
          <a:p>
            <a:fld id="{626C978B-826E-438C-909A-E9C381D3FF04}" type="slidenum">
              <a:rPr lang="en-US" smtClean="0"/>
              <a:pPr/>
              <a:t>‹#›</a:t>
            </a:fld>
            <a:endParaRPr lang="en-US"/>
          </a:p>
        </p:txBody>
      </p:sp>
      <p:sp>
        <p:nvSpPr>
          <p:cNvPr id="4" name="Text Placeholder 2">
            <a:extLst>
              <a:ext uri="{FF2B5EF4-FFF2-40B4-BE49-F238E27FC236}">
                <a16:creationId xmlns:a16="http://schemas.microsoft.com/office/drawing/2014/main" id="{3A824BE7-9859-7240-83D5-846AECA2353C}"/>
              </a:ext>
            </a:extLst>
          </p:cNvPr>
          <p:cNvSpPr>
            <a:spLocks noGrp="1"/>
          </p:cNvSpPr>
          <p:nvPr>
            <p:ph idx="1"/>
          </p:nvPr>
        </p:nvSpPr>
        <p:spPr>
          <a:xfrm>
            <a:off x="579121" y="1470401"/>
            <a:ext cx="11033760" cy="4632960"/>
          </a:xfrm>
          <a:prstGeom prst="rect">
            <a:avLst/>
          </a:prstGeom>
        </p:spPr>
        <p:txBody>
          <a:bodyPr vert="horz" lIns="91440" tIns="45720" rIns="91440" bIns="45720" rtlCol="0">
            <a:noAutofit/>
          </a:bodyPr>
          <a:lstStyle>
            <a:lvl1pPr marL="234962" indent="-234962">
              <a:buSzPct val="80000"/>
              <a:buFont typeface="Webdings" panose="05030102010509060703" pitchFamily="18" charset="2"/>
              <a:buChar char=""/>
              <a:defRPr lang="en-US" dirty="0" smtClean="0"/>
            </a:lvl1pPr>
            <a:lvl2pPr marL="452989" indent="-220144">
              <a:buSzPct val="80000"/>
              <a:buFont typeface="Wingdings 3" panose="05040102010807070707" pitchFamily="18" charset="2"/>
              <a:buChar char=""/>
              <a:defRPr sz="2000"/>
            </a:lvl2pPr>
            <a:lvl3pPr marL="685835" indent="-232845">
              <a:buSzPct val="80000"/>
              <a:buFont typeface="Wingdings 3" panose="05040102010807070707" pitchFamily="18" charset="2"/>
              <a:buChar char="¬"/>
              <a:defRPr sz="1600"/>
            </a:lvl3pPr>
            <a:lvl4pPr marL="916563" indent="-230729">
              <a:buSzPct val="80000"/>
              <a:buFont typeface="Wingdings 3" panose="05040102010807070707" pitchFamily="18" charset="2"/>
              <a:buChar char="¬"/>
              <a:defRPr/>
            </a:lvl4pPr>
            <a:lvl5pPr marL="1138824" indent="-222262">
              <a:buSzPct val="80000"/>
              <a:buFont typeface="Wingdings 3" panose="05040102010807070707" pitchFamily="18" charset="2"/>
              <a:buChar cha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p:cNvSpPr/>
          <p:nvPr userDrawn="1"/>
        </p:nvSpPr>
        <p:spPr>
          <a:xfrm>
            <a:off x="1" y="0"/>
            <a:ext cx="12192000"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839187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79121" y="304800"/>
            <a:ext cx="11033760" cy="975360"/>
          </a:xfrm>
        </p:spPr>
        <p:txBody>
          <a:bodyPr/>
          <a:lstStyle/>
          <a:p>
            <a:r>
              <a:rPr lang="en-US"/>
              <a:t>Click to edit Master title style</a:t>
            </a:r>
          </a:p>
        </p:txBody>
      </p:sp>
      <p:sp>
        <p:nvSpPr>
          <p:cNvPr id="3" name="Content Placeholder 2"/>
          <p:cNvSpPr>
            <a:spLocks noGrp="1"/>
          </p:cNvSpPr>
          <p:nvPr>
            <p:ph sz="half" idx="1"/>
          </p:nvPr>
        </p:nvSpPr>
        <p:spPr>
          <a:xfrm>
            <a:off x="579120" y="1463041"/>
            <a:ext cx="5364480" cy="4632960"/>
          </a:xfrm>
          <a:prstGeom prst="rect">
            <a:avLst/>
          </a:prstGeom>
        </p:spPr>
        <p:txBody>
          <a:bodyPr>
            <a:noAutofit/>
          </a:bodyPr>
          <a:lstStyle>
            <a:lvl1pPr>
              <a:defRPr sz="2400">
                <a:solidFill>
                  <a:schemeClr val="tx1"/>
                </a:solidFill>
              </a:defRPr>
            </a:lvl1pPr>
            <a:lvl2pPr>
              <a:defRPr sz="20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1" y="1463041"/>
            <a:ext cx="5364480" cy="4632960"/>
          </a:xfrm>
          <a:prstGeom prst="rect">
            <a:avLst/>
          </a:prstGeom>
        </p:spPr>
        <p:txBody>
          <a:bodyPr>
            <a:noAutofit/>
          </a:bodyPr>
          <a:lstStyle>
            <a:lvl1pPr>
              <a:defRPr sz="2400">
                <a:solidFill>
                  <a:schemeClr val="tx1"/>
                </a:solidFill>
              </a:defRPr>
            </a:lvl1pPr>
            <a:lvl2pPr>
              <a:defRPr sz="20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4">
            <a:extLst>
              <a:ext uri="{FF2B5EF4-FFF2-40B4-BE49-F238E27FC236}">
                <a16:creationId xmlns:a16="http://schemas.microsoft.com/office/drawing/2014/main" id="{1A8B06E9-672B-49AA-8789-D576D5680872}"/>
              </a:ext>
            </a:extLst>
          </p:cNvPr>
          <p:cNvSpPr>
            <a:spLocks noGrp="1"/>
          </p:cNvSpPr>
          <p:nvPr>
            <p:ph type="sldNum" sz="quarter" idx="4"/>
          </p:nvPr>
        </p:nvSpPr>
        <p:spPr>
          <a:xfrm>
            <a:off x="586646" y="6363709"/>
            <a:ext cx="975360" cy="365125"/>
          </a:xfrm>
          <a:prstGeom prst="rect">
            <a:avLst/>
          </a:prstGeom>
        </p:spPr>
        <p:txBody>
          <a:bodyPr vert="horz" lIns="91440" tIns="45720" rIns="91440" bIns="45720" rtlCol="0" anchor="b"/>
          <a:lstStyle>
            <a:lvl1pPr marL="0" indent="0" algn="l">
              <a:buFont typeface="Arial" panose="020B0604020202020204" pitchFamily="34" charset="0"/>
              <a:buNone/>
              <a:defRPr sz="1133" b="1">
                <a:solidFill>
                  <a:schemeClr val="tx1"/>
                </a:solidFill>
              </a:defRPr>
            </a:lvl1pPr>
          </a:lstStyle>
          <a:p>
            <a:fld id="{626C978B-826E-438C-909A-E9C381D3FF04}" type="slidenum">
              <a:rPr lang="en-US" smtClean="0"/>
              <a:pPr/>
              <a:t>‹#›</a:t>
            </a:fld>
            <a:endParaRPr lang="en-US"/>
          </a:p>
        </p:txBody>
      </p:sp>
      <p:sp>
        <p:nvSpPr>
          <p:cNvPr id="9" name="Rectangle 8"/>
          <p:cNvSpPr/>
          <p:nvPr userDrawn="1"/>
        </p:nvSpPr>
        <p:spPr>
          <a:xfrm>
            <a:off x="1" y="0"/>
            <a:ext cx="12192000"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4223070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tx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5D42470-3AEB-A94C-96B8-18E2C7C25164}"/>
              </a:ext>
            </a:extLst>
          </p:cNvPr>
          <p:cNvSpPr/>
          <p:nvPr userDrawn="1"/>
        </p:nvSpPr>
        <p:spPr>
          <a:xfrm>
            <a:off x="10058400" y="6109945"/>
            <a:ext cx="1752600" cy="6621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BC665AB6-C348-1649-BCA3-AB4427CB838C}"/>
              </a:ext>
            </a:extLst>
          </p:cNvPr>
          <p:cNvPicPr>
            <a:picLocks noChangeAspect="1"/>
          </p:cNvPicPr>
          <p:nvPr userDrawn="1"/>
        </p:nvPicPr>
        <p:blipFill>
          <a:blip r:embed="rId2"/>
          <a:stretch>
            <a:fillRect/>
          </a:stretch>
        </p:blipFill>
        <p:spPr>
          <a:xfrm>
            <a:off x="11028822" y="6279369"/>
            <a:ext cx="576532" cy="357078"/>
          </a:xfrm>
          <a:prstGeom prst="rect">
            <a:avLst/>
          </a:prstGeom>
        </p:spPr>
      </p:pic>
      <p:sp>
        <p:nvSpPr>
          <p:cNvPr id="6" name="Title 1">
            <a:extLst>
              <a:ext uri="{FF2B5EF4-FFF2-40B4-BE49-F238E27FC236}">
                <a16:creationId xmlns:a16="http://schemas.microsoft.com/office/drawing/2014/main" id="{61320318-DA78-471F-8076-1A95C5254529}"/>
              </a:ext>
            </a:extLst>
          </p:cNvPr>
          <p:cNvSpPr>
            <a:spLocks noGrp="1"/>
          </p:cNvSpPr>
          <p:nvPr>
            <p:ph type="title" hasCustomPrompt="1"/>
          </p:nvPr>
        </p:nvSpPr>
        <p:spPr>
          <a:xfrm>
            <a:off x="428807" y="3124200"/>
            <a:ext cx="11093827" cy="701040"/>
          </a:xfrm>
        </p:spPr>
        <p:txBody>
          <a:bodyPr anchor="b">
            <a:noAutofit/>
          </a:bodyPr>
          <a:lstStyle>
            <a:lvl1pPr>
              <a:defRPr lang="en-US" sz="4201" b="1" i="0" kern="1200" dirty="0">
                <a:solidFill>
                  <a:schemeClr val="bg1"/>
                </a:solidFill>
                <a:latin typeface="Arial" charset="0"/>
                <a:ea typeface="+mj-ea"/>
                <a:cs typeface="Arial" charset="0"/>
              </a:defRPr>
            </a:lvl1pPr>
          </a:lstStyle>
          <a:p>
            <a:r>
              <a:rPr lang="en-US"/>
              <a:t>Simple Statement</a:t>
            </a:r>
          </a:p>
        </p:txBody>
      </p:sp>
      <p:sp>
        <p:nvSpPr>
          <p:cNvPr id="7" name="Slide Number Placeholder 4">
            <a:extLst>
              <a:ext uri="{FF2B5EF4-FFF2-40B4-BE49-F238E27FC236}">
                <a16:creationId xmlns:a16="http://schemas.microsoft.com/office/drawing/2014/main" id="{1E052772-3EFC-D34C-AA1A-1135DE3C5541}"/>
              </a:ext>
            </a:extLst>
          </p:cNvPr>
          <p:cNvSpPr>
            <a:spLocks noGrp="1"/>
          </p:cNvSpPr>
          <p:nvPr>
            <p:ph type="sldNum" sz="quarter" idx="4"/>
          </p:nvPr>
        </p:nvSpPr>
        <p:spPr>
          <a:xfrm>
            <a:off x="586646" y="6325609"/>
            <a:ext cx="975360" cy="365125"/>
          </a:xfrm>
          <a:prstGeom prst="rect">
            <a:avLst/>
          </a:prstGeom>
        </p:spPr>
        <p:txBody>
          <a:bodyPr vert="horz" lIns="91440" tIns="45720" rIns="91440" bIns="45720" rtlCol="0" anchor="ctr"/>
          <a:lstStyle>
            <a:lvl1pPr marL="0" indent="0" algn="l">
              <a:buFont typeface="Arial" panose="020B0604020202020204" pitchFamily="34" charset="0"/>
              <a:buNone/>
              <a:defRPr sz="1133" b="1">
                <a:solidFill>
                  <a:schemeClr val="bg1"/>
                </a:solidFill>
              </a:defRPr>
            </a:lvl1pPr>
          </a:lstStyle>
          <a:p>
            <a:fld id="{626C978B-826E-438C-909A-E9C381D3FF04}" type="slidenum">
              <a:rPr lang="en-US" smtClean="0"/>
              <a:pPr/>
              <a:t>‹#›</a:t>
            </a:fld>
            <a:endParaRPr lang="en-US"/>
          </a:p>
        </p:txBody>
      </p:sp>
    </p:spTree>
    <p:extLst>
      <p:ext uri="{BB962C8B-B14F-4D97-AF65-F5344CB8AC3E}">
        <p14:creationId xmlns:p14="http://schemas.microsoft.com/office/powerpoint/2010/main" val="3449519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with Picture)">
    <p:bg>
      <p:bgPr>
        <a:solidFill>
          <a:schemeClr val="tx2"/>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6512AD6E-7A81-4D46-A4DC-BC3429D8CFF8}"/>
              </a:ext>
            </a:extLst>
          </p:cNvPr>
          <p:cNvSpPr>
            <a:spLocks noGrp="1"/>
          </p:cNvSpPr>
          <p:nvPr>
            <p:ph type="title" hasCustomPrompt="1"/>
          </p:nvPr>
        </p:nvSpPr>
        <p:spPr>
          <a:xfrm>
            <a:off x="428807" y="3124200"/>
            <a:ext cx="5514793" cy="701040"/>
          </a:xfrm>
        </p:spPr>
        <p:txBody>
          <a:bodyPr anchor="b">
            <a:noAutofit/>
          </a:bodyPr>
          <a:lstStyle>
            <a:lvl1pPr>
              <a:defRPr lang="en-US" sz="4201" b="1" i="0" kern="1200" dirty="0">
                <a:solidFill>
                  <a:schemeClr val="bg1"/>
                </a:solidFill>
                <a:latin typeface="Arial" charset="0"/>
                <a:ea typeface="+mj-ea"/>
                <a:cs typeface="Arial" charset="0"/>
              </a:defRPr>
            </a:lvl1pPr>
          </a:lstStyle>
          <a:p>
            <a:r>
              <a:rPr lang="en-US"/>
              <a:t>Simple Statement</a:t>
            </a:r>
          </a:p>
        </p:txBody>
      </p:sp>
      <p:sp>
        <p:nvSpPr>
          <p:cNvPr id="6" name="Picture Placeholder 14">
            <a:extLst>
              <a:ext uri="{FF2B5EF4-FFF2-40B4-BE49-F238E27FC236}">
                <a16:creationId xmlns:a16="http://schemas.microsoft.com/office/drawing/2014/main" id="{89EAEFDD-B284-E94B-8F1D-D7E1627370F6}"/>
              </a:ext>
            </a:extLst>
          </p:cNvPr>
          <p:cNvSpPr>
            <a:spLocks noGrp="1"/>
          </p:cNvSpPr>
          <p:nvPr>
            <p:ph type="pic" sz="quarter" idx="13" hasCustomPrompt="1"/>
          </p:nvPr>
        </p:nvSpPr>
        <p:spPr>
          <a:xfrm>
            <a:off x="6581768" y="1558290"/>
            <a:ext cx="4457700" cy="3741422"/>
          </a:xfrm>
          <a:prstGeom prst="rect">
            <a:avLst/>
          </a:prstGeom>
          <a:noFill/>
        </p:spPr>
        <p:txBody>
          <a:bodyPr vert="horz" lIns="91440" tIns="1371600" rIns="91440" bIns="0" rtlCol="0" anchor="ctr" anchorCtr="0">
            <a:noAutofit/>
          </a:bodyPr>
          <a:lstStyle>
            <a:lvl1pPr marL="309026" indent="-309026" algn="ctr">
              <a:buNone/>
              <a:defRPr lang="en-US" sz="1867" dirty="0">
                <a:solidFill>
                  <a:schemeClr val="bg1"/>
                </a:solidFill>
              </a:defRPr>
            </a:lvl1pPr>
          </a:lstStyle>
          <a:p>
            <a:pPr marL="0" marR="0" lvl="0" indent="0" algn="ctr" defTabSz="1219170" rtl="0" eaLnBrk="1" fontAlgn="auto" latinLnBrk="0" hangingPunct="1">
              <a:lnSpc>
                <a:spcPct val="100000"/>
              </a:lnSpc>
              <a:spcBef>
                <a:spcPts val="1600"/>
              </a:spcBef>
              <a:spcAft>
                <a:spcPts val="0"/>
              </a:spcAft>
              <a:buClr>
                <a:schemeClr val="accent1"/>
              </a:buClr>
              <a:buSzPct val="100000"/>
              <a:tabLst/>
              <a:defRPr/>
            </a:pPr>
            <a:r>
              <a:rPr lang="en-US"/>
              <a:t>Click icon to add picture</a:t>
            </a:r>
          </a:p>
        </p:txBody>
      </p:sp>
      <p:sp>
        <p:nvSpPr>
          <p:cNvPr id="7" name="Rectangle 6">
            <a:extLst>
              <a:ext uri="{FF2B5EF4-FFF2-40B4-BE49-F238E27FC236}">
                <a16:creationId xmlns:a16="http://schemas.microsoft.com/office/drawing/2014/main" id="{645E7C71-1267-7F46-A82A-631E19E556BC}"/>
              </a:ext>
            </a:extLst>
          </p:cNvPr>
          <p:cNvSpPr/>
          <p:nvPr userDrawn="1"/>
        </p:nvSpPr>
        <p:spPr>
          <a:xfrm>
            <a:off x="10058400" y="6109945"/>
            <a:ext cx="1752600" cy="6621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4">
            <a:extLst>
              <a:ext uri="{FF2B5EF4-FFF2-40B4-BE49-F238E27FC236}">
                <a16:creationId xmlns:a16="http://schemas.microsoft.com/office/drawing/2014/main" id="{5B8CD8B4-2837-BA4D-9DA4-67F8481F164B}"/>
              </a:ext>
            </a:extLst>
          </p:cNvPr>
          <p:cNvSpPr>
            <a:spLocks noGrp="1"/>
          </p:cNvSpPr>
          <p:nvPr>
            <p:ph type="sldNum" sz="quarter" idx="4"/>
          </p:nvPr>
        </p:nvSpPr>
        <p:spPr>
          <a:xfrm>
            <a:off x="586646" y="6325609"/>
            <a:ext cx="975360" cy="365125"/>
          </a:xfrm>
          <a:prstGeom prst="rect">
            <a:avLst/>
          </a:prstGeom>
        </p:spPr>
        <p:txBody>
          <a:bodyPr vert="horz" lIns="91440" tIns="45720" rIns="91440" bIns="45720" rtlCol="0" anchor="ctr"/>
          <a:lstStyle>
            <a:lvl1pPr marL="0" indent="0" algn="l">
              <a:buFont typeface="Arial" panose="020B0604020202020204" pitchFamily="34" charset="0"/>
              <a:buNone/>
              <a:defRPr sz="1133" b="1">
                <a:solidFill>
                  <a:schemeClr val="bg1"/>
                </a:solidFill>
              </a:defRPr>
            </a:lvl1pPr>
          </a:lstStyle>
          <a:p>
            <a:fld id="{626C978B-826E-438C-909A-E9C381D3FF04}" type="slidenum">
              <a:rPr lang="en-US" smtClean="0"/>
              <a:pPr/>
              <a:t>‹#›</a:t>
            </a:fld>
            <a:endParaRPr lang="en-US"/>
          </a:p>
        </p:txBody>
      </p:sp>
      <p:pic>
        <p:nvPicPr>
          <p:cNvPr id="12" name="Picture 11">
            <a:extLst>
              <a:ext uri="{FF2B5EF4-FFF2-40B4-BE49-F238E27FC236}">
                <a16:creationId xmlns:a16="http://schemas.microsoft.com/office/drawing/2014/main" id="{E1AC8721-E11C-7940-A173-0F10C27BA8A2}"/>
              </a:ext>
            </a:extLst>
          </p:cNvPr>
          <p:cNvPicPr>
            <a:picLocks noChangeAspect="1"/>
          </p:cNvPicPr>
          <p:nvPr userDrawn="1"/>
        </p:nvPicPr>
        <p:blipFill>
          <a:blip r:embed="rId2"/>
          <a:stretch>
            <a:fillRect/>
          </a:stretch>
        </p:blipFill>
        <p:spPr>
          <a:xfrm>
            <a:off x="11028822" y="6279369"/>
            <a:ext cx="576532" cy="357078"/>
          </a:xfrm>
          <a:prstGeom prst="rect">
            <a:avLst/>
          </a:prstGeom>
        </p:spPr>
      </p:pic>
    </p:spTree>
    <p:extLst>
      <p:ext uri="{BB962C8B-B14F-4D97-AF65-F5344CB8AC3E}">
        <p14:creationId xmlns:p14="http://schemas.microsoft.com/office/powerpoint/2010/main" val="1578451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nd Slide">
    <p:bg>
      <p:bgPr>
        <a:solidFill>
          <a:schemeClr val="tx2"/>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62F0434C-4CE7-42D1-965D-0265C29B04F3}"/>
              </a:ext>
            </a:extLst>
          </p:cNvPr>
          <p:cNvGrpSpPr/>
          <p:nvPr/>
        </p:nvGrpSpPr>
        <p:grpSpPr>
          <a:xfrm>
            <a:off x="640118" y="3628208"/>
            <a:ext cx="5608321" cy="1019992"/>
            <a:chOff x="480089" y="2568756"/>
            <a:chExt cx="4206240" cy="764994"/>
          </a:xfrm>
        </p:grpSpPr>
        <p:sp>
          <p:nvSpPr>
            <p:cNvPr id="13" name="Rectangle 12">
              <a:extLst>
                <a:ext uri="{FF2B5EF4-FFF2-40B4-BE49-F238E27FC236}">
                  <a16:creationId xmlns:a16="http://schemas.microsoft.com/office/drawing/2014/main" id="{5E88497C-C551-4465-9953-8BC43D9E0208}"/>
                </a:ext>
              </a:extLst>
            </p:cNvPr>
            <p:cNvSpPr/>
            <p:nvPr/>
          </p:nvSpPr>
          <p:spPr>
            <a:xfrm>
              <a:off x="480089" y="2841307"/>
              <a:ext cx="4206240" cy="492443"/>
            </a:xfrm>
            <a:prstGeom prst="rect">
              <a:avLst/>
            </a:prstGeom>
          </p:spPr>
          <p:txBody>
            <a:bodyPr vert="horz" lIns="91440" tIns="45720" rIns="91440" bIns="45720" rtlCol="0" anchor="ctr">
              <a:noAutofit/>
            </a:bodyPr>
            <a:lstStyle/>
            <a:p>
              <a:r>
                <a:rPr lang="en-US" sz="4800" b="1" spc="100">
                  <a:solidFill>
                    <a:schemeClr val="bg1"/>
                  </a:solidFill>
                </a:rPr>
                <a:t>Thank You</a:t>
              </a:r>
            </a:p>
          </p:txBody>
        </p:sp>
        <p:cxnSp>
          <p:nvCxnSpPr>
            <p:cNvPr id="15" name="Straight Connector 14">
              <a:extLst>
                <a:ext uri="{FF2B5EF4-FFF2-40B4-BE49-F238E27FC236}">
                  <a16:creationId xmlns:a16="http://schemas.microsoft.com/office/drawing/2014/main" id="{1AF6007A-E1A7-46F3-B830-C81E32C3CF47}"/>
                </a:ext>
              </a:extLst>
            </p:cNvPr>
            <p:cNvCxnSpPr>
              <a:cxnSpLocks/>
            </p:cNvCxnSpPr>
            <p:nvPr/>
          </p:nvCxnSpPr>
          <p:spPr>
            <a:xfrm>
              <a:off x="520059" y="2568756"/>
              <a:ext cx="825801" cy="0"/>
            </a:xfrm>
            <a:prstGeom prst="line">
              <a:avLst/>
            </a:prstGeom>
            <a:ln w="22225"/>
          </p:spPr>
          <p:style>
            <a:lnRef idx="1">
              <a:schemeClr val="accent1"/>
            </a:lnRef>
            <a:fillRef idx="0">
              <a:schemeClr val="accent1"/>
            </a:fillRef>
            <a:effectRef idx="0">
              <a:schemeClr val="accent1"/>
            </a:effectRef>
            <a:fontRef idx="minor">
              <a:schemeClr val="tx1"/>
            </a:fontRef>
          </p:style>
        </p:cxnSp>
      </p:grpSp>
      <p:sp>
        <p:nvSpPr>
          <p:cNvPr id="7" name="Rectangle 6">
            <a:extLst>
              <a:ext uri="{FF2B5EF4-FFF2-40B4-BE49-F238E27FC236}">
                <a16:creationId xmlns:a16="http://schemas.microsoft.com/office/drawing/2014/main" id="{592EA454-74F4-0847-8EA2-1E94A436814E}"/>
              </a:ext>
            </a:extLst>
          </p:cNvPr>
          <p:cNvSpPr/>
          <p:nvPr userDrawn="1"/>
        </p:nvSpPr>
        <p:spPr>
          <a:xfrm>
            <a:off x="10058400" y="6109945"/>
            <a:ext cx="1752600" cy="6621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D042C449-64BB-9849-8FF2-4E5299BD1AF1}"/>
              </a:ext>
            </a:extLst>
          </p:cNvPr>
          <p:cNvPicPr>
            <a:picLocks noChangeAspect="1"/>
          </p:cNvPicPr>
          <p:nvPr userDrawn="1"/>
        </p:nvPicPr>
        <p:blipFill>
          <a:blip r:embed="rId2"/>
          <a:stretch>
            <a:fillRect/>
          </a:stretch>
        </p:blipFill>
        <p:spPr>
          <a:xfrm>
            <a:off x="693411" y="2176340"/>
            <a:ext cx="1569578" cy="972126"/>
          </a:xfrm>
          <a:prstGeom prst="rect">
            <a:avLst/>
          </a:prstGeom>
        </p:spPr>
      </p:pic>
    </p:spTree>
    <p:extLst>
      <p:ext uri="{BB962C8B-B14F-4D97-AF65-F5344CB8AC3E}">
        <p14:creationId xmlns:p14="http://schemas.microsoft.com/office/powerpoint/2010/main" val="3634648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sclaimer and Attribution">
    <p:bg>
      <p:bgPr>
        <a:solidFill>
          <a:schemeClr val="tx2"/>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E88497C-C551-4465-9953-8BC43D9E0208}"/>
              </a:ext>
            </a:extLst>
          </p:cNvPr>
          <p:cNvSpPr/>
          <p:nvPr/>
        </p:nvSpPr>
        <p:spPr>
          <a:xfrm>
            <a:off x="622291" y="2393810"/>
            <a:ext cx="5608321" cy="656591"/>
          </a:xfrm>
          <a:prstGeom prst="rect">
            <a:avLst/>
          </a:prstGeom>
        </p:spPr>
        <p:txBody>
          <a:bodyPr vert="horz" lIns="91440" tIns="45720" rIns="91440" bIns="45720" rtlCol="0" anchor="ctr">
            <a:noAutofit/>
          </a:bodyPr>
          <a:lstStyle/>
          <a:p>
            <a:r>
              <a:rPr lang="en-US" sz="2400" b="1" i="0" u="none" strike="noStrike" kern="1200" dirty="0">
                <a:solidFill>
                  <a:schemeClr val="bg1"/>
                </a:solidFill>
                <a:effectLst/>
                <a:latin typeface="+mn-lt"/>
                <a:ea typeface="+mn-ea"/>
                <a:cs typeface="+mn-cs"/>
              </a:rPr>
              <a:t>Disclaimer and Attribution</a:t>
            </a:r>
            <a:endParaRPr lang="en-US" sz="2400" b="0" i="0" u="none" strike="noStrike" kern="1200" dirty="0">
              <a:solidFill>
                <a:schemeClr val="bg1"/>
              </a:solidFill>
              <a:effectLst/>
              <a:latin typeface="+mn-lt"/>
              <a:ea typeface="+mn-ea"/>
              <a:cs typeface="+mn-cs"/>
            </a:endParaRPr>
          </a:p>
        </p:txBody>
      </p:sp>
      <p:sp>
        <p:nvSpPr>
          <p:cNvPr id="7" name="Rectangle 6">
            <a:extLst>
              <a:ext uri="{FF2B5EF4-FFF2-40B4-BE49-F238E27FC236}">
                <a16:creationId xmlns:a16="http://schemas.microsoft.com/office/drawing/2014/main" id="{592EA454-74F4-0847-8EA2-1E94A436814E}"/>
              </a:ext>
            </a:extLst>
          </p:cNvPr>
          <p:cNvSpPr/>
          <p:nvPr userDrawn="1"/>
        </p:nvSpPr>
        <p:spPr>
          <a:xfrm>
            <a:off x="10058400" y="6109945"/>
            <a:ext cx="1752600" cy="6621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D042C449-64BB-9849-8FF2-4E5299BD1AF1}"/>
              </a:ext>
            </a:extLst>
          </p:cNvPr>
          <p:cNvPicPr>
            <a:picLocks noChangeAspect="1"/>
          </p:cNvPicPr>
          <p:nvPr userDrawn="1"/>
        </p:nvPicPr>
        <p:blipFill>
          <a:blip r:embed="rId2"/>
          <a:stretch>
            <a:fillRect/>
          </a:stretch>
        </p:blipFill>
        <p:spPr>
          <a:xfrm>
            <a:off x="693411" y="5892800"/>
            <a:ext cx="885113" cy="548199"/>
          </a:xfrm>
          <a:prstGeom prst="rect">
            <a:avLst/>
          </a:prstGeom>
        </p:spPr>
      </p:pic>
      <p:sp>
        <p:nvSpPr>
          <p:cNvPr id="11" name="Rectangle 10">
            <a:extLst>
              <a:ext uri="{FF2B5EF4-FFF2-40B4-BE49-F238E27FC236}">
                <a16:creationId xmlns:a16="http://schemas.microsoft.com/office/drawing/2014/main" id="{1E782F75-D84E-E645-83B8-15BBE61BA1E7}"/>
              </a:ext>
            </a:extLst>
          </p:cNvPr>
          <p:cNvSpPr/>
          <p:nvPr userDrawn="1"/>
        </p:nvSpPr>
        <p:spPr>
          <a:xfrm>
            <a:off x="622291" y="3172950"/>
            <a:ext cx="11102349" cy="2238036"/>
          </a:xfrm>
          <a:prstGeom prst="rect">
            <a:avLst/>
          </a:prstGeom>
        </p:spPr>
        <p:txBody>
          <a:bodyPr vert="horz" lIns="91440" tIns="45720" rIns="91440" bIns="45720" rtlCol="0" anchor="ctr">
            <a:noAutofit/>
          </a:bodyPr>
          <a:lstStyle/>
          <a:p>
            <a:pPr marL="0" marR="0" lvl="0" indent="0" algn="l" defTabSz="1219261" rtl="0" eaLnBrk="1" fontAlgn="auto" latinLnBrk="0" hangingPunct="1">
              <a:lnSpc>
                <a:spcPct val="100000"/>
              </a:lnSpc>
              <a:spcBef>
                <a:spcPts val="300"/>
              </a:spcBef>
              <a:spcAft>
                <a:spcPts val="0"/>
              </a:spcAft>
              <a:buClr>
                <a:srgbClr val="E20000"/>
              </a:buClr>
              <a:buSzPct val="80000"/>
              <a:buFont typeface="Webdings" panose="05030102010509060703" pitchFamily="18" charset="2"/>
              <a:buNone/>
              <a:tabLst/>
              <a:defRPr/>
            </a:pPr>
            <a:r>
              <a:rPr kumimoji="0" lang="en-US" sz="1200" b="0" i="0" u="none" strike="noStrike" kern="1200" cap="none" spc="0" normalizeH="0" baseline="0" noProof="0" dirty="0">
                <a:ln>
                  <a:noFill/>
                </a:ln>
                <a:solidFill>
                  <a:srgbClr val="FFFFFF"/>
                </a:solidFill>
                <a:effectLst/>
                <a:uLnTx/>
                <a:uFillTx/>
                <a:latin typeface="Arial" charset="0"/>
                <a:cs typeface="Arial" charset="0"/>
              </a:rPr>
              <a:t>The information contained herein is for informational purposes only and is subject to change without notice. While every precaution has been taken in the preparation of this document, it may contain technical inaccuracies, omissions and typographical errors, and AMD is under no obligation to update or otherwise correct this information. Advanced Micro Devices, Inc. makes no representations or warranties with respect to the accuracy or completeness of the contents of this document, and assumes no liability of any kind, including the implied warranties of noninfringement, merchantability or fitness for particular purposes, with respect to the operation or use of AMD hardware, software or other products described herein. No license, including implied or arising by estoppel, to any intellectual property rights is granted by this document. Terms and limitations applicable to the purchase or use of AMD’s products are as set forth in a signed agreement between the parties or in AMD's Standard Terms and Conditions of Sale. GD-18</a:t>
            </a:r>
          </a:p>
          <a:p>
            <a:pPr marL="0" marR="0" lvl="0" indent="0" algn="l" defTabSz="1219261" rtl="0" eaLnBrk="1" fontAlgn="auto" latinLnBrk="0" hangingPunct="1">
              <a:lnSpc>
                <a:spcPct val="100000"/>
              </a:lnSpc>
              <a:spcBef>
                <a:spcPts val="1600"/>
              </a:spcBef>
              <a:spcAft>
                <a:spcPts val="0"/>
              </a:spcAft>
              <a:buClr>
                <a:srgbClr val="E20000"/>
              </a:buClr>
              <a:buSzPct val="80000"/>
              <a:buFont typeface="Webdings" panose="05030102010509060703" pitchFamily="18" charset="2"/>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Copyright 2021 Advanced Micro Devices, Inc.  All rights reserved.  Xilinx, the Xilinx logo, AMD, the AMD Arrow logo,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Alveo</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Artix</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Kintex</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Kria</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Spartan, Versal, Vitis,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Virtex</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Vivado</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Zynq, and other designated brands included herein are trademarks of Advanced Micro Devices, Inc.  Other product names used in this publication are for identification purposes only and may be trademarks of their respective companies.  </a:t>
            </a:r>
            <a:endParaRPr kumimoji="0" lang="en-US" sz="1200" b="0" i="0" u="none" strike="noStrike" kern="1200" cap="none" spc="0" normalizeH="0" baseline="0" noProof="0" dirty="0">
              <a:ln>
                <a:noFill/>
              </a:ln>
              <a:solidFill>
                <a:srgbClr val="00B2BA"/>
              </a:solidFill>
              <a:effectLst/>
              <a:uLnTx/>
              <a:uFillTx/>
              <a:latin typeface="Arial" panose="020B0604020202020204" pitchFamily="34" charset="0"/>
              <a:ea typeface="+mn-ea"/>
              <a:cs typeface="Arial" panose="020B0604020202020204" pitchFamily="34" charset="0"/>
            </a:endParaRPr>
          </a:p>
          <a:p>
            <a:pPr marL="0" marR="0" lvl="0" indent="0" algn="l" defTabSz="1219261" rtl="0" eaLnBrk="1" fontAlgn="auto" latinLnBrk="0" hangingPunct="1">
              <a:lnSpc>
                <a:spcPct val="100000"/>
              </a:lnSpc>
              <a:spcBef>
                <a:spcPts val="300"/>
              </a:spcBef>
              <a:spcAft>
                <a:spcPts val="0"/>
              </a:spcAft>
              <a:buClr>
                <a:srgbClr val="E20000"/>
              </a:buClr>
              <a:buSzPct val="80000"/>
              <a:buFont typeface="Webdings" panose="05030102010509060703" pitchFamily="18" charset="2"/>
              <a:buNone/>
              <a:tabLst/>
              <a:defRPr/>
            </a:pPr>
            <a:endParaRPr kumimoji="0" lang="en-US" sz="1200" b="0" i="0" u="none" strike="noStrike" kern="1200" cap="none" spc="0" normalizeH="0" baseline="0" noProof="0" dirty="0">
              <a:ln>
                <a:noFill/>
              </a:ln>
              <a:solidFill>
                <a:srgbClr val="FFFFFF"/>
              </a:solidFill>
              <a:effectLst/>
              <a:uLnTx/>
              <a:uFillTx/>
              <a:latin typeface="Arial" charset="0"/>
              <a:cs typeface="Arial" charset="0"/>
            </a:endParaRPr>
          </a:p>
        </p:txBody>
      </p:sp>
    </p:spTree>
    <p:extLst>
      <p:ext uri="{BB962C8B-B14F-4D97-AF65-F5344CB8AC3E}">
        <p14:creationId xmlns:p14="http://schemas.microsoft.com/office/powerpoint/2010/main" val="3320308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Title and Content (WHI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idx="1"/>
          </p:nvPr>
        </p:nvSpPr>
        <p:spPr>
          <a:xfrm>
            <a:off x="647700" y="1463040"/>
            <a:ext cx="10515600" cy="4759404"/>
          </a:xfrm>
        </p:spPr>
        <p:txBody>
          <a:bodyPr/>
          <a:lstStyle>
            <a:lvl1pPr>
              <a:defRPr>
                <a:solidFill>
                  <a:schemeClr val="tx1"/>
                </a:solidFill>
              </a:defRPr>
            </a:lvl1pPr>
            <a:lvl2pPr>
              <a:defRPr>
                <a:solidFill>
                  <a:schemeClr val="tx1"/>
                </a:solidFill>
              </a:defRPr>
            </a:lvl2pPr>
            <a:lvl3pPr>
              <a:defRPr sz="1600">
                <a:solidFill>
                  <a:schemeClr val="tx1"/>
                </a:solidFill>
              </a:defRPr>
            </a:lvl3pPr>
            <a:lvl4pPr>
              <a:defRPr sz="1400">
                <a:solidFill>
                  <a:schemeClr val="tx1"/>
                </a:solidFill>
              </a:defRPr>
            </a:lvl4pPr>
            <a:lvl5pPr>
              <a:tabLst>
                <a:tab pos="2626525" algn="l"/>
              </a:tabLst>
              <a:defRPr sz="1400">
                <a:solidFill>
                  <a:schemeClr val="tx1"/>
                </a:solidFill>
              </a:defRPr>
            </a:lvl5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9" name="Slide Number Placeholder 8"/>
          <p:cNvSpPr>
            <a:spLocks noGrp="1"/>
          </p:cNvSpPr>
          <p:nvPr>
            <p:ph type="sldNum" sz="quarter" idx="10"/>
          </p:nvPr>
        </p:nvSpPr>
        <p:spPr/>
        <p:txBody>
          <a:bodyPr/>
          <a:lstStyle/>
          <a:p>
            <a:pPr>
              <a:defRPr/>
            </a:pPr>
            <a:r>
              <a:rPr lang="en-US"/>
              <a:t>Lab3 Intro 21a-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956692179"/>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9121" y="234696"/>
            <a:ext cx="11033760" cy="975360"/>
          </a:xfrm>
          <a:prstGeom prst="rect">
            <a:avLst/>
          </a:prstGeom>
        </p:spPr>
        <p:txBody>
          <a:bodyPr vert="horz" lIns="91440" tIns="45720" rIns="91440" bIns="45720" rtlCol="0" anchor="t" anchorCtr="0">
            <a:noAutofit/>
          </a:bodyPr>
          <a:lstStyle/>
          <a:p>
            <a:r>
              <a:rPr lang="en-US"/>
              <a:t>Click to edit Master title style</a:t>
            </a:r>
          </a:p>
        </p:txBody>
      </p:sp>
      <p:sp>
        <p:nvSpPr>
          <p:cNvPr id="5" name="Slide Number Placeholder 4"/>
          <p:cNvSpPr>
            <a:spLocks noGrp="1"/>
          </p:cNvSpPr>
          <p:nvPr>
            <p:ph type="sldNum" sz="quarter" idx="4"/>
          </p:nvPr>
        </p:nvSpPr>
        <p:spPr>
          <a:xfrm>
            <a:off x="579121" y="6325606"/>
            <a:ext cx="975360" cy="365125"/>
          </a:xfrm>
          <a:prstGeom prst="rect">
            <a:avLst/>
          </a:prstGeom>
        </p:spPr>
        <p:txBody>
          <a:bodyPr vert="horz" lIns="91440" tIns="45720" rIns="91440" bIns="45720" rtlCol="0" anchor="ctr"/>
          <a:lstStyle>
            <a:lvl1pPr marL="0" indent="0" algn="l">
              <a:buFont typeface="Arial" panose="020B0604020202020204" pitchFamily="34" charset="0"/>
              <a:buNone/>
              <a:defRPr sz="1133" b="1">
                <a:solidFill>
                  <a:schemeClr val="tx1"/>
                </a:solidFill>
              </a:defRPr>
            </a:lvl1pPr>
          </a:lstStyle>
          <a:p>
            <a:fld id="{626C978B-826E-438C-909A-E9C381D3FF04}" type="slidenum">
              <a:rPr lang="en-US" smtClean="0"/>
              <a:pPr/>
              <a:t>‹#›</a:t>
            </a:fld>
            <a:endParaRPr lang="en-US"/>
          </a:p>
        </p:txBody>
      </p:sp>
      <p:sp>
        <p:nvSpPr>
          <p:cNvPr id="3" name="Text Placeholder 2"/>
          <p:cNvSpPr>
            <a:spLocks noGrp="1"/>
          </p:cNvSpPr>
          <p:nvPr>
            <p:ph type="body" idx="1"/>
          </p:nvPr>
        </p:nvSpPr>
        <p:spPr>
          <a:xfrm>
            <a:off x="579121" y="1470401"/>
            <a:ext cx="11033760" cy="4632960"/>
          </a:xfrm>
          <a:prstGeom prst="rect">
            <a:avLst/>
          </a:prstGeom>
        </p:spPr>
        <p:txBody>
          <a:bodyPr vert="horz" lIns="91440" tIns="45720" rIns="91440" bIns="4572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BCBBAE11-7273-0744-B2EB-4D22266C9B89}"/>
              </a:ext>
            </a:extLst>
          </p:cNvPr>
          <p:cNvPicPr>
            <a:picLocks noChangeAspect="1"/>
          </p:cNvPicPr>
          <p:nvPr userDrawn="1"/>
        </p:nvPicPr>
        <p:blipFill>
          <a:blip r:embed="rId12"/>
          <a:stretch>
            <a:fillRect/>
          </a:stretch>
        </p:blipFill>
        <p:spPr>
          <a:xfrm>
            <a:off x="11028823" y="6279370"/>
            <a:ext cx="576531" cy="357077"/>
          </a:xfrm>
          <a:prstGeom prst="rect">
            <a:avLst/>
          </a:prstGeom>
        </p:spPr>
      </p:pic>
      <p:sp>
        <p:nvSpPr>
          <p:cNvPr id="6" name="fc" descr="&#10;© Copyright 2022 AMD">
            <a:extLst>
              <a:ext uri="{FF2B5EF4-FFF2-40B4-BE49-F238E27FC236}">
                <a16:creationId xmlns:a16="http://schemas.microsoft.com/office/drawing/2014/main" id="{DB055D8F-C43A-4A5E-A3CB-A72B200D80B1}"/>
              </a:ext>
            </a:extLst>
          </p:cNvPr>
          <p:cNvSpPr txBox="1"/>
          <p:nvPr userDrawn="1"/>
        </p:nvSpPr>
        <p:spPr>
          <a:xfrm>
            <a:off x="0" y="6512560"/>
            <a:ext cx="12192000" cy="377026"/>
          </a:xfrm>
          <a:prstGeom prst="rect">
            <a:avLst/>
          </a:prstGeom>
          <a:noFill/>
        </p:spPr>
        <p:txBody>
          <a:bodyPr vert="horz" rtlCol="0">
            <a:spAutoFit/>
          </a:bodyPr>
          <a:lstStyle/>
          <a:p>
            <a:pPr algn="ctr"/>
            <a:endParaRPr lang="en-US" sz="850" b="0" i="0" u="none" baseline="0">
              <a:solidFill>
                <a:srgbClr val="000000"/>
              </a:solidFill>
              <a:latin typeface="Microsoft Sans Serif" panose="020B0604020202020204" pitchFamily="34" charset="0"/>
            </a:endParaRPr>
          </a:p>
          <a:p>
            <a:pPr algn="ctr"/>
            <a:r>
              <a:rPr lang="en-US" sz="1000" b="0" i="0" u="none" baseline="0">
                <a:solidFill>
                  <a:srgbClr val="000000"/>
                </a:solidFill>
                <a:latin typeface="Arial" panose="020B0604020202020204" pitchFamily="34" charset="0"/>
              </a:rPr>
              <a:t>© Copyright 2022 AMD</a:t>
            </a:r>
          </a:p>
        </p:txBody>
      </p:sp>
    </p:spTree>
    <p:extLst>
      <p:ext uri="{BB962C8B-B14F-4D97-AF65-F5344CB8AC3E}">
        <p14:creationId xmlns:p14="http://schemas.microsoft.com/office/powerpoint/2010/main" val="3868898160"/>
      </p:ext>
    </p:extLst>
  </p:cSld>
  <p:clrMap bg1="lt1" tx1="dk1" bg2="lt2" tx2="dk2" accent1="accent1" accent2="accent2" accent3="accent3" accent4="accent4" accent5="accent5" accent6="accent6" hlink="hlink" folHlink="folHlink"/>
  <p:sldLayoutIdLst>
    <p:sldLayoutId id="2147483985" r:id="rId1"/>
    <p:sldLayoutId id="2147483983" r:id="rId2"/>
    <p:sldLayoutId id="2147483979" r:id="rId3"/>
    <p:sldLayoutId id="2147483973" r:id="rId4"/>
    <p:sldLayoutId id="2147483938" r:id="rId5"/>
    <p:sldLayoutId id="2147483961" r:id="rId6"/>
    <p:sldLayoutId id="2147483982" r:id="rId7"/>
    <p:sldLayoutId id="2147483986" r:id="rId8"/>
    <p:sldLayoutId id="2147483964" r:id="rId9"/>
    <p:sldLayoutId id="2147483988" r:id="rId1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45" rtl="0" eaLnBrk="1" latinLnBrk="0" hangingPunct="1">
        <a:lnSpc>
          <a:spcPct val="90000"/>
        </a:lnSpc>
        <a:spcBef>
          <a:spcPct val="0"/>
        </a:spcBef>
        <a:buNone/>
        <a:defRPr lang="en-US" sz="3200" b="1" i="0" kern="1200" dirty="0" smtClean="0">
          <a:solidFill>
            <a:schemeClr val="tx1"/>
          </a:solidFill>
          <a:latin typeface="Arial" charset="0"/>
          <a:ea typeface="+mj-ea"/>
          <a:cs typeface="Arial" charset="0"/>
        </a:defRPr>
      </a:lvl1pPr>
    </p:titleStyle>
    <p:bodyStyle>
      <a:lvl1pPr marL="234962" indent="-234962" algn="l" defTabSz="1219261" rtl="0" eaLnBrk="1" latinLnBrk="0" hangingPunct="1">
        <a:lnSpc>
          <a:spcPct val="100000"/>
        </a:lnSpc>
        <a:spcBef>
          <a:spcPts val="1600"/>
        </a:spcBef>
        <a:buClr>
          <a:schemeClr val="accent1"/>
        </a:buClr>
        <a:buSzPct val="80000"/>
        <a:buFont typeface="Webdings" panose="05030102010509060703" pitchFamily="18" charset="2"/>
        <a:buChar char="4"/>
        <a:defRPr lang="en-US" sz="2400" b="0" kern="1200" dirty="0" smtClean="0">
          <a:solidFill>
            <a:schemeClr val="tx1"/>
          </a:solidFill>
          <a:latin typeface="Arial" panose="020B0604020202020204" pitchFamily="34" charset="0"/>
          <a:ea typeface="+mn-ea"/>
          <a:cs typeface="Arial" panose="020B0604020202020204" pitchFamily="34" charset="0"/>
        </a:defRPr>
      </a:lvl1pPr>
      <a:lvl2pPr marL="452989" indent="-220144" algn="l" defTabSz="914445" rtl="0" eaLnBrk="1" latinLnBrk="0" hangingPunct="1">
        <a:lnSpc>
          <a:spcPct val="95000"/>
        </a:lnSpc>
        <a:spcBef>
          <a:spcPts val="600"/>
        </a:spcBef>
        <a:buClr>
          <a:schemeClr val="accent1"/>
        </a:buClr>
        <a:buSzPct val="80000"/>
        <a:buFont typeface="Wingdings 3" panose="05040102010807070707" pitchFamily="18" charset="2"/>
        <a:buChar char="¬"/>
        <a:defRPr lang="en-US" sz="2000" kern="1200" dirty="0" smtClean="0">
          <a:solidFill>
            <a:schemeClr val="tx1"/>
          </a:solidFill>
          <a:latin typeface="Arial" panose="020B0604020202020204" pitchFamily="34" charset="0"/>
          <a:ea typeface="+mn-ea"/>
          <a:cs typeface="Arial" panose="020B0604020202020204" pitchFamily="34" charset="0"/>
        </a:defRPr>
      </a:lvl2pPr>
      <a:lvl3pPr marL="685835" indent="-232845" algn="l" defTabSz="914445" rtl="0" eaLnBrk="1" latinLnBrk="0" hangingPunct="1">
        <a:lnSpc>
          <a:spcPct val="95000"/>
        </a:lnSpc>
        <a:spcBef>
          <a:spcPts val="833"/>
        </a:spcBef>
        <a:buClr>
          <a:schemeClr val="tx1"/>
        </a:buClr>
        <a:buSzPct val="80000"/>
        <a:buFont typeface="Wingdings 3" panose="05040102010807070707" pitchFamily="18" charset="2"/>
        <a:buChar char="¬"/>
        <a:defRPr lang="en-US" sz="1600" kern="1200" dirty="0" smtClean="0">
          <a:solidFill>
            <a:schemeClr val="tx1"/>
          </a:solidFill>
          <a:latin typeface="Arial" panose="020B0604020202020204" pitchFamily="34" charset="0"/>
          <a:ea typeface="+mn-ea"/>
          <a:cs typeface="Arial" panose="020B0604020202020204" pitchFamily="34" charset="0"/>
        </a:defRPr>
      </a:lvl3pPr>
      <a:lvl4pPr marL="916563" indent="-230729" algn="l" defTabSz="914445" rtl="0" eaLnBrk="1" latinLnBrk="0" hangingPunct="1">
        <a:lnSpc>
          <a:spcPct val="95000"/>
        </a:lnSpc>
        <a:spcBef>
          <a:spcPts val="833"/>
        </a:spcBef>
        <a:buClr>
          <a:schemeClr val="tx1"/>
        </a:buClr>
        <a:buSzPct val="80000"/>
        <a:buFont typeface="Wingdings 3" panose="05040102010807070707" pitchFamily="18" charset="2"/>
        <a:buChar char="¬"/>
        <a:defRPr lang="en-US" sz="1600" kern="1200" dirty="0" smtClean="0">
          <a:solidFill>
            <a:schemeClr val="tx1"/>
          </a:solidFill>
          <a:latin typeface="Arial" panose="020B0604020202020204" pitchFamily="34" charset="0"/>
          <a:ea typeface="+mn-ea"/>
          <a:cs typeface="Arial" panose="020B0604020202020204" pitchFamily="34" charset="0"/>
        </a:defRPr>
      </a:lvl4pPr>
      <a:lvl5pPr marL="1138824" indent="-222262" algn="l" defTabSz="914445" rtl="0" eaLnBrk="1" latinLnBrk="0" hangingPunct="1">
        <a:lnSpc>
          <a:spcPct val="95000"/>
        </a:lnSpc>
        <a:spcBef>
          <a:spcPts val="833"/>
        </a:spcBef>
        <a:buClr>
          <a:schemeClr val="tx1"/>
        </a:buClr>
        <a:buSzPct val="80000"/>
        <a:buFont typeface="Wingdings 3" panose="05040102010807070707" pitchFamily="18" charset="2"/>
        <a:buChar char="¬"/>
        <a:tabLst/>
        <a:defRPr lang="en-US" sz="1600" kern="1200" dirty="0">
          <a:solidFill>
            <a:schemeClr val="tx1"/>
          </a:solidFill>
          <a:latin typeface="Arial" panose="020B0604020202020204" pitchFamily="34" charset="0"/>
          <a:ea typeface="+mn-ea"/>
          <a:cs typeface="Arial" panose="020B0604020202020204" pitchFamily="34" charset="0"/>
        </a:defRPr>
      </a:lvl5pPr>
      <a:lvl6pPr marL="2514725"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948"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171"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394"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en-US"/>
      </a:defPPr>
      <a:lvl1pPr marL="0" algn="l" defTabSz="914445" rtl="0" eaLnBrk="1" latinLnBrk="0" hangingPunct="1">
        <a:defRPr sz="1801" kern="1200">
          <a:solidFill>
            <a:schemeClr val="tx1"/>
          </a:solidFill>
          <a:latin typeface="+mn-lt"/>
          <a:ea typeface="+mn-ea"/>
          <a:cs typeface="+mn-cs"/>
        </a:defRPr>
      </a:lvl1pPr>
      <a:lvl2pPr marL="457223" algn="l" defTabSz="914445" rtl="0" eaLnBrk="1" latinLnBrk="0" hangingPunct="1">
        <a:defRPr sz="1801" kern="1200">
          <a:solidFill>
            <a:schemeClr val="tx1"/>
          </a:solidFill>
          <a:latin typeface="+mn-lt"/>
          <a:ea typeface="+mn-ea"/>
          <a:cs typeface="+mn-cs"/>
        </a:defRPr>
      </a:lvl2pPr>
      <a:lvl3pPr marL="914445" algn="l" defTabSz="914445" rtl="0" eaLnBrk="1" latinLnBrk="0" hangingPunct="1">
        <a:defRPr sz="1801" kern="1200">
          <a:solidFill>
            <a:schemeClr val="tx1"/>
          </a:solidFill>
          <a:latin typeface="+mn-lt"/>
          <a:ea typeface="+mn-ea"/>
          <a:cs typeface="+mn-cs"/>
        </a:defRPr>
      </a:lvl3pPr>
      <a:lvl4pPr marL="1371668" algn="l" defTabSz="914445" rtl="0" eaLnBrk="1" latinLnBrk="0" hangingPunct="1">
        <a:defRPr sz="1801" kern="1200">
          <a:solidFill>
            <a:schemeClr val="tx1"/>
          </a:solidFill>
          <a:latin typeface="+mn-lt"/>
          <a:ea typeface="+mn-ea"/>
          <a:cs typeface="+mn-cs"/>
        </a:defRPr>
      </a:lvl4pPr>
      <a:lvl5pPr marL="1828892" algn="l" defTabSz="914445" rtl="0" eaLnBrk="1" latinLnBrk="0" hangingPunct="1">
        <a:defRPr sz="1801" kern="1200">
          <a:solidFill>
            <a:schemeClr val="tx1"/>
          </a:solidFill>
          <a:latin typeface="+mn-lt"/>
          <a:ea typeface="+mn-ea"/>
          <a:cs typeface="+mn-cs"/>
        </a:defRPr>
      </a:lvl5pPr>
      <a:lvl6pPr marL="2286115" algn="l" defTabSz="914445" rtl="0" eaLnBrk="1" latinLnBrk="0" hangingPunct="1">
        <a:defRPr sz="1801" kern="1200">
          <a:solidFill>
            <a:schemeClr val="tx1"/>
          </a:solidFill>
          <a:latin typeface="+mn-lt"/>
          <a:ea typeface="+mn-ea"/>
          <a:cs typeface="+mn-cs"/>
        </a:defRPr>
      </a:lvl6pPr>
      <a:lvl7pPr marL="2743337" algn="l" defTabSz="914445" rtl="0" eaLnBrk="1" latinLnBrk="0" hangingPunct="1">
        <a:defRPr sz="1801" kern="1200">
          <a:solidFill>
            <a:schemeClr val="tx1"/>
          </a:solidFill>
          <a:latin typeface="+mn-lt"/>
          <a:ea typeface="+mn-ea"/>
          <a:cs typeface="+mn-cs"/>
        </a:defRPr>
      </a:lvl7pPr>
      <a:lvl8pPr marL="3200560" algn="l" defTabSz="914445" rtl="0" eaLnBrk="1" latinLnBrk="0" hangingPunct="1">
        <a:defRPr sz="1801" kern="1200">
          <a:solidFill>
            <a:schemeClr val="tx1"/>
          </a:solidFill>
          <a:latin typeface="+mn-lt"/>
          <a:ea typeface="+mn-ea"/>
          <a:cs typeface="+mn-cs"/>
        </a:defRPr>
      </a:lvl8pPr>
      <a:lvl9pPr marL="3657783" algn="l" defTabSz="914445" rtl="0" eaLnBrk="1" latinLnBrk="0" hangingPunct="1">
        <a:defRPr sz="180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4176" userDrawn="1">
          <p15:clr>
            <a:srgbClr val="F26B43"/>
          </p15:clr>
        </p15:guide>
        <p15:guide id="4" pos="448" userDrawn="1">
          <p15:clr>
            <a:srgbClr val="F26B43"/>
          </p15:clr>
        </p15:guide>
        <p15:guide id="5" pos="7232" userDrawn="1">
          <p15:clr>
            <a:srgbClr val="F26B43"/>
          </p15:clr>
        </p15:guide>
        <p15:guide id="6" orient="horz" pos="208" userDrawn="1">
          <p15:clr>
            <a:srgbClr val="F26B43"/>
          </p15:clr>
        </p15:guide>
        <p15:guide id="7" orient="horz" pos="97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E05BA-2C7D-4921-982A-84A30B5EE55B}"/>
              </a:ext>
            </a:extLst>
          </p:cNvPr>
          <p:cNvSpPr>
            <a:spLocks noGrp="1"/>
          </p:cNvSpPr>
          <p:nvPr>
            <p:ph type="title"/>
          </p:nvPr>
        </p:nvSpPr>
        <p:spPr/>
        <p:txBody>
          <a:bodyPr/>
          <a:lstStyle/>
          <a:p>
            <a:r>
              <a:rPr lang="en-US" altLang="zh-CN" dirty="0">
                <a:ea typeface="SimSun" pitchFamily="2" charset="-122"/>
              </a:rPr>
              <a:t>Lab3 Intro</a:t>
            </a:r>
            <a:br>
              <a:rPr lang="en-US" altLang="zh-CN" dirty="0">
                <a:ea typeface="SimSun" pitchFamily="2" charset="-122"/>
              </a:rPr>
            </a:br>
            <a:r>
              <a:rPr lang="en-US" altLang="zh-CN" dirty="0">
                <a:ea typeface="SimSun" pitchFamily="2" charset="-122"/>
              </a:rPr>
              <a:t>Improving Area and Resources</a:t>
            </a:r>
            <a:endParaRPr lang="zh-CN" altLang="en-US" dirty="0"/>
          </a:p>
        </p:txBody>
      </p:sp>
      <p:sp>
        <p:nvSpPr>
          <p:cNvPr id="4" name="Subtitle 3">
            <a:extLst>
              <a:ext uri="{FF2B5EF4-FFF2-40B4-BE49-F238E27FC236}">
                <a16:creationId xmlns:a16="http://schemas.microsoft.com/office/drawing/2014/main" id="{7F7F1FE8-F7DE-4816-854E-F163AD6A1C9B}"/>
              </a:ext>
            </a:extLst>
          </p:cNvPr>
          <p:cNvSpPr>
            <a:spLocks noGrp="1"/>
          </p:cNvSpPr>
          <p:nvPr>
            <p:ph type="subTitle" idx="1"/>
          </p:nvPr>
        </p:nvSpPr>
        <p:spPr>
          <a:xfrm>
            <a:off x="579121" y="4490866"/>
            <a:ext cx="7417990" cy="400110"/>
          </a:xfrm>
        </p:spPr>
        <p:txBody>
          <a:bodyPr/>
          <a:lstStyle/>
          <a:p>
            <a:r>
              <a:rPr lang="en-US" dirty="0"/>
              <a:t>XUP</a:t>
            </a:r>
          </a:p>
        </p:txBody>
      </p:sp>
    </p:spTree>
    <p:extLst>
      <p:ext uri="{BB962C8B-B14F-4D97-AF65-F5344CB8AC3E}">
        <p14:creationId xmlns:p14="http://schemas.microsoft.com/office/powerpoint/2010/main" val="1176036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Objectives</a:t>
            </a:r>
          </a:p>
        </p:txBody>
      </p:sp>
      <p:sp>
        <p:nvSpPr>
          <p:cNvPr id="2" name="Content Placeholder 1"/>
          <p:cNvSpPr>
            <a:spLocks noGrp="1"/>
          </p:cNvSpPr>
          <p:nvPr>
            <p:ph idx="1"/>
          </p:nvPr>
        </p:nvSpPr>
        <p:spPr/>
        <p:txBody>
          <a:bodyPr/>
          <a:lstStyle/>
          <a:p>
            <a:pPr>
              <a:lnSpc>
                <a:spcPts val="2200"/>
              </a:lnSpc>
              <a:tabLst>
                <a:tab pos="228600" algn="l"/>
              </a:tabLst>
            </a:pPr>
            <a:r>
              <a:rPr lang="en-US" altLang="zh-CN" dirty="0">
                <a:solidFill>
                  <a:schemeClr val="tx1"/>
                </a:solidFill>
                <a:cs typeface="Arial" pitchFamily="34" charset="0"/>
              </a:rPr>
              <a:t>After completing this lab, you will be able to:</a:t>
            </a:r>
          </a:p>
          <a:p>
            <a:pPr>
              <a:lnSpc>
                <a:spcPts val="1000"/>
              </a:lnSpc>
              <a:buNone/>
            </a:pPr>
            <a:endParaRPr lang="en-US" altLang="zh-CN" dirty="0">
              <a:solidFill>
                <a:schemeClr val="tx1"/>
              </a:solidFill>
            </a:endParaRPr>
          </a:p>
          <a:p>
            <a:pPr lvl="1"/>
            <a:r>
              <a:rPr lang="en-US" dirty="0"/>
              <a:t>Manage BRAM and DSP48 resource utilization</a:t>
            </a:r>
          </a:p>
          <a:p>
            <a:pPr lvl="1"/>
            <a:r>
              <a:rPr lang="en-US" dirty="0"/>
              <a:t>Improve memory bandwidth</a:t>
            </a:r>
          </a:p>
          <a:p>
            <a:pPr lvl="1"/>
            <a:r>
              <a:rPr lang="en-US" dirty="0"/>
              <a:t>Balance resource utilization and performance</a:t>
            </a:r>
          </a:p>
          <a:p>
            <a:pPr lvl="1"/>
            <a:r>
              <a:rPr lang="en-US" dirty="0"/>
              <a:t>Distinguish between DATAFLOW directive and Configuration Command functionality</a:t>
            </a:r>
          </a:p>
        </p:txBody>
      </p:sp>
      <p:sp>
        <p:nvSpPr>
          <p:cNvPr id="8" name="Slide Number Placeholder 7"/>
          <p:cNvSpPr>
            <a:spLocks noGrp="1"/>
          </p:cNvSpPr>
          <p:nvPr>
            <p:ph type="sldNum" sz="quarter" idx="10"/>
          </p:nvPr>
        </p:nvSpPr>
        <p:spPr/>
        <p:txBody>
          <a:bodyPr/>
          <a:lstStyle/>
          <a:p>
            <a:pPr>
              <a:defRPr/>
            </a:pPr>
            <a:r>
              <a:rPr lang="en-US" dirty="0"/>
              <a:t>Lab3 Intro 21a- </a:t>
            </a:r>
            <a:fld id="{060BD193-E118-4B16-863C-C8C12C675E3E}" type="slidenum">
              <a:rPr lang="en-US" smtClean="0"/>
              <a:pPr>
                <a:defRPr/>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Design</a:t>
            </a:r>
          </a:p>
        </p:txBody>
      </p:sp>
      <p:sp>
        <p:nvSpPr>
          <p:cNvPr id="3" name="Content Placeholder 2"/>
          <p:cNvSpPr>
            <a:spLocks noGrp="1"/>
          </p:cNvSpPr>
          <p:nvPr>
            <p:ph idx="1"/>
          </p:nvPr>
        </p:nvSpPr>
        <p:spPr/>
        <p:txBody>
          <a:bodyPr>
            <a:normAutofit/>
          </a:bodyPr>
          <a:lstStyle/>
          <a:p>
            <a:r>
              <a:rPr lang="en-US" sz="1800" dirty="0"/>
              <a:t>The design under consideration is a Discrete Cosine Transformation (DCT) function on a 8x8 block of data</a:t>
            </a:r>
          </a:p>
          <a:p>
            <a:pPr lvl="1"/>
            <a:r>
              <a:rPr lang="en-US" sz="1600" dirty="0"/>
              <a:t>The top-level function </a:t>
            </a:r>
            <a:r>
              <a:rPr lang="en-US" sz="1600" dirty="0" err="1"/>
              <a:t>dct</a:t>
            </a:r>
            <a:r>
              <a:rPr lang="en-US" sz="1600" dirty="0"/>
              <a:t> implements 2D DCT algorithm </a:t>
            </a:r>
            <a:br>
              <a:rPr lang="en-US" sz="1600" dirty="0"/>
            </a:br>
            <a:r>
              <a:rPr lang="en-US" sz="1600" dirty="0"/>
              <a:t>by first processing each row of the input array via a 1D</a:t>
            </a:r>
            <a:br>
              <a:rPr lang="en-US" sz="1600" dirty="0"/>
            </a:br>
            <a:r>
              <a:rPr lang="en-US" sz="1600" dirty="0"/>
              <a:t>DCT then processing the columns of the resulting array</a:t>
            </a:r>
            <a:br>
              <a:rPr lang="en-US" sz="1600" dirty="0"/>
            </a:br>
            <a:r>
              <a:rPr lang="en-US" sz="1600" dirty="0"/>
              <a:t>through the same 1D DCT.  It calls </a:t>
            </a:r>
            <a:r>
              <a:rPr lang="en-US" sz="1600" dirty="0" err="1"/>
              <a:t>read_data</a:t>
            </a:r>
            <a:r>
              <a:rPr lang="en-US" sz="1600" dirty="0"/>
              <a:t>, dct_2d, </a:t>
            </a:r>
            <a:br>
              <a:rPr lang="en-US" sz="1600" dirty="0"/>
            </a:br>
            <a:r>
              <a:rPr lang="en-US" sz="1600" dirty="0"/>
              <a:t>and </a:t>
            </a:r>
            <a:r>
              <a:rPr lang="en-US" sz="1600" dirty="0" err="1"/>
              <a:t>write_data</a:t>
            </a:r>
            <a:r>
              <a:rPr lang="en-US" sz="1600" dirty="0"/>
              <a:t> functions. </a:t>
            </a:r>
          </a:p>
          <a:p>
            <a:pPr lvl="1"/>
            <a:r>
              <a:rPr lang="en-US" sz="1600" dirty="0"/>
              <a:t>The </a:t>
            </a:r>
            <a:r>
              <a:rPr lang="en-US" sz="1600" dirty="0" err="1"/>
              <a:t>read_data</a:t>
            </a:r>
            <a:r>
              <a:rPr lang="en-US" sz="1600" dirty="0"/>
              <a:t> function consists of two loops – </a:t>
            </a:r>
            <a:br>
              <a:rPr lang="en-US" sz="1600" dirty="0"/>
            </a:br>
            <a:r>
              <a:rPr lang="en-US" sz="1600" dirty="0" err="1"/>
              <a:t>RD_Loop_Row</a:t>
            </a:r>
            <a:r>
              <a:rPr lang="en-US" sz="1600" dirty="0"/>
              <a:t> and </a:t>
            </a:r>
            <a:r>
              <a:rPr lang="en-US" sz="1600" dirty="0" err="1"/>
              <a:t>RD_Loop_Col</a:t>
            </a:r>
            <a:r>
              <a:rPr lang="en-US" sz="1600" dirty="0"/>
              <a:t>. </a:t>
            </a:r>
          </a:p>
          <a:p>
            <a:pPr lvl="1"/>
            <a:r>
              <a:rPr lang="en-US" sz="1600" dirty="0"/>
              <a:t>The </a:t>
            </a:r>
            <a:r>
              <a:rPr lang="en-US" sz="1600" dirty="0" err="1"/>
              <a:t>write_data</a:t>
            </a:r>
            <a:r>
              <a:rPr lang="en-US" sz="1600" dirty="0"/>
              <a:t> function is defined consists of two loops</a:t>
            </a:r>
            <a:br>
              <a:rPr lang="en-US" sz="1600" dirty="0"/>
            </a:br>
            <a:r>
              <a:rPr lang="en-US" sz="1600" dirty="0"/>
              <a:t>to perform writing the result.  </a:t>
            </a:r>
            <a:endParaRPr lang="en-US" dirty="0"/>
          </a:p>
          <a:p>
            <a:endParaRPr lang="en-US" dirty="0"/>
          </a:p>
        </p:txBody>
      </p:sp>
      <p:sp>
        <p:nvSpPr>
          <p:cNvPr id="8" name="Slide Number Placeholder 7"/>
          <p:cNvSpPr>
            <a:spLocks noGrp="1"/>
          </p:cNvSpPr>
          <p:nvPr>
            <p:ph type="sldNum" sz="quarter" idx="10"/>
          </p:nvPr>
        </p:nvSpPr>
        <p:spPr>
          <a:prstGeom prst="rect">
            <a:avLst/>
          </a:prstGeom>
        </p:spPr>
        <p:txBody>
          <a:bodyPr/>
          <a:lstStyle/>
          <a:p>
            <a:r>
              <a:rPr lang="en-US" dirty="0"/>
              <a:t>Lab3 Intro 21a- </a:t>
            </a:r>
            <a:fld id="{0E88F696-905B-490D-9D4B-033243675593}" type="slidenum">
              <a:rPr lang="en-US" smtClean="0"/>
              <a:pPr/>
              <a:t>3</a:t>
            </a:fld>
            <a:endParaRPr lang="en-US" dirty="0"/>
          </a:p>
        </p:txBody>
      </p:sp>
      <p:pic>
        <p:nvPicPr>
          <p:cNvPr id="9" name="Picture 8" descr="lab3_5.png"/>
          <p:cNvPicPr/>
          <p:nvPr/>
        </p:nvPicPr>
        <p:blipFill>
          <a:blip r:embed="rId2" cstate="print"/>
          <a:stretch>
            <a:fillRect/>
          </a:stretch>
        </p:blipFill>
        <p:spPr>
          <a:xfrm>
            <a:off x="7697807" y="2037595"/>
            <a:ext cx="4095152" cy="4274305"/>
          </a:xfrm>
          <a:prstGeom prst="rect">
            <a:avLst/>
          </a:prstGeom>
          <a:noFill/>
          <a:ln>
            <a:noFill/>
          </a:ln>
        </p:spPr>
      </p:pic>
      <p:pic>
        <p:nvPicPr>
          <p:cNvPr id="11" name="Picture 10"/>
          <p:cNvPicPr/>
          <p:nvPr/>
        </p:nvPicPr>
        <p:blipFill>
          <a:blip r:embed="rId3" cstate="print"/>
          <a:srcRect/>
          <a:stretch>
            <a:fillRect/>
          </a:stretch>
        </p:blipFill>
        <p:spPr bwMode="auto">
          <a:xfrm>
            <a:off x="3113482" y="4352760"/>
            <a:ext cx="3964547" cy="1733493"/>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Procedure</a:t>
            </a:r>
          </a:p>
        </p:txBody>
      </p:sp>
      <p:sp>
        <p:nvSpPr>
          <p:cNvPr id="24" name="Content Placeholder 23"/>
          <p:cNvSpPr>
            <a:spLocks noGrp="1"/>
          </p:cNvSpPr>
          <p:nvPr>
            <p:ph idx="1"/>
          </p:nvPr>
        </p:nvSpPr>
        <p:spPr/>
        <p:txBody>
          <a:bodyPr>
            <a:normAutofit/>
          </a:bodyPr>
          <a:lstStyle/>
          <a:p>
            <a:r>
              <a:rPr lang="en-US" dirty="0"/>
              <a:t>Compile the design in command mode and perform C-verification</a:t>
            </a:r>
          </a:p>
          <a:p>
            <a:r>
              <a:rPr lang="en-US" dirty="0"/>
              <a:t>Open the project in Vitis HLS GUI, synthesize, and review results</a:t>
            </a:r>
          </a:p>
          <a:p>
            <a:r>
              <a:rPr lang="en-US" dirty="0"/>
              <a:t>Simulate the design</a:t>
            </a:r>
          </a:p>
          <a:p>
            <a:r>
              <a:rPr lang="en-US" dirty="0"/>
              <a:t>Improve performance using pipeline</a:t>
            </a:r>
          </a:p>
          <a:p>
            <a:r>
              <a:rPr lang="en-US" dirty="0"/>
              <a:t>Optimize fine-grained parallelism</a:t>
            </a:r>
          </a:p>
          <a:p>
            <a:r>
              <a:rPr lang="en-US" dirty="0"/>
              <a:t>Improve memory bandwidth</a:t>
            </a:r>
          </a:p>
          <a:p>
            <a:r>
              <a:rPr lang="en-US" dirty="0"/>
              <a:t>Apply DATAFLOW directive to improve performance</a:t>
            </a:r>
          </a:p>
          <a:p>
            <a:r>
              <a:rPr lang="en-US" dirty="0"/>
              <a:t>Apply RESHAPE directive and analyze</a:t>
            </a:r>
          </a:p>
          <a:p>
            <a:endParaRPr lang="en-US" dirty="0"/>
          </a:p>
        </p:txBody>
      </p:sp>
      <p:sp>
        <p:nvSpPr>
          <p:cNvPr id="26" name="Slide Number Placeholder 25"/>
          <p:cNvSpPr>
            <a:spLocks noGrp="1"/>
          </p:cNvSpPr>
          <p:nvPr>
            <p:ph type="sldNum" sz="quarter" idx="10"/>
          </p:nvPr>
        </p:nvSpPr>
        <p:spPr>
          <a:prstGeom prst="rect">
            <a:avLst/>
          </a:prstGeom>
        </p:spPr>
        <p:txBody>
          <a:bodyPr/>
          <a:lstStyle/>
          <a:p>
            <a:r>
              <a:rPr lang="en-US" dirty="0"/>
              <a:t>Lab3 Intro 21a- </a:t>
            </a:r>
            <a:fld id="{0E88F696-905B-490D-9D4B-033243675593}" type="slidenum">
              <a:rPr lang="en-US" smtClean="0"/>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noAutofit/>
          </a:bodyPr>
          <a:lstStyle/>
          <a:p>
            <a:r>
              <a:rPr lang="en-US" sz="2000" dirty="0"/>
              <a:t>In this lab, you learned various techniques to improve the performance and balance resource utilization. PIPELINE directive when applied to outer loop will automatically cause the inner loop to unroll. When a loop is unrolled, resources utilization increases as operations are done concurrently.  Partitioning memory may improve performance but will increase BRAM utilization.  When INLINE directive is applied to a function, the lower level hierarchy is automatically dissolved.  When DATAFLOW directive is applied, the default memory buffers (of ping-pong type) are automatically inserted between the top-level functions and loops. The RESHAPE directive will allow multiple accesses to BRAM, however, care should be taken if a single element requires modification as it will result in read-modify-write operation for the entire word. </a:t>
            </a:r>
            <a:r>
              <a:rPr lang="en-US" sz="2000"/>
              <a:t>The console </a:t>
            </a:r>
            <a:r>
              <a:rPr lang="en-US" sz="2000" dirty="0"/>
              <a:t>logs can provide insight on what is going on. </a:t>
            </a:r>
          </a:p>
        </p:txBody>
      </p:sp>
      <p:sp>
        <p:nvSpPr>
          <p:cNvPr id="19" name="Slide Number Placeholder 18"/>
          <p:cNvSpPr>
            <a:spLocks noGrp="1"/>
          </p:cNvSpPr>
          <p:nvPr>
            <p:ph type="sldNum" sz="quarter" idx="10"/>
          </p:nvPr>
        </p:nvSpPr>
        <p:spPr>
          <a:prstGeom prst="rect">
            <a:avLst/>
          </a:prstGeom>
        </p:spPr>
        <p:txBody>
          <a:bodyPr/>
          <a:lstStyle/>
          <a:p>
            <a:r>
              <a:rPr lang="en-US" dirty="0"/>
              <a:t>Lab3 Intro 21a- </a:t>
            </a:r>
            <a:fld id="{0E88F696-905B-490D-9D4B-033243675593}" type="slidenum">
              <a:rPr lang="en-US" smtClean="0"/>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1547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Xilinx-5">
  <a:themeElements>
    <a:clrScheme name="Custom 1">
      <a:dk1>
        <a:srgbClr val="0C0C0C"/>
      </a:dk1>
      <a:lt1>
        <a:srgbClr val="FFFFFF"/>
      </a:lt1>
      <a:dk2>
        <a:srgbClr val="161C2E"/>
      </a:dk2>
      <a:lt2>
        <a:srgbClr val="5F5F5F"/>
      </a:lt2>
      <a:accent1>
        <a:srgbClr val="E20000"/>
      </a:accent1>
      <a:accent2>
        <a:srgbClr val="282D3F"/>
      </a:accent2>
      <a:accent3>
        <a:srgbClr val="8D919A"/>
      </a:accent3>
      <a:accent4>
        <a:srgbClr val="055C99"/>
      </a:accent4>
      <a:accent5>
        <a:srgbClr val="0D9079"/>
      </a:accent5>
      <a:accent6>
        <a:srgbClr val="00B2BA"/>
      </a:accent6>
      <a:hlink>
        <a:srgbClr val="055C99"/>
      </a:hlink>
      <a:folHlink>
        <a:srgbClr val="5F5F5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xilinx-amd-corporate-ppt-template-2021" id="{7CC915E4-ED56-F440-A372-8A06D175C5EE}" vid="{9CD3E2E4-A2A3-2840-AEBD-8A66C252938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13AA4F4-3B34-2743-ACD6-F6D573A82AF7}">
  <we:reference id="f9ac8e4d-ed29-46df-aca6-61a4f7a9a1d6" version="1.0.0.1" store="developer" storeType="Registry"/>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8A00A9B6178BD498632E37D0AD5CC8E" ma:contentTypeVersion="3" ma:contentTypeDescription="Create a new document." ma:contentTypeScope="" ma:versionID="fbaca91dc24b034817257c3a25d93af0">
  <xsd:schema xmlns:xsd="http://www.w3.org/2001/XMLSchema" xmlns:xs="http://www.w3.org/2001/XMLSchema" xmlns:p="http://schemas.microsoft.com/office/2006/metadata/properties" xmlns:ns2="ee71d666-e06f-4bed-b53d-75a975332d6d" targetNamespace="http://schemas.microsoft.com/office/2006/metadata/properties" ma:root="true" ma:fieldsID="14a92504b4f4f9b68fc7bcdaff1e0a50" ns2:_="">
    <xsd:import namespace="ee71d666-e06f-4bed-b53d-75a975332d6d"/>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71d666-e06f-4bed-b53d-75a975332d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4DF82DF-52AA-4D1D-AC7B-8F45A830CAF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e71d666-e06f-4bed-b53d-75a975332d6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60316F9-D49B-43D3-B1A5-38BBC2E7659C}">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ee71d666-e06f-4bed-b53d-75a975332d6d"/>
    <ds:schemaRef ds:uri="http://purl.org/dc/elements/1.1/"/>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ABE94A12-9E97-40EB-A974-3BC9F5C1810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370</Words>
  <Application>Microsoft Office PowerPoint</Application>
  <PresentationFormat>宽屏</PresentationFormat>
  <Paragraphs>29</Paragraphs>
  <Slides>6</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6</vt:i4>
      </vt:variant>
    </vt:vector>
  </HeadingPairs>
  <TitlesOfParts>
    <vt:vector size="11" baseType="lpstr">
      <vt:lpstr>Arial</vt:lpstr>
      <vt:lpstr>Microsoft Sans Serif</vt:lpstr>
      <vt:lpstr>Webdings</vt:lpstr>
      <vt:lpstr>Wingdings 3</vt:lpstr>
      <vt:lpstr>Xilinx-5</vt:lpstr>
      <vt:lpstr>Lab3 Intro Improving Area and Resources</vt:lpstr>
      <vt:lpstr>Objectives</vt:lpstr>
      <vt:lpstr>The Design</vt:lpstr>
      <vt:lpstr>Procedure</vt:lpstr>
      <vt:lpstr>Summary</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STOP (Read Instructions Below)</dc:title>
  <dc:subject/>
  <dc:creator/>
  <cp:keywords>Public</cp:keywords>
  <dc:description/>
  <cp:revision>2</cp:revision>
  <dcterms:created xsi:type="dcterms:W3CDTF">2019-10-16T21:50:31Z</dcterms:created>
  <dcterms:modified xsi:type="dcterms:W3CDTF">2022-03-28T08:16:28Z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XilinxClassification">
    <vt:lpwstr>Public</vt:lpwstr>
  </property>
  <property fmtid="{D5CDD505-2E9C-101B-9397-08002B2CF9AE}" pid="3" name="IDENTIFIER">
    <vt:lpwstr>12B622CE-7949-4BC8-8A85-7A5041597B9E</vt:lpwstr>
  </property>
  <property fmtid="{D5CDD505-2E9C-101B-9397-08002B2CF9AE}" pid="4" name="TitusGUID">
    <vt:lpwstr>3ccd02ed-9359-48e8-b527-ff05ab9cddfa</vt:lpwstr>
  </property>
  <property fmtid="{D5CDD505-2E9C-101B-9397-08002B2CF9AE}" pid="5" name="ContentTypeId">
    <vt:lpwstr>0x01010058A00A9B6178BD498632E37D0AD5CC8E</vt:lpwstr>
  </property>
  <property fmtid="{D5CDD505-2E9C-101B-9397-08002B2CF9AE}" pid="6" name="VisualMarkings">
    <vt:lpwstr>Yes</vt:lpwstr>
  </property>
  <property fmtid="{D5CDD505-2E9C-101B-9397-08002B2CF9AE}" pid="7" name="PublicationYear">
    <vt:lpwstr>2022</vt:lpwstr>
  </property>
</Properties>
</file>